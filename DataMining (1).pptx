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63" r:id="rId4"/>
  </p:sldMasterIdLst>
  <p:notesMasterIdLst>
    <p:notesMasterId r:id="rId33"/>
  </p:notesMasterIdLst>
  <p:handoutMasterIdLst>
    <p:handoutMasterId r:id="rId34"/>
  </p:handoutMasterIdLst>
  <p:sldIdLst>
    <p:sldId id="272" r:id="rId5"/>
    <p:sldId id="316" r:id="rId6"/>
    <p:sldId id="335" r:id="rId7"/>
    <p:sldId id="349" r:id="rId8"/>
    <p:sldId id="332" r:id="rId9"/>
    <p:sldId id="334" r:id="rId10"/>
    <p:sldId id="333" r:id="rId11"/>
    <p:sldId id="336" r:id="rId12"/>
    <p:sldId id="337" r:id="rId13"/>
    <p:sldId id="338" r:id="rId14"/>
    <p:sldId id="339" r:id="rId15"/>
    <p:sldId id="340" r:id="rId16"/>
    <p:sldId id="341" r:id="rId17"/>
    <p:sldId id="342" r:id="rId18"/>
    <p:sldId id="343" r:id="rId19"/>
    <p:sldId id="344" r:id="rId20"/>
    <p:sldId id="347" r:id="rId21"/>
    <p:sldId id="345" r:id="rId22"/>
    <p:sldId id="350" r:id="rId23"/>
    <p:sldId id="348" r:id="rId24"/>
    <p:sldId id="346" r:id="rId25"/>
    <p:sldId id="351" r:id="rId26"/>
    <p:sldId id="355" r:id="rId27"/>
    <p:sldId id="354" r:id="rId28"/>
    <p:sldId id="356" r:id="rId29"/>
    <p:sldId id="357" r:id="rId30"/>
    <p:sldId id="353" r:id="rId31"/>
    <p:sldId id="287" r:id="rId3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675" userDrawn="1">
          <p15:clr>
            <a:srgbClr val="A4A3A4"/>
          </p15:clr>
        </p15:guide>
        <p15:guide id="3" orient="horz" pos="459" userDrawn="1">
          <p15:clr>
            <a:srgbClr val="A4A3A4"/>
          </p15:clr>
        </p15:guide>
        <p15:guide id="4" orient="horz" pos="3339" userDrawn="1">
          <p15:clr>
            <a:srgbClr val="A4A3A4"/>
          </p15:clr>
        </p15:guide>
        <p15:guide id="5" pos="467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abella Müller" initials="IM" lastIdx="1" clrIdx="0">
    <p:extLst>
      <p:ext uri="{19B8F6BF-5375-455C-9EA6-DF929625EA0E}">
        <p15:presenceInfo xmlns:p15="http://schemas.microsoft.com/office/powerpoint/2012/main" userId="S::isabella.mueller@designhouse.onmicrosoft.de::b056f4bb-1e1f-4597-b3eb-e7e193d4177e" providerId="AD"/>
      </p:ext>
    </p:extLst>
  </p:cmAuthor>
  <p:cmAuthor id="2" name="lenovo" initials="l" lastIdx="1" clrIdx="1">
    <p:extLst>
      <p:ext uri="{19B8F6BF-5375-455C-9EA6-DF929625EA0E}">
        <p15:presenceInfo xmlns:p15="http://schemas.microsoft.com/office/powerpoint/2012/main" userId="a2dbd6d311650ef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62FA"/>
    <a:srgbClr val="FECE00"/>
    <a:srgbClr val="FFCE00"/>
    <a:srgbClr val="FFC000"/>
    <a:srgbClr val="FF3E4F"/>
    <a:srgbClr val="26164B"/>
    <a:srgbClr val="0BDA7E"/>
    <a:srgbClr val="0B3427"/>
    <a:srgbClr val="03537A"/>
    <a:srgbClr val="FF3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D42DC2-E47D-A5E4-840E-88CA5023EECA}" v="1161" dt="2025-01-09T14:35:45.4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ittlere Formatvorlage 3 - 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6F890A9-2807-4EBB-B81D-B2AA78EC7F39}" styleName="Dunkle Formatvorlage 2 - Akzent 5/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ittlere Formatvorlage 1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Designformatvorlage 2 - Akz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6675"/>
        <p:guide orient="horz" pos="459"/>
        <p:guide orient="horz" pos="3339"/>
        <p:guide pos="4679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commentAuthors" Target="comment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oj Sundar Ravichandran" userId="S::mravichandran@hof-university.de::453332ee-569c-4cda-ae19-79d852ef561a" providerId="AD" clId="Web-{EB926783-8F0C-A12D-ED89-4D8FD3FCCEFD}"/>
    <pc:docChg chg="addSld delSld modSld">
      <pc:chgData name="Manoj Sundar Ravichandran" userId="S::mravichandran@hof-university.de::453332ee-569c-4cda-ae19-79d852ef561a" providerId="AD" clId="Web-{EB926783-8F0C-A12D-ED89-4D8FD3FCCEFD}" dt="2024-05-24T14:20:48.772" v="135"/>
      <pc:docMkLst>
        <pc:docMk/>
      </pc:docMkLst>
      <pc:sldChg chg="modSp add del">
        <pc:chgData name="Manoj Sundar Ravichandran" userId="S::mravichandran@hof-university.de::453332ee-569c-4cda-ae19-79d852ef561a" providerId="AD" clId="Web-{EB926783-8F0C-A12D-ED89-4D8FD3FCCEFD}" dt="2024-05-24T14:20:11.972" v="134"/>
        <pc:sldMkLst>
          <pc:docMk/>
          <pc:sldMk cId="2179062688" sldId="290"/>
        </pc:sldMkLst>
        <pc:spChg chg="mod">
          <ac:chgData name="Manoj Sundar Ravichandran" userId="S::mravichandran@hof-university.de::453332ee-569c-4cda-ae19-79d852ef561a" providerId="AD" clId="Web-{EB926783-8F0C-A12D-ED89-4D8FD3FCCEFD}" dt="2024-05-24T14:13:24.081" v="67" actId="14100"/>
          <ac:spMkLst>
            <pc:docMk/>
            <pc:sldMk cId="2179062688" sldId="290"/>
            <ac:spMk id="4" creationId="{A727080A-E8D8-E8DC-FA1A-0193F123CE51}"/>
          </ac:spMkLst>
        </pc:spChg>
        <pc:spChg chg="mod">
          <ac:chgData name="Manoj Sundar Ravichandran" userId="S::mravichandran@hof-university.de::453332ee-569c-4cda-ae19-79d852ef561a" providerId="AD" clId="Web-{EB926783-8F0C-A12D-ED89-4D8FD3FCCEFD}" dt="2024-05-24T14:20:02.034" v="133" actId="20577"/>
          <ac:spMkLst>
            <pc:docMk/>
            <pc:sldMk cId="2179062688" sldId="290"/>
            <ac:spMk id="5" creationId="{9477CB56-04FD-A537-7AB3-9A2E6B72391D}"/>
          </ac:spMkLst>
        </pc:spChg>
      </pc:sldChg>
      <pc:sldChg chg="new">
        <pc:chgData name="Manoj Sundar Ravichandran" userId="S::mravichandran@hof-university.de::453332ee-569c-4cda-ae19-79d852ef561a" providerId="AD" clId="Web-{EB926783-8F0C-A12D-ED89-4D8FD3FCCEFD}" dt="2024-05-24T14:20:48.772" v="135"/>
        <pc:sldMkLst>
          <pc:docMk/>
          <pc:sldMk cId="3576929467" sldId="303"/>
        </pc:sldMkLst>
      </pc:sldChg>
    </pc:docChg>
  </pc:docChgLst>
  <pc:docChgLst>
    <pc:chgData name="Manoj Sundar Ravichandran" userId="S::mravichandran@hof-university.de::453332ee-569c-4cda-ae19-79d852ef561a" providerId="AD" clId="Web-{C4B5ED88-97B2-259A-3313-8B508E65513C}"/>
    <pc:docChg chg="modSld">
      <pc:chgData name="Manoj Sundar Ravichandran" userId="S::mravichandran@hof-university.de::453332ee-569c-4cda-ae19-79d852ef561a" providerId="AD" clId="Web-{C4B5ED88-97B2-259A-3313-8B508E65513C}" dt="2024-06-03T20:49:05.010" v="240" actId="20577"/>
      <pc:docMkLst>
        <pc:docMk/>
      </pc:docMkLst>
      <pc:sldChg chg="modSp">
        <pc:chgData name="Manoj Sundar Ravichandran" userId="S::mravichandran@hof-university.de::453332ee-569c-4cda-ae19-79d852ef561a" providerId="AD" clId="Web-{C4B5ED88-97B2-259A-3313-8B508E65513C}" dt="2024-06-03T20:49:05.010" v="240" actId="20577"/>
        <pc:sldMkLst>
          <pc:docMk/>
          <pc:sldMk cId="1993552413" sldId="313"/>
        </pc:sldMkLst>
        <pc:spChg chg="mod">
          <ac:chgData name="Manoj Sundar Ravichandran" userId="S::mravichandran@hof-university.de::453332ee-569c-4cda-ae19-79d852ef561a" providerId="AD" clId="Web-{C4B5ED88-97B2-259A-3313-8B508E65513C}" dt="2024-06-03T20:49:05.010" v="240" actId="20577"/>
          <ac:spMkLst>
            <pc:docMk/>
            <pc:sldMk cId="1993552413" sldId="313"/>
            <ac:spMk id="8" creationId="{15E38C40-C9A1-48BC-4D03-937A69EA183F}"/>
          </ac:spMkLst>
        </pc:spChg>
      </pc:sldChg>
      <pc:sldChg chg="modSp">
        <pc:chgData name="Manoj Sundar Ravichandran" userId="S::mravichandran@hof-university.de::453332ee-569c-4cda-ae19-79d852ef561a" providerId="AD" clId="Web-{C4B5ED88-97B2-259A-3313-8B508E65513C}" dt="2024-06-03T20:48:50.306" v="238" actId="20577"/>
        <pc:sldMkLst>
          <pc:docMk/>
          <pc:sldMk cId="928954522" sldId="314"/>
        </pc:sldMkLst>
        <pc:spChg chg="mod">
          <ac:chgData name="Manoj Sundar Ravichandran" userId="S::mravichandran@hof-university.de::453332ee-569c-4cda-ae19-79d852ef561a" providerId="AD" clId="Web-{C4B5ED88-97B2-259A-3313-8B508E65513C}" dt="2024-06-03T20:48:50.306" v="238" actId="20577"/>
          <ac:spMkLst>
            <pc:docMk/>
            <pc:sldMk cId="928954522" sldId="314"/>
            <ac:spMk id="8" creationId="{B28BDFB3-2767-E68C-6911-1394E90C0232}"/>
          </ac:spMkLst>
        </pc:spChg>
      </pc:sldChg>
      <pc:sldChg chg="addSp delSp modSp mod modClrScheme chgLayout">
        <pc:chgData name="Manoj Sundar Ravichandran" userId="S::mravichandran@hof-university.de::453332ee-569c-4cda-ae19-79d852ef561a" providerId="AD" clId="Web-{C4B5ED88-97B2-259A-3313-8B508E65513C}" dt="2024-06-03T17:42:01.271" v="235" actId="20577"/>
        <pc:sldMkLst>
          <pc:docMk/>
          <pc:sldMk cId="4093255372" sldId="316"/>
        </pc:sldMkLst>
        <pc:spChg chg="mod modVis">
          <ac:chgData name="Manoj Sundar Ravichandran" userId="S::mravichandran@hof-university.de::453332ee-569c-4cda-ae19-79d852ef561a" providerId="AD" clId="Web-{C4B5ED88-97B2-259A-3313-8B508E65513C}" dt="2024-06-03T17:40:16.658" v="217"/>
          <ac:spMkLst>
            <pc:docMk/>
            <pc:sldMk cId="4093255372" sldId="316"/>
            <ac:spMk id="3" creationId="{DF2ED75E-3995-63F9-7186-7052B7D7F162}"/>
          </ac:spMkLst>
        </pc:spChg>
        <pc:spChg chg="mod">
          <ac:chgData name="Manoj Sundar Ravichandran" userId="S::mravichandran@hof-university.de::453332ee-569c-4cda-ae19-79d852ef561a" providerId="AD" clId="Web-{C4B5ED88-97B2-259A-3313-8B508E65513C}" dt="2024-06-03T17:41:14.332" v="232" actId="20577"/>
          <ac:spMkLst>
            <pc:docMk/>
            <pc:sldMk cId="4093255372" sldId="316"/>
            <ac:spMk id="6" creationId="{F4D8B17F-0CE2-C116-5827-B3C2C884E62D}"/>
          </ac:spMkLst>
        </pc:spChg>
        <pc:spChg chg="add del mod">
          <ac:chgData name="Manoj Sundar Ravichandran" userId="S::mravichandran@hof-university.de::453332ee-569c-4cda-ae19-79d852ef561a" providerId="AD" clId="Web-{C4B5ED88-97B2-259A-3313-8B508E65513C}" dt="2024-06-03T17:40:16.658" v="217"/>
          <ac:spMkLst>
            <pc:docMk/>
            <pc:sldMk cId="4093255372" sldId="316"/>
            <ac:spMk id="528" creationId="{EC63E67A-72F2-17DC-4D59-B9AC21E7438F}"/>
          </ac:spMkLst>
        </pc:spChg>
        <pc:spChg chg="add del mod">
          <ac:chgData name="Manoj Sundar Ravichandran" userId="S::mravichandran@hof-university.de::453332ee-569c-4cda-ae19-79d852ef561a" providerId="AD" clId="Web-{C4B5ED88-97B2-259A-3313-8B508E65513C}" dt="2024-06-03T17:40:28.627" v="218"/>
          <ac:spMkLst>
            <pc:docMk/>
            <pc:sldMk cId="4093255372" sldId="316"/>
            <ac:spMk id="534" creationId="{782AB60C-4101-77C3-BCE3-8B4D59A805F3}"/>
          </ac:spMkLst>
        </pc:spChg>
        <pc:spChg chg="add del mod">
          <ac:chgData name="Manoj Sundar Ravichandran" userId="S::mravichandran@hof-university.de::453332ee-569c-4cda-ae19-79d852ef561a" providerId="AD" clId="Web-{C4B5ED88-97B2-259A-3313-8B508E65513C}" dt="2024-06-03T17:40:28.627" v="218"/>
          <ac:spMkLst>
            <pc:docMk/>
            <pc:sldMk cId="4093255372" sldId="316"/>
            <ac:spMk id="536" creationId="{0AF66BAF-A9ED-DC81-4F7A-A0CDC1B48A09}"/>
          </ac:spMkLst>
        </pc:spChg>
        <pc:spChg chg="add del mod">
          <ac:chgData name="Manoj Sundar Ravichandran" userId="S::mravichandran@hof-university.de::453332ee-569c-4cda-ae19-79d852ef561a" providerId="AD" clId="Web-{C4B5ED88-97B2-259A-3313-8B508E65513C}" dt="2024-06-03T17:40:28.627" v="218"/>
          <ac:spMkLst>
            <pc:docMk/>
            <pc:sldMk cId="4093255372" sldId="316"/>
            <ac:spMk id="538" creationId="{1A2037F6-9738-A2C5-F955-FE407D30989F}"/>
          </ac:spMkLst>
        </pc:spChg>
        <pc:spChg chg="add del mod">
          <ac:chgData name="Manoj Sundar Ravichandran" userId="S::mravichandran@hof-university.de::453332ee-569c-4cda-ae19-79d852ef561a" providerId="AD" clId="Web-{C4B5ED88-97B2-259A-3313-8B508E65513C}" dt="2024-06-03T17:40:28.627" v="218"/>
          <ac:spMkLst>
            <pc:docMk/>
            <pc:sldMk cId="4093255372" sldId="316"/>
            <ac:spMk id="540" creationId="{6F0E366C-ED14-FB0A-5888-1A9844E94476}"/>
          </ac:spMkLst>
        </pc:spChg>
        <pc:spChg chg="add del mod">
          <ac:chgData name="Manoj Sundar Ravichandran" userId="S::mravichandran@hof-university.de::453332ee-569c-4cda-ae19-79d852ef561a" providerId="AD" clId="Web-{C4B5ED88-97B2-259A-3313-8B508E65513C}" dt="2024-06-03T17:40:28.627" v="218"/>
          <ac:spMkLst>
            <pc:docMk/>
            <pc:sldMk cId="4093255372" sldId="316"/>
            <ac:spMk id="542" creationId="{E485D059-C973-409A-DB35-D363E3582ECD}"/>
          </ac:spMkLst>
        </pc:spChg>
        <pc:spChg chg="add del mod">
          <ac:chgData name="Manoj Sundar Ravichandran" userId="S::mravichandran@hof-university.de::453332ee-569c-4cda-ae19-79d852ef561a" providerId="AD" clId="Web-{C4B5ED88-97B2-259A-3313-8B508E65513C}" dt="2024-06-03T17:40:28.627" v="218"/>
          <ac:spMkLst>
            <pc:docMk/>
            <pc:sldMk cId="4093255372" sldId="316"/>
            <ac:spMk id="544" creationId="{3402055B-768B-5A60-02C1-05403C7BD3FF}"/>
          </ac:spMkLst>
        </pc:spChg>
        <pc:spChg chg="add">
          <ac:chgData name="Manoj Sundar Ravichandran" userId="S::mravichandran@hof-university.de::453332ee-569c-4cda-ae19-79d852ef561a" providerId="AD" clId="Web-{C4B5ED88-97B2-259A-3313-8B508E65513C}" dt="2024-06-03T17:40:28.627" v="218"/>
          <ac:spMkLst>
            <pc:docMk/>
            <pc:sldMk cId="4093255372" sldId="316"/>
            <ac:spMk id="549" creationId="{72761A96-E45B-B11A-4D4E-AF8FAC5AFBFC}"/>
          </ac:spMkLst>
        </pc:spChg>
        <pc:spChg chg="add">
          <ac:chgData name="Manoj Sundar Ravichandran" userId="S::mravichandran@hof-university.de::453332ee-569c-4cda-ae19-79d852ef561a" providerId="AD" clId="Web-{C4B5ED88-97B2-259A-3313-8B508E65513C}" dt="2024-06-03T17:40:28.627" v="218"/>
          <ac:spMkLst>
            <pc:docMk/>
            <pc:sldMk cId="4093255372" sldId="316"/>
            <ac:spMk id="551" creationId="{D57B0461-FDD6-241B-9E8E-E47F463D5D35}"/>
          </ac:spMkLst>
        </pc:spChg>
        <pc:spChg chg="add">
          <ac:chgData name="Manoj Sundar Ravichandran" userId="S::mravichandran@hof-university.de::453332ee-569c-4cda-ae19-79d852ef561a" providerId="AD" clId="Web-{C4B5ED88-97B2-259A-3313-8B508E65513C}" dt="2024-06-03T17:40:28.627" v="218"/>
          <ac:spMkLst>
            <pc:docMk/>
            <pc:sldMk cId="4093255372" sldId="316"/>
            <ac:spMk id="553" creationId="{9AA6290B-775E-72E1-86A4-1A006529F5EA}"/>
          </ac:spMkLst>
        </pc:spChg>
        <pc:spChg chg="add">
          <ac:chgData name="Manoj Sundar Ravichandran" userId="S::mravichandran@hof-university.de::453332ee-569c-4cda-ae19-79d852ef561a" providerId="AD" clId="Web-{C4B5ED88-97B2-259A-3313-8B508E65513C}" dt="2024-06-03T17:40:28.627" v="218"/>
          <ac:spMkLst>
            <pc:docMk/>
            <pc:sldMk cId="4093255372" sldId="316"/>
            <ac:spMk id="555" creationId="{5E600BE1-EE62-E84C-A4B9-D9A14C9CB42D}"/>
          </ac:spMkLst>
        </pc:spChg>
        <pc:spChg chg="add del mod">
          <ac:chgData name="Manoj Sundar Ravichandran" userId="S::mravichandran@hof-university.de::453332ee-569c-4cda-ae19-79d852ef561a" providerId="AD" clId="Web-{C4B5ED88-97B2-259A-3313-8B508E65513C}" dt="2024-06-03T17:40:50.393" v="227"/>
          <ac:spMkLst>
            <pc:docMk/>
            <pc:sldMk cId="4093255372" sldId="316"/>
            <ac:spMk id="557" creationId="{2EE1D7B8-1B02-991E-AA2C-82BC1E6EB040}"/>
          </ac:spMkLst>
        </pc:spChg>
        <pc:spChg chg="add">
          <ac:chgData name="Manoj Sundar Ravichandran" userId="S::mravichandran@hof-university.de::453332ee-569c-4cda-ae19-79d852ef561a" providerId="AD" clId="Web-{C4B5ED88-97B2-259A-3313-8B508E65513C}" dt="2024-06-03T17:40:28.627" v="218"/>
          <ac:spMkLst>
            <pc:docMk/>
            <pc:sldMk cId="4093255372" sldId="316"/>
            <ac:spMk id="559" creationId="{1473CD0A-5A46-A736-4926-91FB788B3670}"/>
          </ac:spMkLst>
        </pc:spChg>
        <pc:spChg chg="add del mod">
          <ac:chgData name="Manoj Sundar Ravichandran" userId="S::mravichandran@hof-university.de::453332ee-569c-4cda-ae19-79d852ef561a" providerId="AD" clId="Web-{C4B5ED88-97B2-259A-3313-8B508E65513C}" dt="2024-06-03T17:41:04.269" v="230"/>
          <ac:spMkLst>
            <pc:docMk/>
            <pc:sldMk cId="4093255372" sldId="316"/>
            <ac:spMk id="581" creationId="{C628E0C0-C253-BBB9-8C71-725B037FFA6D}"/>
          </ac:spMkLst>
        </pc:spChg>
        <pc:graphicFrameChg chg="del modGraphic">
          <ac:chgData name="Manoj Sundar Ravichandran" userId="S::mravichandran@hof-university.de::453332ee-569c-4cda-ae19-79d852ef561a" providerId="AD" clId="Web-{C4B5ED88-97B2-259A-3313-8B508E65513C}" dt="2024-06-03T17:34:56.771" v="80"/>
          <ac:graphicFrameMkLst>
            <pc:docMk/>
            <pc:sldMk cId="4093255372" sldId="316"/>
            <ac:graphicFrameMk id="43" creationId="{6B08C678-FD3F-963C-0556-8F6BE13012FB}"/>
          </ac:graphicFrameMkLst>
        </pc:graphicFrameChg>
        <pc:graphicFrameChg chg="add mod modGraphic">
          <ac:chgData name="Manoj Sundar Ravichandran" userId="S::mravichandran@hof-university.de::453332ee-569c-4cda-ae19-79d852ef561a" providerId="AD" clId="Web-{C4B5ED88-97B2-259A-3313-8B508E65513C}" dt="2024-06-03T17:42:01.271" v="235" actId="20577"/>
          <ac:graphicFrameMkLst>
            <pc:docMk/>
            <pc:sldMk cId="4093255372" sldId="316"/>
            <ac:graphicFrameMk id="530" creationId="{1D13F2D7-98E7-F703-9633-F4E0A29509AE}"/>
          </ac:graphicFrameMkLst>
        </pc:graphicFrameChg>
      </pc:sldChg>
    </pc:docChg>
  </pc:docChgLst>
  <pc:docChgLst>
    <pc:chgData name="Manoj Sundar Ravichandran" userId="S::mravichandran@hof-university.de::453332ee-569c-4cda-ae19-79d852ef561a" providerId="AD" clId="Web-{9DF299A1-6830-3397-2AB2-9E85B5C9F470}"/>
    <pc:docChg chg="addSld delSld modSld">
      <pc:chgData name="Manoj Sundar Ravichandran" userId="S::mravichandran@hof-university.de::453332ee-569c-4cda-ae19-79d852ef561a" providerId="AD" clId="Web-{9DF299A1-6830-3397-2AB2-9E85B5C9F470}" dt="2024-06-02T19:14:31.178" v="254" actId="20577"/>
      <pc:docMkLst>
        <pc:docMk/>
      </pc:docMkLst>
      <pc:sldChg chg="addSp delSp modSp mod modClrScheme chgLayout">
        <pc:chgData name="Manoj Sundar Ravichandran" userId="S::mravichandran@hof-university.de::453332ee-569c-4cda-ae19-79d852ef561a" providerId="AD" clId="Web-{9DF299A1-6830-3397-2AB2-9E85B5C9F470}" dt="2024-06-02T19:06:35.442" v="238" actId="1076"/>
        <pc:sldMkLst>
          <pc:docMk/>
          <pc:sldMk cId="2265045271" sldId="272"/>
        </pc:sldMkLst>
        <pc:spChg chg="mod">
          <ac:chgData name="Manoj Sundar Ravichandran" userId="S::mravichandran@hof-university.de::453332ee-569c-4cda-ae19-79d852ef561a" providerId="AD" clId="Web-{9DF299A1-6830-3397-2AB2-9E85B5C9F470}" dt="2024-06-02T18:40:56.246" v="0"/>
          <ac:spMkLst>
            <pc:docMk/>
            <pc:sldMk cId="2265045271" sldId="272"/>
            <ac:spMk id="2" creationId="{1DF41B01-1958-C34E-23CD-4DC4BBAD6C64}"/>
          </ac:spMkLst>
        </pc:spChg>
        <pc:spChg chg="mod ord">
          <ac:chgData name="Manoj Sundar Ravichandran" userId="S::mravichandran@hof-university.de::453332ee-569c-4cda-ae19-79d852ef561a" providerId="AD" clId="Web-{9DF299A1-6830-3397-2AB2-9E85B5C9F470}" dt="2024-06-02T18:40:56.246" v="0"/>
          <ac:spMkLst>
            <pc:docMk/>
            <pc:sldMk cId="2265045271" sldId="272"/>
            <ac:spMk id="3" creationId="{7D7CE20B-22FB-5030-9099-17B9B77641BC}"/>
          </ac:spMkLst>
        </pc:spChg>
        <pc:spChg chg="add mod">
          <ac:chgData name="Manoj Sundar Ravichandran" userId="S::mravichandran@hof-university.de::453332ee-569c-4cda-ae19-79d852ef561a" providerId="AD" clId="Web-{9DF299A1-6830-3397-2AB2-9E85B5C9F470}" dt="2024-06-02T18:44:50.754" v="119" actId="20577"/>
          <ac:spMkLst>
            <pc:docMk/>
            <pc:sldMk cId="2265045271" sldId="272"/>
            <ac:spMk id="9" creationId="{06E02168-DE2F-A3AB-0071-713FDEFED29E}"/>
          </ac:spMkLst>
        </pc:spChg>
        <pc:spChg chg="mod ord">
          <ac:chgData name="Manoj Sundar Ravichandran" userId="S::mravichandran@hof-university.de::453332ee-569c-4cda-ae19-79d852ef561a" providerId="AD" clId="Web-{9DF299A1-6830-3397-2AB2-9E85B5C9F470}" dt="2024-06-02T18:45:01.020" v="121" actId="20577"/>
          <ac:spMkLst>
            <pc:docMk/>
            <pc:sldMk cId="2265045271" sldId="272"/>
            <ac:spMk id="10" creationId="{68F2A289-27C7-B841-95E9-2016AE39FC40}"/>
          </ac:spMkLst>
        </pc:spChg>
        <pc:spChg chg="add mod">
          <ac:chgData name="Manoj Sundar Ravichandran" userId="S::mravichandran@hof-university.de::453332ee-569c-4cda-ae19-79d852ef561a" providerId="AD" clId="Web-{9DF299A1-6830-3397-2AB2-9E85B5C9F470}" dt="2024-06-02T18:44:43.176" v="118" actId="20577"/>
          <ac:spMkLst>
            <pc:docMk/>
            <pc:sldMk cId="2265045271" sldId="272"/>
            <ac:spMk id="11" creationId="{B7E45D09-251C-65A0-3B4A-0780332A3D9F}"/>
          </ac:spMkLst>
        </pc:spChg>
        <pc:spChg chg="add mod">
          <ac:chgData name="Manoj Sundar Ravichandran" userId="S::mravichandran@hof-university.de::453332ee-569c-4cda-ae19-79d852ef561a" providerId="AD" clId="Web-{9DF299A1-6830-3397-2AB2-9E85B5C9F470}" dt="2024-06-02T18:42:07.061" v="10"/>
          <ac:spMkLst>
            <pc:docMk/>
            <pc:sldMk cId="2265045271" sldId="272"/>
            <ac:spMk id="82" creationId="{49CCAC9E-5D87-3863-DFCA-FEEB219D5B22}"/>
          </ac:spMkLst>
        </pc:spChg>
        <pc:spChg chg="add mod">
          <ac:chgData name="Manoj Sundar Ravichandran" userId="S::mravichandran@hof-university.de::453332ee-569c-4cda-ae19-79d852ef561a" providerId="AD" clId="Web-{9DF299A1-6830-3397-2AB2-9E85B5C9F470}" dt="2024-06-02T18:42:07.061" v="10"/>
          <ac:spMkLst>
            <pc:docMk/>
            <pc:sldMk cId="2265045271" sldId="272"/>
            <ac:spMk id="86" creationId="{9A71894A-7961-141C-3708-4EFB574F1159}"/>
          </ac:spMkLst>
        </pc:spChg>
        <pc:spChg chg="add del mod">
          <ac:chgData name="Manoj Sundar Ravichandran" userId="S::mravichandran@hof-university.de::453332ee-569c-4cda-ae19-79d852ef561a" providerId="AD" clId="Web-{9DF299A1-6830-3397-2AB2-9E85B5C9F470}" dt="2024-06-02T18:42:07.061" v="10"/>
          <ac:spMkLst>
            <pc:docMk/>
            <pc:sldMk cId="2265045271" sldId="272"/>
            <ac:spMk id="93" creationId="{E21B693D-28E7-CA66-7768-4897B8A66A5A}"/>
          </ac:spMkLst>
        </pc:spChg>
        <pc:spChg chg="add del mod">
          <ac:chgData name="Manoj Sundar Ravichandran" userId="S::mravichandran@hof-university.de::453332ee-569c-4cda-ae19-79d852ef561a" providerId="AD" clId="Web-{9DF299A1-6830-3397-2AB2-9E85B5C9F470}" dt="2024-06-02T18:42:07.061" v="10"/>
          <ac:spMkLst>
            <pc:docMk/>
            <pc:sldMk cId="2265045271" sldId="272"/>
            <ac:spMk id="94" creationId="{C05ECE18-664B-8DF7-9087-A5DD2A8830B9}"/>
          </ac:spMkLst>
        </pc:spChg>
        <pc:spChg chg="add del mod">
          <ac:chgData name="Manoj Sundar Ravichandran" userId="S::mravichandran@hof-university.de::453332ee-569c-4cda-ae19-79d852ef561a" providerId="AD" clId="Web-{9DF299A1-6830-3397-2AB2-9E85B5C9F470}" dt="2024-06-02T18:42:07.061" v="10"/>
          <ac:spMkLst>
            <pc:docMk/>
            <pc:sldMk cId="2265045271" sldId="272"/>
            <ac:spMk id="95" creationId="{34235A3E-EF18-B1CB-9EC0-C27105792451}"/>
          </ac:spMkLst>
        </pc:spChg>
        <pc:spChg chg="add">
          <ac:chgData name="Manoj Sundar Ravichandran" userId="S::mravichandran@hof-university.de::453332ee-569c-4cda-ae19-79d852ef561a" providerId="AD" clId="Web-{9DF299A1-6830-3397-2AB2-9E85B5C9F470}" dt="2024-06-02T18:42:07.061" v="10"/>
          <ac:spMkLst>
            <pc:docMk/>
            <pc:sldMk cId="2265045271" sldId="272"/>
            <ac:spMk id="100" creationId="{FEEABA43-12F7-E7D6-E6BE-6005E5519322}"/>
          </ac:spMkLst>
        </pc:spChg>
        <pc:spChg chg="add">
          <ac:chgData name="Manoj Sundar Ravichandran" userId="S::mravichandran@hof-university.de::453332ee-569c-4cda-ae19-79d852ef561a" providerId="AD" clId="Web-{9DF299A1-6830-3397-2AB2-9E85B5C9F470}" dt="2024-06-02T18:42:07.061" v="10"/>
          <ac:spMkLst>
            <pc:docMk/>
            <pc:sldMk cId="2265045271" sldId="272"/>
            <ac:spMk id="102" creationId="{0A88248A-F3B8-A540-C296-4A10F707533E}"/>
          </ac:spMkLst>
        </pc:spChg>
        <pc:spChg chg="add">
          <ac:chgData name="Manoj Sundar Ravichandran" userId="S::mravichandran@hof-university.de::453332ee-569c-4cda-ae19-79d852ef561a" providerId="AD" clId="Web-{9DF299A1-6830-3397-2AB2-9E85B5C9F470}" dt="2024-06-02T18:42:07.061" v="10"/>
          <ac:spMkLst>
            <pc:docMk/>
            <pc:sldMk cId="2265045271" sldId="272"/>
            <ac:spMk id="104" creationId="{445AE426-7979-A4BD-381A-DC69348DF77A}"/>
          </ac:spMkLst>
        </pc:spChg>
        <pc:picChg chg="add del">
          <ac:chgData name="Manoj Sundar Ravichandran" userId="S::mravichandran@hof-university.de::453332ee-569c-4cda-ae19-79d852ef561a" providerId="AD" clId="Web-{9DF299A1-6830-3397-2AB2-9E85B5C9F470}" dt="2024-06-02T18:41:42.732" v="6"/>
          <ac:picMkLst>
            <pc:docMk/>
            <pc:sldMk cId="2265045271" sldId="272"/>
            <ac:picMk id="5" creationId="{A84196BE-373D-63A9-5F08-B6757BC78179}"/>
          </ac:picMkLst>
        </pc:picChg>
        <pc:picChg chg="add mod ord">
          <ac:chgData name="Manoj Sundar Ravichandran" userId="S::mravichandran@hof-university.de::453332ee-569c-4cda-ae19-79d852ef561a" providerId="AD" clId="Web-{9DF299A1-6830-3397-2AB2-9E85B5C9F470}" dt="2024-06-02T19:06:35.442" v="238" actId="1076"/>
          <ac:picMkLst>
            <pc:docMk/>
            <pc:sldMk cId="2265045271" sldId="272"/>
            <ac:picMk id="7" creationId="{72825483-9543-138B-6177-812061E58CF7}"/>
          </ac:picMkLst>
        </pc:picChg>
        <pc:picChg chg="add del">
          <ac:chgData name="Manoj Sundar Ravichandran" userId="S::mravichandran@hof-university.de::453332ee-569c-4cda-ae19-79d852ef561a" providerId="AD" clId="Web-{9DF299A1-6830-3397-2AB2-9E85B5C9F470}" dt="2024-06-02T18:41:48.295" v="7"/>
          <ac:picMkLst>
            <pc:docMk/>
            <pc:sldMk cId="2265045271" sldId="272"/>
            <ac:picMk id="75" creationId="{91324C1D-E114-2FD5-7FB4-1C65B5EA06CC}"/>
          </ac:picMkLst>
        </pc:picChg>
      </pc:sldChg>
      <pc:sldChg chg="modSp">
        <pc:chgData name="Manoj Sundar Ravichandran" userId="S::mravichandran@hof-university.de::453332ee-569c-4cda-ae19-79d852ef561a" providerId="AD" clId="Web-{9DF299A1-6830-3397-2AB2-9E85B5C9F470}" dt="2024-06-02T19:14:31.178" v="254" actId="20577"/>
        <pc:sldMkLst>
          <pc:docMk/>
          <pc:sldMk cId="979090327" sldId="276"/>
        </pc:sldMkLst>
        <pc:spChg chg="mod">
          <ac:chgData name="Manoj Sundar Ravichandran" userId="S::mravichandran@hof-university.de::453332ee-569c-4cda-ae19-79d852ef561a" providerId="AD" clId="Web-{9DF299A1-6830-3397-2AB2-9E85B5C9F470}" dt="2024-06-02T19:14:31.178" v="254" actId="20577"/>
          <ac:spMkLst>
            <pc:docMk/>
            <pc:sldMk cId="979090327" sldId="276"/>
            <ac:spMk id="15" creationId="{04653620-934E-1DD7-1E24-BF313824DA6A}"/>
          </ac:spMkLst>
        </pc:spChg>
      </pc:sldChg>
      <pc:sldChg chg="modSp">
        <pc:chgData name="Manoj Sundar Ravichandran" userId="S::mravichandran@hof-university.de::453332ee-569c-4cda-ae19-79d852ef561a" providerId="AD" clId="Web-{9DF299A1-6830-3397-2AB2-9E85B5C9F470}" dt="2024-06-02T18:50:33.782" v="231" actId="20577"/>
        <pc:sldMkLst>
          <pc:docMk/>
          <pc:sldMk cId="2969681313" sldId="297"/>
        </pc:sldMkLst>
        <pc:spChg chg="mod">
          <ac:chgData name="Manoj Sundar Ravichandran" userId="S::mravichandran@hof-university.de::453332ee-569c-4cda-ae19-79d852ef561a" providerId="AD" clId="Web-{9DF299A1-6830-3397-2AB2-9E85B5C9F470}" dt="2024-06-02T18:50:07.734" v="228" actId="20577"/>
          <ac:spMkLst>
            <pc:docMk/>
            <pc:sldMk cId="2969681313" sldId="297"/>
            <ac:spMk id="53" creationId="{FF1CD1FF-A053-36A9-4252-6726B6ED6C7B}"/>
          </ac:spMkLst>
        </pc:spChg>
        <pc:spChg chg="mod">
          <ac:chgData name="Manoj Sundar Ravichandran" userId="S::mravichandran@hof-university.de::453332ee-569c-4cda-ae19-79d852ef561a" providerId="AD" clId="Web-{9DF299A1-6830-3397-2AB2-9E85B5C9F470}" dt="2024-06-02T18:50:33.782" v="231" actId="20577"/>
          <ac:spMkLst>
            <pc:docMk/>
            <pc:sldMk cId="2969681313" sldId="297"/>
            <ac:spMk id="59" creationId="{C823821B-644D-06FB-1D91-876BC95E8F7E}"/>
          </ac:spMkLst>
        </pc:spChg>
      </pc:sldChg>
      <pc:sldChg chg="addSp delSp modSp del mod modClrScheme chgLayout">
        <pc:chgData name="Manoj Sundar Ravichandran" userId="S::mravichandran@hof-university.de::453332ee-569c-4cda-ae19-79d852ef561a" providerId="AD" clId="Web-{9DF299A1-6830-3397-2AB2-9E85B5C9F470}" dt="2024-06-02T18:45:22.818" v="123"/>
        <pc:sldMkLst>
          <pc:docMk/>
          <pc:sldMk cId="1303834696" sldId="301"/>
        </pc:sldMkLst>
        <pc:spChg chg="mod">
          <ac:chgData name="Manoj Sundar Ravichandran" userId="S::mravichandran@hof-university.de::453332ee-569c-4cda-ae19-79d852ef561a" providerId="AD" clId="Web-{9DF299A1-6830-3397-2AB2-9E85B5C9F470}" dt="2024-06-02T18:41:28.247" v="4"/>
          <ac:spMkLst>
            <pc:docMk/>
            <pc:sldMk cId="1303834696" sldId="301"/>
            <ac:spMk id="6" creationId="{A8FBF07E-8EDF-B88D-4C69-FAC3B69C5F15}"/>
          </ac:spMkLst>
        </pc:spChg>
        <pc:spChg chg="del">
          <ac:chgData name="Manoj Sundar Ravichandran" userId="S::mravichandran@hof-university.de::453332ee-569c-4cda-ae19-79d852ef561a" providerId="AD" clId="Web-{9DF299A1-6830-3397-2AB2-9E85B5C9F470}" dt="2024-06-02T18:41:02.215" v="1"/>
          <ac:spMkLst>
            <pc:docMk/>
            <pc:sldMk cId="1303834696" sldId="301"/>
            <ac:spMk id="42" creationId="{B58F6CB4-970E-85B4-05A8-2D515EBDFD3D}"/>
          </ac:spMkLst>
        </pc:spChg>
        <pc:spChg chg="del">
          <ac:chgData name="Manoj Sundar Ravichandran" userId="S::mravichandran@hof-university.de::453332ee-569c-4cda-ae19-79d852ef561a" providerId="AD" clId="Web-{9DF299A1-6830-3397-2AB2-9E85B5C9F470}" dt="2024-06-02T18:41:02.215" v="1"/>
          <ac:spMkLst>
            <pc:docMk/>
            <pc:sldMk cId="1303834696" sldId="301"/>
            <ac:spMk id="44" creationId="{C9F419EC-CDB9-1F7A-AC1D-7AE63A717BE8}"/>
          </ac:spMkLst>
        </pc:spChg>
        <pc:spChg chg="del">
          <ac:chgData name="Manoj Sundar Ravichandran" userId="S::mravichandran@hof-university.de::453332ee-569c-4cda-ae19-79d852ef561a" providerId="AD" clId="Web-{9DF299A1-6830-3397-2AB2-9E85B5C9F470}" dt="2024-06-02T18:41:02.215" v="1"/>
          <ac:spMkLst>
            <pc:docMk/>
            <pc:sldMk cId="1303834696" sldId="301"/>
            <ac:spMk id="46" creationId="{9906E0EA-98FD-1D6D-7DCC-9B3A4DF7364D}"/>
          </ac:spMkLst>
        </pc:spChg>
        <pc:spChg chg="del">
          <ac:chgData name="Manoj Sundar Ravichandran" userId="S::mravichandran@hof-university.de::453332ee-569c-4cda-ae19-79d852ef561a" providerId="AD" clId="Web-{9DF299A1-6830-3397-2AB2-9E85B5C9F470}" dt="2024-06-02T18:41:02.215" v="1"/>
          <ac:spMkLst>
            <pc:docMk/>
            <pc:sldMk cId="1303834696" sldId="301"/>
            <ac:spMk id="48" creationId="{96EA8B78-7939-CA58-CAF7-13D33FB316B6}"/>
          </ac:spMkLst>
        </pc:spChg>
        <pc:spChg chg="add mod ord">
          <ac:chgData name="Manoj Sundar Ravichandran" userId="S::mravichandran@hof-university.de::453332ee-569c-4cda-ae19-79d852ef561a" providerId="AD" clId="Web-{9DF299A1-6830-3397-2AB2-9E85B5C9F470}" dt="2024-06-02T18:41:28.247" v="4"/>
          <ac:spMkLst>
            <pc:docMk/>
            <pc:sldMk cId="1303834696" sldId="301"/>
            <ac:spMk id="53" creationId="{98071815-4AB7-AF8D-C5B6-52B06BEBB35F}"/>
          </ac:spMkLst>
        </pc:spChg>
        <pc:spChg chg="add mod">
          <ac:chgData name="Manoj Sundar Ravichandran" userId="S::mravichandran@hof-university.de::453332ee-569c-4cda-ae19-79d852ef561a" providerId="AD" clId="Web-{9DF299A1-6830-3397-2AB2-9E85B5C9F470}" dt="2024-06-02T18:41:28.247" v="4"/>
          <ac:spMkLst>
            <pc:docMk/>
            <pc:sldMk cId="1303834696" sldId="301"/>
            <ac:spMk id="55" creationId="{8958E004-3B50-6307-9C1C-A385601119C0}"/>
          </ac:spMkLst>
        </pc:spChg>
        <pc:spChg chg="add del mod">
          <ac:chgData name="Manoj Sundar Ravichandran" userId="S::mravichandran@hof-university.de::453332ee-569c-4cda-ae19-79d852ef561a" providerId="AD" clId="Web-{9DF299A1-6830-3397-2AB2-9E85B5C9F470}" dt="2024-06-02T18:41:28.247" v="4"/>
          <ac:spMkLst>
            <pc:docMk/>
            <pc:sldMk cId="1303834696" sldId="301"/>
            <ac:spMk id="57" creationId="{F51AF779-2444-AD90-99D8-CF49B310FE2B}"/>
          </ac:spMkLst>
        </pc:spChg>
        <pc:spChg chg="add del mod">
          <ac:chgData name="Manoj Sundar Ravichandran" userId="S::mravichandran@hof-university.de::453332ee-569c-4cda-ae19-79d852ef561a" providerId="AD" clId="Web-{9DF299A1-6830-3397-2AB2-9E85B5C9F470}" dt="2024-06-02T18:41:28.247" v="4"/>
          <ac:spMkLst>
            <pc:docMk/>
            <pc:sldMk cId="1303834696" sldId="301"/>
            <ac:spMk id="59" creationId="{8722CCDA-034D-F43D-773D-3A3C90799989}"/>
          </ac:spMkLst>
        </pc:spChg>
        <pc:spChg chg="add del mod">
          <ac:chgData name="Manoj Sundar Ravichandran" userId="S::mravichandran@hof-university.de::453332ee-569c-4cda-ae19-79d852ef561a" providerId="AD" clId="Web-{9DF299A1-6830-3397-2AB2-9E85B5C9F470}" dt="2024-06-02T18:41:28.247" v="4"/>
          <ac:spMkLst>
            <pc:docMk/>
            <pc:sldMk cId="1303834696" sldId="301"/>
            <ac:spMk id="61" creationId="{0038DA0F-FFB1-8364-9B34-7B6E1F2CC960}"/>
          </ac:spMkLst>
        </pc:spChg>
        <pc:spChg chg="add del mod">
          <ac:chgData name="Manoj Sundar Ravichandran" userId="S::mravichandran@hof-university.de::453332ee-569c-4cda-ae19-79d852ef561a" providerId="AD" clId="Web-{9DF299A1-6830-3397-2AB2-9E85B5C9F470}" dt="2024-06-02T18:41:28.247" v="4"/>
          <ac:spMkLst>
            <pc:docMk/>
            <pc:sldMk cId="1303834696" sldId="301"/>
            <ac:spMk id="63" creationId="{6D0EA7FD-AB0E-B0E3-01D8-D503BFC10C59}"/>
          </ac:spMkLst>
        </pc:spChg>
        <pc:spChg chg="add mod">
          <ac:chgData name="Manoj Sundar Ravichandran" userId="S::mravichandran@hof-university.de::453332ee-569c-4cda-ae19-79d852ef561a" providerId="AD" clId="Web-{9DF299A1-6830-3397-2AB2-9E85B5C9F470}" dt="2024-06-02T18:41:28.247" v="4"/>
          <ac:spMkLst>
            <pc:docMk/>
            <pc:sldMk cId="1303834696" sldId="301"/>
            <ac:spMk id="69" creationId="{B3EA8F62-BA58-D2A3-9409-F01BD1EDF34D}"/>
          </ac:spMkLst>
        </pc:spChg>
        <pc:spChg chg="add mod">
          <ac:chgData name="Manoj Sundar Ravichandran" userId="S::mravichandran@hof-university.de::453332ee-569c-4cda-ae19-79d852ef561a" providerId="AD" clId="Web-{9DF299A1-6830-3397-2AB2-9E85B5C9F470}" dt="2024-06-02T18:41:28.247" v="4"/>
          <ac:spMkLst>
            <pc:docMk/>
            <pc:sldMk cId="1303834696" sldId="301"/>
            <ac:spMk id="71" creationId="{4E64FE37-54B6-55F1-8322-9DCA9F31700B}"/>
          </ac:spMkLst>
        </pc:spChg>
        <pc:spChg chg="add mod">
          <ac:chgData name="Manoj Sundar Ravichandran" userId="S::mravichandran@hof-university.de::453332ee-569c-4cda-ae19-79d852ef561a" providerId="AD" clId="Web-{9DF299A1-6830-3397-2AB2-9E85B5C9F470}" dt="2024-06-02T18:41:28.247" v="4"/>
          <ac:spMkLst>
            <pc:docMk/>
            <pc:sldMk cId="1303834696" sldId="301"/>
            <ac:spMk id="73" creationId="{E771FA02-49BF-BBB6-2028-18474679ECB2}"/>
          </ac:spMkLst>
        </pc:spChg>
        <pc:spChg chg="add mod">
          <ac:chgData name="Manoj Sundar Ravichandran" userId="S::mravichandran@hof-university.de::453332ee-569c-4cda-ae19-79d852ef561a" providerId="AD" clId="Web-{9DF299A1-6830-3397-2AB2-9E85B5C9F470}" dt="2024-06-02T18:41:28.247" v="4"/>
          <ac:spMkLst>
            <pc:docMk/>
            <pc:sldMk cId="1303834696" sldId="301"/>
            <ac:spMk id="75" creationId="{04C88607-895D-B9DB-71F2-D3A38DCB046C}"/>
          </ac:spMkLst>
        </pc:spChg>
        <pc:spChg chg="add mod">
          <ac:chgData name="Manoj Sundar Ravichandran" userId="S::mravichandran@hof-university.de::453332ee-569c-4cda-ae19-79d852ef561a" providerId="AD" clId="Web-{9DF299A1-6830-3397-2AB2-9E85B5C9F470}" dt="2024-06-02T18:41:28.247" v="4"/>
          <ac:spMkLst>
            <pc:docMk/>
            <pc:sldMk cId="1303834696" sldId="301"/>
            <ac:spMk id="77" creationId="{77D14E75-CC93-AD6C-F927-9219A266DF59}"/>
          </ac:spMkLst>
        </pc:spChg>
        <pc:picChg chg="del mod">
          <ac:chgData name="Manoj Sundar Ravichandran" userId="S::mravichandran@hof-university.de::453332ee-569c-4cda-ae19-79d852ef561a" providerId="AD" clId="Web-{9DF299A1-6830-3397-2AB2-9E85B5C9F470}" dt="2024-06-02T18:41:24.153" v="3"/>
          <ac:picMkLst>
            <pc:docMk/>
            <pc:sldMk cId="1303834696" sldId="301"/>
            <ac:picMk id="38" creationId="{CB254429-0879-0433-0D4E-A5B6180A1670}"/>
          </ac:picMkLst>
        </pc:picChg>
        <pc:picChg chg="add del">
          <ac:chgData name="Manoj Sundar Ravichandran" userId="S::mravichandran@hof-university.de::453332ee-569c-4cda-ae19-79d852ef561a" providerId="AD" clId="Web-{9DF299A1-6830-3397-2AB2-9E85B5C9F470}" dt="2024-06-02T18:45:15.005" v="122"/>
          <ac:picMkLst>
            <pc:docMk/>
            <pc:sldMk cId="1303834696" sldId="301"/>
            <ac:picMk id="65" creationId="{AE227978-9AF7-B347-BE4D-B02EE150550F}"/>
          </ac:picMkLst>
        </pc:picChg>
      </pc:sldChg>
      <pc:sldChg chg="addSp delSp modSp new mod modClrScheme chgLayout">
        <pc:chgData name="Manoj Sundar Ravichandran" userId="S::mravichandran@hof-university.de::453332ee-569c-4cda-ae19-79d852ef561a" providerId="AD" clId="Web-{9DF299A1-6830-3397-2AB2-9E85B5C9F470}" dt="2024-06-02T18:51:46.847" v="237" actId="1076"/>
        <pc:sldMkLst>
          <pc:docMk/>
          <pc:sldMk cId="4156489184" sldId="321"/>
        </pc:sldMkLst>
        <pc:spChg chg="del mod">
          <ac:chgData name="Manoj Sundar Ravichandran" userId="S::mravichandran@hof-university.de::453332ee-569c-4cda-ae19-79d852ef561a" providerId="AD" clId="Web-{9DF299A1-6830-3397-2AB2-9E85B5C9F470}" dt="2024-06-02T18:51:39.878" v="236"/>
          <ac:spMkLst>
            <pc:docMk/>
            <pc:sldMk cId="4156489184" sldId="321"/>
            <ac:spMk id="2" creationId="{46A89124-207D-48C5-5739-ADB2243F0E9B}"/>
          </ac:spMkLst>
        </pc:spChg>
        <pc:spChg chg="mod ord">
          <ac:chgData name="Manoj Sundar Ravichandran" userId="S::mravichandran@hof-university.de::453332ee-569c-4cda-ae19-79d852ef561a" providerId="AD" clId="Web-{9DF299A1-6830-3397-2AB2-9E85B5C9F470}" dt="2024-06-02T18:48:37.543" v="220"/>
          <ac:spMkLst>
            <pc:docMk/>
            <pc:sldMk cId="4156489184" sldId="321"/>
            <ac:spMk id="3" creationId="{5AD42786-21E0-A800-EA5D-48F805A3CC9D}"/>
          </ac:spMkLst>
        </pc:spChg>
        <pc:spChg chg="del">
          <ac:chgData name="Manoj Sundar Ravichandran" userId="S::mravichandran@hof-university.de::453332ee-569c-4cda-ae19-79d852ef561a" providerId="AD" clId="Web-{9DF299A1-6830-3397-2AB2-9E85B5C9F470}" dt="2024-06-02T18:48:37.543" v="220"/>
          <ac:spMkLst>
            <pc:docMk/>
            <pc:sldMk cId="4156489184" sldId="321"/>
            <ac:spMk id="4" creationId="{5DEBA6B8-8C4B-7D8A-A833-217958932D23}"/>
          </ac:spMkLst>
        </pc:spChg>
        <pc:spChg chg="del">
          <ac:chgData name="Manoj Sundar Ravichandran" userId="S::mravichandran@hof-university.de::453332ee-569c-4cda-ae19-79d852ef561a" providerId="AD" clId="Web-{9DF299A1-6830-3397-2AB2-9E85B5C9F470}" dt="2024-06-02T18:48:37.543" v="220"/>
          <ac:spMkLst>
            <pc:docMk/>
            <pc:sldMk cId="4156489184" sldId="321"/>
            <ac:spMk id="5" creationId="{9D6E999D-4733-A3DA-5AF0-999CB7B4AB14}"/>
          </ac:spMkLst>
        </pc:spChg>
        <pc:spChg chg="mod">
          <ac:chgData name="Manoj Sundar Ravichandran" userId="S::mravichandran@hof-university.de::453332ee-569c-4cda-ae19-79d852ef561a" providerId="AD" clId="Web-{9DF299A1-6830-3397-2AB2-9E85B5C9F470}" dt="2024-06-02T18:48:37.543" v="220"/>
          <ac:spMkLst>
            <pc:docMk/>
            <pc:sldMk cId="4156489184" sldId="321"/>
            <ac:spMk id="6" creationId="{003BC5B5-C4B9-4A6B-61F0-CCD2245CCD2E}"/>
          </ac:spMkLst>
        </pc:spChg>
        <pc:spChg chg="del">
          <ac:chgData name="Manoj Sundar Ravichandran" userId="S::mravichandran@hof-university.de::453332ee-569c-4cda-ae19-79d852ef561a" providerId="AD" clId="Web-{9DF299A1-6830-3397-2AB2-9E85B5C9F470}" dt="2024-06-02T18:46:15.038" v="141"/>
          <ac:spMkLst>
            <pc:docMk/>
            <pc:sldMk cId="4156489184" sldId="321"/>
            <ac:spMk id="7" creationId="{8F15C0E3-DC00-5383-4EB9-A048454D40AF}"/>
          </ac:spMkLst>
        </pc:spChg>
        <pc:spChg chg="del mod">
          <ac:chgData name="Manoj Sundar Ravichandran" userId="S::mravichandran@hof-university.de::453332ee-569c-4cda-ae19-79d852ef561a" providerId="AD" clId="Web-{9DF299A1-6830-3397-2AB2-9E85B5C9F470}" dt="2024-06-02T18:48:37.543" v="220"/>
          <ac:spMkLst>
            <pc:docMk/>
            <pc:sldMk cId="4156489184" sldId="321"/>
            <ac:spMk id="8" creationId="{A82718E1-D2AB-0D00-EE95-E842724ABFAB}"/>
          </ac:spMkLst>
        </pc:spChg>
        <pc:spChg chg="add del mod">
          <ac:chgData name="Manoj Sundar Ravichandran" userId="S::mravichandran@hof-university.de::453332ee-569c-4cda-ae19-79d852ef561a" providerId="AD" clId="Web-{9DF299A1-6830-3397-2AB2-9E85B5C9F470}" dt="2024-06-02T18:51:11.986" v="233"/>
          <ac:spMkLst>
            <pc:docMk/>
            <pc:sldMk cId="4156489184" sldId="321"/>
            <ac:spMk id="14" creationId="{8CBF7FE0-CB2F-FBAB-8C81-71A1DEFD8311}"/>
          </ac:spMkLst>
        </pc:spChg>
        <pc:spChg chg="add del mod">
          <ac:chgData name="Manoj Sundar Ravichandran" userId="S::mravichandran@hof-university.de::453332ee-569c-4cda-ae19-79d852ef561a" providerId="AD" clId="Web-{9DF299A1-6830-3397-2AB2-9E85B5C9F470}" dt="2024-06-02T18:51:06.783" v="232"/>
          <ac:spMkLst>
            <pc:docMk/>
            <pc:sldMk cId="4156489184" sldId="321"/>
            <ac:spMk id="16" creationId="{E15B805B-F5E8-11CE-D6D1-E98EFD5C1A3B}"/>
          </ac:spMkLst>
        </pc:spChg>
        <pc:spChg chg="add mod">
          <ac:chgData name="Manoj Sundar Ravichandran" userId="S::mravichandran@hof-university.de::453332ee-569c-4cda-ae19-79d852ef561a" providerId="AD" clId="Web-{9DF299A1-6830-3397-2AB2-9E85B5C9F470}" dt="2024-06-02T18:51:46.847" v="237" actId="1076"/>
          <ac:spMkLst>
            <pc:docMk/>
            <pc:sldMk cId="4156489184" sldId="321"/>
            <ac:spMk id="32" creationId="{0F37E57F-069C-6702-70B6-AA800A0CE14A}"/>
          </ac:spMkLst>
        </pc:spChg>
        <pc:graphicFrameChg chg="add mod">
          <ac:chgData name="Manoj Sundar Ravichandran" userId="S::mravichandran@hof-university.de::453332ee-569c-4cda-ae19-79d852ef561a" providerId="AD" clId="Web-{9DF299A1-6830-3397-2AB2-9E85B5C9F470}" dt="2024-06-02T18:48:37.543" v="220"/>
          <ac:graphicFrameMkLst>
            <pc:docMk/>
            <pc:sldMk cId="4156489184" sldId="321"/>
            <ac:graphicFrameMk id="10" creationId="{C4C94C06-7661-2219-0B2A-54EFBB1116D4}"/>
          </ac:graphicFrameMkLst>
        </pc:graphicFrameChg>
      </pc:sldChg>
    </pc:docChg>
  </pc:docChgLst>
  <pc:docChgLst>
    <pc:chgData name="Manoj Sundar Ravichandran" userId="S::mravichandran@hof-university.de::453332ee-569c-4cda-ae19-79d852ef561a" providerId="AD" clId="Web-{565A45B3-D8B5-84A6-ABE3-BB25845D19D1}"/>
    <pc:docChg chg="addSld delSld modSld">
      <pc:chgData name="Manoj Sundar Ravichandran" userId="S::mravichandran@hof-university.de::453332ee-569c-4cda-ae19-79d852ef561a" providerId="AD" clId="Web-{565A45B3-D8B5-84A6-ABE3-BB25845D19D1}" dt="2024-06-03T15:19:51.626" v="593"/>
      <pc:docMkLst>
        <pc:docMk/>
      </pc:docMkLst>
      <pc:sldChg chg="del">
        <pc:chgData name="Manoj Sundar Ravichandran" userId="S::mravichandran@hof-university.de::453332ee-569c-4cda-ae19-79d852ef561a" providerId="AD" clId="Web-{565A45B3-D8B5-84A6-ABE3-BB25845D19D1}" dt="2024-06-03T13:21:28.501" v="0"/>
        <pc:sldMkLst>
          <pc:docMk/>
          <pc:sldMk cId="4010891399" sldId="299"/>
        </pc:sldMkLst>
      </pc:sldChg>
      <pc:sldChg chg="del">
        <pc:chgData name="Manoj Sundar Ravichandran" userId="S::mravichandran@hof-university.de::453332ee-569c-4cda-ae19-79d852ef561a" providerId="AD" clId="Web-{565A45B3-D8B5-84A6-ABE3-BB25845D19D1}" dt="2024-06-03T14:43:01.383" v="233"/>
        <pc:sldMkLst>
          <pc:docMk/>
          <pc:sldMk cId="2027237095" sldId="300"/>
        </pc:sldMkLst>
      </pc:sldChg>
      <pc:sldChg chg="del">
        <pc:chgData name="Manoj Sundar Ravichandran" userId="S::mravichandran@hof-university.de::453332ee-569c-4cda-ae19-79d852ef561a" providerId="AD" clId="Web-{565A45B3-D8B5-84A6-ABE3-BB25845D19D1}" dt="2024-06-03T14:43:08.055" v="234"/>
        <pc:sldMkLst>
          <pc:docMk/>
          <pc:sldMk cId="632563707" sldId="315"/>
        </pc:sldMkLst>
      </pc:sldChg>
      <pc:sldChg chg="del">
        <pc:chgData name="Manoj Sundar Ravichandran" userId="S::mravichandran@hof-university.de::453332ee-569c-4cda-ae19-79d852ef561a" providerId="AD" clId="Web-{565A45B3-D8B5-84A6-ABE3-BB25845D19D1}" dt="2024-06-03T14:59:27.484" v="407"/>
        <pc:sldMkLst>
          <pc:docMk/>
          <pc:sldMk cId="696821126" sldId="322"/>
        </pc:sldMkLst>
      </pc:sldChg>
      <pc:sldChg chg="addSp modSp new">
        <pc:chgData name="Manoj Sundar Ravichandran" userId="S::mravichandran@hof-university.de::453332ee-569c-4cda-ae19-79d852ef561a" providerId="AD" clId="Web-{565A45B3-D8B5-84A6-ABE3-BB25845D19D1}" dt="2024-06-03T13:38:03.964" v="193" actId="20577"/>
        <pc:sldMkLst>
          <pc:docMk/>
          <pc:sldMk cId="1456738245" sldId="323"/>
        </pc:sldMkLst>
        <pc:spChg chg="mod">
          <ac:chgData name="Manoj Sundar Ravichandran" userId="S::mravichandran@hof-university.de::453332ee-569c-4cda-ae19-79d852ef561a" providerId="AD" clId="Web-{565A45B3-D8B5-84A6-ABE3-BB25845D19D1}" dt="2024-06-03T13:38:03.964" v="193" actId="20577"/>
          <ac:spMkLst>
            <pc:docMk/>
            <pc:sldMk cId="1456738245" sldId="323"/>
            <ac:spMk id="6" creationId="{6F751518-DDD7-4B3B-5012-7E86BF8A6702}"/>
          </ac:spMkLst>
        </pc:spChg>
        <pc:spChg chg="mod">
          <ac:chgData name="Manoj Sundar Ravichandran" userId="S::mravichandran@hof-university.de::453332ee-569c-4cda-ae19-79d852ef561a" providerId="AD" clId="Web-{565A45B3-D8B5-84A6-ABE3-BB25845D19D1}" dt="2024-06-03T13:30:27.968" v="61" actId="20577"/>
          <ac:spMkLst>
            <pc:docMk/>
            <pc:sldMk cId="1456738245" sldId="323"/>
            <ac:spMk id="7" creationId="{CDBCF1E9-0272-CA67-3DE2-9AF741783853}"/>
          </ac:spMkLst>
        </pc:spChg>
        <pc:spChg chg="mod">
          <ac:chgData name="Manoj Sundar Ravichandran" userId="S::mravichandran@hof-university.de::453332ee-569c-4cda-ae19-79d852ef561a" providerId="AD" clId="Web-{565A45B3-D8B5-84A6-ABE3-BB25845D19D1}" dt="2024-06-03T13:34:12.896" v="136" actId="20577"/>
          <ac:spMkLst>
            <pc:docMk/>
            <pc:sldMk cId="1456738245" sldId="323"/>
            <ac:spMk id="8" creationId="{85F90AB4-7F18-1C6F-8EC8-FD312B358EF6}"/>
          </ac:spMkLst>
        </pc:spChg>
        <pc:spChg chg="mod">
          <ac:chgData name="Manoj Sundar Ravichandran" userId="S::mravichandran@hof-university.de::453332ee-569c-4cda-ae19-79d852ef561a" providerId="AD" clId="Web-{565A45B3-D8B5-84A6-ABE3-BB25845D19D1}" dt="2024-06-03T13:35:26.632" v="177" actId="20577"/>
          <ac:spMkLst>
            <pc:docMk/>
            <pc:sldMk cId="1456738245" sldId="323"/>
            <ac:spMk id="9" creationId="{CB12E933-C8E2-CBEF-E571-0EC683393273}"/>
          </ac:spMkLst>
        </pc:spChg>
        <pc:spChg chg="add mod">
          <ac:chgData name="Manoj Sundar Ravichandran" userId="S::mravichandran@hof-university.de::453332ee-569c-4cda-ae19-79d852ef561a" providerId="AD" clId="Web-{565A45B3-D8B5-84A6-ABE3-BB25845D19D1}" dt="2024-06-03T13:37:41.792" v="191" actId="20577"/>
          <ac:spMkLst>
            <pc:docMk/>
            <pc:sldMk cId="1456738245" sldId="323"/>
            <ac:spMk id="11" creationId="{17D040EB-2D6E-FF37-5E7C-44D51C159BE1}"/>
          </ac:spMkLst>
        </pc:spChg>
        <pc:spChg chg="add mod">
          <ac:chgData name="Manoj Sundar Ravichandran" userId="S::mravichandran@hof-university.de::453332ee-569c-4cda-ae19-79d852ef561a" providerId="AD" clId="Web-{565A45B3-D8B5-84A6-ABE3-BB25845D19D1}" dt="2024-06-03T13:37:28.792" v="185" actId="20577"/>
          <ac:spMkLst>
            <pc:docMk/>
            <pc:sldMk cId="1456738245" sldId="323"/>
            <ac:spMk id="13" creationId="{85B6E181-CA33-B829-773A-EE4D8EA73B32}"/>
          </ac:spMkLst>
        </pc:spChg>
      </pc:sldChg>
      <pc:sldChg chg="del">
        <pc:chgData name="Manoj Sundar Ravichandran" userId="S::mravichandran@hof-university.de::453332ee-569c-4cda-ae19-79d852ef561a" providerId="AD" clId="Web-{565A45B3-D8B5-84A6-ABE3-BB25845D19D1}" dt="2024-06-03T13:38:33.465" v="194"/>
        <pc:sldMkLst>
          <pc:docMk/>
          <pc:sldMk cId="2509747730" sldId="324"/>
        </pc:sldMkLst>
      </pc:sldChg>
      <pc:sldChg chg="addSp delSp modSp new mod modClrScheme chgLayout">
        <pc:chgData name="Manoj Sundar Ravichandran" userId="S::mravichandran@hof-university.de::453332ee-569c-4cda-ae19-79d852ef561a" providerId="AD" clId="Web-{565A45B3-D8B5-84A6-ABE3-BB25845D19D1}" dt="2024-06-03T15:19:51.626" v="593"/>
        <pc:sldMkLst>
          <pc:docMk/>
          <pc:sldMk cId="3912855313" sldId="324"/>
        </pc:sldMkLst>
        <pc:spChg chg="mod">
          <ac:chgData name="Manoj Sundar Ravichandran" userId="S::mravichandran@hof-university.de::453332ee-569c-4cda-ae19-79d852ef561a" providerId="AD" clId="Web-{565A45B3-D8B5-84A6-ABE3-BB25845D19D1}" dt="2024-06-03T15:19:51.626" v="593"/>
          <ac:spMkLst>
            <pc:docMk/>
            <pc:sldMk cId="3912855313" sldId="324"/>
            <ac:spMk id="2" creationId="{BC00FD76-98CE-5C73-8C1B-74C37417A1DA}"/>
          </ac:spMkLst>
        </pc:spChg>
        <pc:spChg chg="mod ord">
          <ac:chgData name="Manoj Sundar Ravichandran" userId="S::mravichandran@hof-university.de::453332ee-569c-4cda-ae19-79d852ef561a" providerId="AD" clId="Web-{565A45B3-D8B5-84A6-ABE3-BB25845D19D1}" dt="2024-06-03T15:19:51.626" v="593"/>
          <ac:spMkLst>
            <pc:docMk/>
            <pc:sldMk cId="3912855313" sldId="324"/>
            <ac:spMk id="3" creationId="{E22E24C5-537E-3567-0F54-46849F5A1216}"/>
          </ac:spMkLst>
        </pc:spChg>
        <pc:spChg chg="del">
          <ac:chgData name="Manoj Sundar Ravichandran" userId="S::mravichandran@hof-university.de::453332ee-569c-4cda-ae19-79d852ef561a" providerId="AD" clId="Web-{565A45B3-D8B5-84A6-ABE3-BB25845D19D1}" dt="2024-06-03T13:42:35.909" v="204"/>
          <ac:spMkLst>
            <pc:docMk/>
            <pc:sldMk cId="3912855313" sldId="324"/>
            <ac:spMk id="4" creationId="{12FA6B46-25E1-FDF3-B0B4-A03CDCA791C6}"/>
          </ac:spMkLst>
        </pc:spChg>
        <pc:spChg chg="add del mod">
          <ac:chgData name="Manoj Sundar Ravichandran" userId="S::mravichandran@hof-university.de::453332ee-569c-4cda-ae19-79d852ef561a" providerId="AD" clId="Web-{565A45B3-D8B5-84A6-ABE3-BB25845D19D1}" dt="2024-06-03T15:19:28.297" v="585"/>
          <ac:spMkLst>
            <pc:docMk/>
            <pc:sldMk cId="3912855313" sldId="324"/>
            <ac:spMk id="5" creationId="{1E7EBE99-85B6-8EF2-F166-642F001A2E41}"/>
          </ac:spMkLst>
        </pc:spChg>
        <pc:spChg chg="del">
          <ac:chgData name="Manoj Sundar Ravichandran" userId="S::mravichandran@hof-university.de::453332ee-569c-4cda-ae19-79d852ef561a" providerId="AD" clId="Web-{565A45B3-D8B5-84A6-ABE3-BB25845D19D1}" dt="2024-06-03T13:42:35.909" v="204"/>
          <ac:spMkLst>
            <pc:docMk/>
            <pc:sldMk cId="3912855313" sldId="324"/>
            <ac:spMk id="5" creationId="{B054AFEC-10C8-DA6F-44C8-65A9279028AA}"/>
          </ac:spMkLst>
        </pc:spChg>
        <pc:spChg chg="mod ord">
          <ac:chgData name="Manoj Sundar Ravichandran" userId="S::mravichandran@hof-university.de::453332ee-569c-4cda-ae19-79d852ef561a" providerId="AD" clId="Web-{565A45B3-D8B5-84A6-ABE3-BB25845D19D1}" dt="2024-06-03T15:19:51.626" v="593"/>
          <ac:spMkLst>
            <pc:docMk/>
            <pc:sldMk cId="3912855313" sldId="324"/>
            <ac:spMk id="6" creationId="{633E3B09-B54B-9800-9BAE-CE8A0DA2FFA4}"/>
          </ac:spMkLst>
        </pc:spChg>
        <pc:spChg chg="del">
          <ac:chgData name="Manoj Sundar Ravichandran" userId="S::mravichandran@hof-university.de::453332ee-569c-4cda-ae19-79d852ef561a" providerId="AD" clId="Web-{565A45B3-D8B5-84A6-ABE3-BB25845D19D1}" dt="2024-06-03T13:42:11.377" v="196"/>
          <ac:spMkLst>
            <pc:docMk/>
            <pc:sldMk cId="3912855313" sldId="324"/>
            <ac:spMk id="7" creationId="{64CD4623-F15A-B277-A31C-B8F934F50B21}"/>
          </ac:spMkLst>
        </pc:spChg>
        <pc:spChg chg="del">
          <ac:chgData name="Manoj Sundar Ravichandran" userId="S::mravichandran@hof-university.de::453332ee-569c-4cda-ae19-79d852ef561a" providerId="AD" clId="Web-{565A45B3-D8B5-84A6-ABE3-BB25845D19D1}" dt="2024-06-03T13:42:29.471" v="202"/>
          <ac:spMkLst>
            <pc:docMk/>
            <pc:sldMk cId="3912855313" sldId="324"/>
            <ac:spMk id="8" creationId="{50579B18-733B-D6A4-219B-F5D31E55D2F9}"/>
          </ac:spMkLst>
        </pc:spChg>
        <pc:spChg chg="add del mod">
          <ac:chgData name="Manoj Sundar Ravichandran" userId="S::mravichandran@hof-university.de::453332ee-569c-4cda-ae19-79d852ef561a" providerId="AD" clId="Web-{565A45B3-D8B5-84A6-ABE3-BB25845D19D1}" dt="2024-06-03T15:19:45.875" v="588"/>
          <ac:spMkLst>
            <pc:docMk/>
            <pc:sldMk cId="3912855313" sldId="324"/>
            <ac:spMk id="10" creationId="{D216EDDC-D8F8-6B59-AB5E-3EFEECEF9429}"/>
          </ac:spMkLst>
        </pc:spChg>
        <pc:spChg chg="add del mod">
          <ac:chgData name="Manoj Sundar Ravichandran" userId="S::mravichandran@hof-university.de::453332ee-569c-4cda-ae19-79d852ef561a" providerId="AD" clId="Web-{565A45B3-D8B5-84A6-ABE3-BB25845D19D1}" dt="2024-06-03T15:19:45.875" v="588"/>
          <ac:spMkLst>
            <pc:docMk/>
            <pc:sldMk cId="3912855313" sldId="324"/>
            <ac:spMk id="11" creationId="{25E6EF49-7CA3-D88C-A6CA-10F08A4392DB}"/>
          </ac:spMkLst>
        </pc:spChg>
        <pc:spChg chg="add del mod">
          <ac:chgData name="Manoj Sundar Ravichandran" userId="S::mravichandran@hof-university.de::453332ee-569c-4cda-ae19-79d852ef561a" providerId="AD" clId="Web-{565A45B3-D8B5-84A6-ABE3-BB25845D19D1}" dt="2024-06-03T15:19:45.875" v="588"/>
          <ac:spMkLst>
            <pc:docMk/>
            <pc:sldMk cId="3912855313" sldId="324"/>
            <ac:spMk id="12" creationId="{E71B1AE0-B807-F0D6-3E79-3B1A2DD71947}"/>
          </ac:spMkLst>
        </pc:spChg>
        <pc:spChg chg="add del mod">
          <ac:chgData name="Manoj Sundar Ravichandran" userId="S::mravichandran@hof-university.de::453332ee-569c-4cda-ae19-79d852ef561a" providerId="AD" clId="Web-{565A45B3-D8B5-84A6-ABE3-BB25845D19D1}" dt="2024-06-03T13:42:56.784" v="207"/>
          <ac:spMkLst>
            <pc:docMk/>
            <pc:sldMk cId="3912855313" sldId="324"/>
            <ac:spMk id="14" creationId="{67B6EB69-CB49-57A5-1BD2-C4ECBE902A63}"/>
          </ac:spMkLst>
        </pc:spChg>
        <pc:spChg chg="add del mod">
          <ac:chgData name="Manoj Sundar Ravichandran" userId="S::mravichandran@hof-university.de::453332ee-569c-4cda-ae19-79d852ef561a" providerId="AD" clId="Web-{565A45B3-D8B5-84A6-ABE3-BB25845D19D1}" dt="2024-06-03T15:19:48.891" v="590"/>
          <ac:spMkLst>
            <pc:docMk/>
            <pc:sldMk cId="3912855313" sldId="324"/>
            <ac:spMk id="15" creationId="{37F69A80-3F6D-5A3E-9ED2-DFAE79AA45DC}"/>
          </ac:spMkLst>
        </pc:spChg>
        <pc:spChg chg="add del mod">
          <ac:chgData name="Manoj Sundar Ravichandran" userId="S::mravichandran@hof-university.de::453332ee-569c-4cda-ae19-79d852ef561a" providerId="AD" clId="Web-{565A45B3-D8B5-84A6-ABE3-BB25845D19D1}" dt="2024-06-03T13:42:56.784" v="207"/>
          <ac:spMkLst>
            <pc:docMk/>
            <pc:sldMk cId="3912855313" sldId="324"/>
            <ac:spMk id="16" creationId="{A3AF8DFE-18D5-D535-59C1-E08B7F1A1A09}"/>
          </ac:spMkLst>
        </pc:spChg>
        <pc:spChg chg="add del mod">
          <ac:chgData name="Manoj Sundar Ravichandran" userId="S::mravichandran@hof-university.de::453332ee-569c-4cda-ae19-79d852ef561a" providerId="AD" clId="Web-{565A45B3-D8B5-84A6-ABE3-BB25845D19D1}" dt="2024-06-03T15:19:48.891" v="590"/>
          <ac:spMkLst>
            <pc:docMk/>
            <pc:sldMk cId="3912855313" sldId="324"/>
            <ac:spMk id="17" creationId="{6394BDDA-8DEA-8D1C-BF47-4CA8B408A63F}"/>
          </ac:spMkLst>
        </pc:spChg>
        <pc:spChg chg="add del mod">
          <ac:chgData name="Manoj Sundar Ravichandran" userId="S::mravichandran@hof-university.de::453332ee-569c-4cda-ae19-79d852ef561a" providerId="AD" clId="Web-{565A45B3-D8B5-84A6-ABE3-BB25845D19D1}" dt="2024-06-03T15:19:48.891" v="590"/>
          <ac:spMkLst>
            <pc:docMk/>
            <pc:sldMk cId="3912855313" sldId="324"/>
            <ac:spMk id="18" creationId="{3CA7EB89-5D03-BC48-61D6-2BBD0168B2A9}"/>
          </ac:spMkLst>
        </pc:spChg>
        <pc:spChg chg="add del mod">
          <ac:chgData name="Manoj Sundar Ravichandran" userId="S::mravichandran@hof-university.de::453332ee-569c-4cda-ae19-79d852ef561a" providerId="AD" clId="Web-{565A45B3-D8B5-84A6-ABE3-BB25845D19D1}" dt="2024-06-03T15:19:51.610" v="592"/>
          <ac:spMkLst>
            <pc:docMk/>
            <pc:sldMk cId="3912855313" sldId="324"/>
            <ac:spMk id="20" creationId="{02FB100D-2860-ADB5-CC5D-9A019816AE01}"/>
          </ac:spMkLst>
        </pc:spChg>
        <pc:spChg chg="add del">
          <ac:chgData name="Manoj Sundar Ravichandran" userId="S::mravichandran@hof-university.de::453332ee-569c-4cda-ae19-79d852ef561a" providerId="AD" clId="Web-{565A45B3-D8B5-84A6-ABE3-BB25845D19D1}" dt="2024-06-03T13:43:13.254" v="211"/>
          <ac:spMkLst>
            <pc:docMk/>
            <pc:sldMk cId="3912855313" sldId="324"/>
            <ac:spMk id="21" creationId="{0B82E71A-F6B5-C2ED-4C70-C9658723A2FF}"/>
          </ac:spMkLst>
        </pc:spChg>
        <pc:spChg chg="add del mod">
          <ac:chgData name="Manoj Sundar Ravichandran" userId="S::mravichandran@hof-university.de::453332ee-569c-4cda-ae19-79d852ef561a" providerId="AD" clId="Web-{565A45B3-D8B5-84A6-ABE3-BB25845D19D1}" dt="2024-06-03T15:19:51.610" v="592"/>
          <ac:spMkLst>
            <pc:docMk/>
            <pc:sldMk cId="3912855313" sldId="324"/>
            <ac:spMk id="22" creationId="{4E084D62-DC78-9376-B90C-F049F5F6D57E}"/>
          </ac:spMkLst>
        </pc:spChg>
        <pc:spChg chg="add del">
          <ac:chgData name="Manoj Sundar Ravichandran" userId="S::mravichandran@hof-university.de::453332ee-569c-4cda-ae19-79d852ef561a" providerId="AD" clId="Web-{565A45B3-D8B5-84A6-ABE3-BB25845D19D1}" dt="2024-06-03T13:43:18.176" v="212"/>
          <ac:spMkLst>
            <pc:docMk/>
            <pc:sldMk cId="3912855313" sldId="324"/>
            <ac:spMk id="23" creationId="{75E73631-F828-E417-9A67-86B6296C5862}"/>
          </ac:spMkLst>
        </pc:spChg>
        <pc:spChg chg="add del mod">
          <ac:chgData name="Manoj Sundar Ravichandran" userId="S::mravichandran@hof-university.de::453332ee-569c-4cda-ae19-79d852ef561a" providerId="AD" clId="Web-{565A45B3-D8B5-84A6-ABE3-BB25845D19D1}" dt="2024-06-03T15:19:51.610" v="592"/>
          <ac:spMkLst>
            <pc:docMk/>
            <pc:sldMk cId="3912855313" sldId="324"/>
            <ac:spMk id="24" creationId="{A064D837-8C6B-B68E-F24D-00DBE5620362}"/>
          </ac:spMkLst>
        </pc:spChg>
        <pc:spChg chg="add del mod">
          <ac:chgData name="Manoj Sundar Ravichandran" userId="S::mravichandran@hof-university.de::453332ee-569c-4cda-ae19-79d852ef561a" providerId="AD" clId="Web-{565A45B3-D8B5-84A6-ABE3-BB25845D19D1}" dt="2024-06-03T15:19:51.610" v="592"/>
          <ac:spMkLst>
            <pc:docMk/>
            <pc:sldMk cId="3912855313" sldId="324"/>
            <ac:spMk id="25" creationId="{13CD4ED6-AF6E-8E29-C4B8-97088172CB1D}"/>
          </ac:spMkLst>
        </pc:spChg>
        <pc:spChg chg="add mod">
          <ac:chgData name="Manoj Sundar Ravichandran" userId="S::mravichandran@hof-university.de::453332ee-569c-4cda-ae19-79d852ef561a" providerId="AD" clId="Web-{565A45B3-D8B5-84A6-ABE3-BB25845D19D1}" dt="2024-06-03T15:19:51.626" v="593"/>
          <ac:spMkLst>
            <pc:docMk/>
            <pc:sldMk cId="3912855313" sldId="324"/>
            <ac:spMk id="27" creationId="{FEAA38BE-3EFE-6ED4-6DFF-5A60FE563088}"/>
          </ac:spMkLst>
        </pc:spChg>
        <pc:spChg chg="add mod">
          <ac:chgData name="Manoj Sundar Ravichandran" userId="S::mravichandran@hof-university.de::453332ee-569c-4cda-ae19-79d852ef561a" providerId="AD" clId="Web-{565A45B3-D8B5-84A6-ABE3-BB25845D19D1}" dt="2024-06-03T15:19:51.626" v="593"/>
          <ac:spMkLst>
            <pc:docMk/>
            <pc:sldMk cId="3912855313" sldId="324"/>
            <ac:spMk id="28" creationId="{5EEF56BE-CEF5-12E1-3F32-E666947DD16A}"/>
          </ac:spMkLst>
        </pc:spChg>
        <pc:spChg chg="add mod">
          <ac:chgData name="Manoj Sundar Ravichandran" userId="S::mravichandran@hof-university.de::453332ee-569c-4cda-ae19-79d852ef561a" providerId="AD" clId="Web-{565A45B3-D8B5-84A6-ABE3-BB25845D19D1}" dt="2024-06-03T15:19:51.626" v="593"/>
          <ac:spMkLst>
            <pc:docMk/>
            <pc:sldMk cId="3912855313" sldId="324"/>
            <ac:spMk id="29" creationId="{B6908227-FD0B-EC8A-EBB7-A4C163E21AD3}"/>
          </ac:spMkLst>
        </pc:spChg>
        <pc:spChg chg="add mod">
          <ac:chgData name="Manoj Sundar Ravichandran" userId="S::mravichandran@hof-university.de::453332ee-569c-4cda-ae19-79d852ef561a" providerId="AD" clId="Web-{565A45B3-D8B5-84A6-ABE3-BB25845D19D1}" dt="2024-06-03T15:19:51.626" v="593"/>
          <ac:spMkLst>
            <pc:docMk/>
            <pc:sldMk cId="3912855313" sldId="324"/>
            <ac:spMk id="30" creationId="{21D76A1E-23DA-E234-5D1D-FE1F887FB838}"/>
          </ac:spMkLst>
        </pc:spChg>
        <pc:spChg chg="add mod">
          <ac:chgData name="Manoj Sundar Ravichandran" userId="S::mravichandran@hof-university.de::453332ee-569c-4cda-ae19-79d852ef561a" providerId="AD" clId="Web-{565A45B3-D8B5-84A6-ABE3-BB25845D19D1}" dt="2024-06-03T15:19:51.626" v="593"/>
          <ac:spMkLst>
            <pc:docMk/>
            <pc:sldMk cId="3912855313" sldId="324"/>
            <ac:spMk id="31" creationId="{04A90818-AFB0-EEC2-A7E6-6F351EA65EF5}"/>
          </ac:spMkLst>
        </pc:spChg>
        <pc:picChg chg="add mod ord">
          <ac:chgData name="Manoj Sundar Ravichandran" userId="S::mravichandran@hof-university.de::453332ee-569c-4cda-ae19-79d852ef561a" providerId="AD" clId="Web-{565A45B3-D8B5-84A6-ABE3-BB25845D19D1}" dt="2024-06-03T15:19:51.626" v="593"/>
          <ac:picMkLst>
            <pc:docMk/>
            <pc:sldMk cId="3912855313" sldId="324"/>
            <ac:picMk id="7" creationId="{585610ED-049C-E35A-9DF1-EFE07C5B71BA}"/>
          </ac:picMkLst>
        </pc:picChg>
        <pc:picChg chg="add del mod ord">
          <ac:chgData name="Manoj Sundar Ravichandran" userId="S::mravichandran@hof-university.de::453332ee-569c-4cda-ae19-79d852ef561a" providerId="AD" clId="Web-{565A45B3-D8B5-84A6-ABE3-BB25845D19D1}" dt="2024-06-03T14:49:45.336" v="240"/>
          <ac:picMkLst>
            <pc:docMk/>
            <pc:sldMk cId="3912855313" sldId="324"/>
            <ac:picMk id="9" creationId="{4F20CC68-6C72-4635-8CDF-63ABB085000F}"/>
          </ac:picMkLst>
        </pc:picChg>
      </pc:sldChg>
      <pc:sldChg chg="addSp delSp modSp new mod modClrScheme chgLayout">
        <pc:chgData name="Manoj Sundar Ravichandran" userId="S::mravichandran@hof-university.de::453332ee-569c-4cda-ae19-79d852ef561a" providerId="AD" clId="Web-{565A45B3-D8B5-84A6-ABE3-BB25845D19D1}" dt="2024-06-03T13:59:22.232" v="232" actId="20577"/>
        <pc:sldMkLst>
          <pc:docMk/>
          <pc:sldMk cId="3433612566" sldId="325"/>
        </pc:sldMkLst>
        <pc:spChg chg="mod">
          <ac:chgData name="Manoj Sundar Ravichandran" userId="S::mravichandran@hof-university.de::453332ee-569c-4cda-ae19-79d852ef561a" providerId="AD" clId="Web-{565A45B3-D8B5-84A6-ABE3-BB25845D19D1}" dt="2024-06-03T13:57:35.713" v="222"/>
          <ac:spMkLst>
            <pc:docMk/>
            <pc:sldMk cId="3433612566" sldId="325"/>
            <ac:spMk id="2" creationId="{C0BF9481-6D48-9212-0A32-27EC552E9571}"/>
          </ac:spMkLst>
        </pc:spChg>
        <pc:spChg chg="mod ord modVis">
          <ac:chgData name="Manoj Sundar Ravichandran" userId="S::mravichandran@hof-university.de::453332ee-569c-4cda-ae19-79d852ef561a" providerId="AD" clId="Web-{565A45B3-D8B5-84A6-ABE3-BB25845D19D1}" dt="2024-06-03T13:57:35.713" v="222"/>
          <ac:spMkLst>
            <pc:docMk/>
            <pc:sldMk cId="3433612566" sldId="325"/>
            <ac:spMk id="3" creationId="{0B2FB9DF-01BF-F26F-BD0C-919709875AB6}"/>
          </ac:spMkLst>
        </pc:spChg>
        <pc:spChg chg="add del">
          <ac:chgData name="Manoj Sundar Ravichandran" userId="S::mravichandran@hof-university.de::453332ee-569c-4cda-ae19-79d852ef561a" providerId="AD" clId="Web-{565A45B3-D8B5-84A6-ABE3-BB25845D19D1}" dt="2024-06-03T13:57:35.713" v="222"/>
          <ac:spMkLst>
            <pc:docMk/>
            <pc:sldMk cId="3433612566" sldId="325"/>
            <ac:spMk id="4" creationId="{B1D8717E-F8F1-EBC8-D6A9-A607CC0BA651}"/>
          </ac:spMkLst>
        </pc:spChg>
        <pc:spChg chg="add del">
          <ac:chgData name="Manoj Sundar Ravichandran" userId="S::mravichandran@hof-university.de::453332ee-569c-4cda-ae19-79d852ef561a" providerId="AD" clId="Web-{565A45B3-D8B5-84A6-ABE3-BB25845D19D1}" dt="2024-06-03T13:57:35.713" v="222"/>
          <ac:spMkLst>
            <pc:docMk/>
            <pc:sldMk cId="3433612566" sldId="325"/>
            <ac:spMk id="5" creationId="{F3444496-0311-F54E-21A6-6A3A8A4BF33D}"/>
          </ac:spMkLst>
        </pc:spChg>
        <pc:spChg chg="add del">
          <ac:chgData name="Manoj Sundar Ravichandran" userId="S::mravichandran@hof-university.de::453332ee-569c-4cda-ae19-79d852ef561a" providerId="AD" clId="Web-{565A45B3-D8B5-84A6-ABE3-BB25845D19D1}" dt="2024-06-03T13:57:35.713" v="222"/>
          <ac:spMkLst>
            <pc:docMk/>
            <pc:sldMk cId="3433612566" sldId="325"/>
            <ac:spMk id="6" creationId="{2C9A0C6B-818C-A063-A67D-23226688DA06}"/>
          </ac:spMkLst>
        </pc:spChg>
        <pc:spChg chg="add del">
          <ac:chgData name="Manoj Sundar Ravichandran" userId="S::mravichandran@hof-university.de::453332ee-569c-4cda-ae19-79d852ef561a" providerId="AD" clId="Web-{565A45B3-D8B5-84A6-ABE3-BB25845D19D1}" dt="2024-06-03T13:57:35.713" v="222"/>
          <ac:spMkLst>
            <pc:docMk/>
            <pc:sldMk cId="3433612566" sldId="325"/>
            <ac:spMk id="7" creationId="{4C3EDD64-CCE8-98F8-6C71-D963AEA7F30F}"/>
          </ac:spMkLst>
        </pc:spChg>
        <pc:spChg chg="del">
          <ac:chgData name="Manoj Sundar Ravichandran" userId="S::mravichandran@hof-university.de::453332ee-569c-4cda-ae19-79d852ef561a" providerId="AD" clId="Web-{565A45B3-D8B5-84A6-ABE3-BB25845D19D1}" dt="2024-06-03T13:57:22.135" v="215"/>
          <ac:spMkLst>
            <pc:docMk/>
            <pc:sldMk cId="3433612566" sldId="325"/>
            <ac:spMk id="8" creationId="{111EB6F6-AD29-65DD-AC6B-8B78B3349944}"/>
          </ac:spMkLst>
        </pc:spChg>
        <pc:spChg chg="add del mod">
          <ac:chgData name="Manoj Sundar Ravichandran" userId="S::mravichandran@hof-university.de::453332ee-569c-4cda-ae19-79d852ef561a" providerId="AD" clId="Web-{565A45B3-D8B5-84A6-ABE3-BB25845D19D1}" dt="2024-06-03T13:57:57.417" v="226"/>
          <ac:spMkLst>
            <pc:docMk/>
            <pc:sldMk cId="3433612566" sldId="325"/>
            <ac:spMk id="11" creationId="{0097C266-C504-1469-EEDD-2AD7E20733BC}"/>
          </ac:spMkLst>
        </pc:spChg>
        <pc:spChg chg="add del mod">
          <ac:chgData name="Manoj Sundar Ravichandran" userId="S::mravichandran@hof-university.de::453332ee-569c-4cda-ae19-79d852ef561a" providerId="AD" clId="Web-{565A45B3-D8B5-84A6-ABE3-BB25845D19D1}" dt="2024-06-03T13:57:44.807" v="223"/>
          <ac:spMkLst>
            <pc:docMk/>
            <pc:sldMk cId="3433612566" sldId="325"/>
            <ac:spMk id="12" creationId="{BDA487A5-D8EE-7D04-3DAC-4E4740FB63A7}"/>
          </ac:spMkLst>
        </pc:spChg>
        <pc:spChg chg="add mod">
          <ac:chgData name="Manoj Sundar Ravichandran" userId="S::mravichandran@hof-university.de::453332ee-569c-4cda-ae19-79d852ef561a" providerId="AD" clId="Web-{565A45B3-D8B5-84A6-ABE3-BB25845D19D1}" dt="2024-06-03T13:59:22.232" v="232" actId="20577"/>
          <ac:spMkLst>
            <pc:docMk/>
            <pc:sldMk cId="3433612566" sldId="325"/>
            <ac:spMk id="13" creationId="{DF4DECA9-7498-3B33-EF4E-6615D7EFAAD5}"/>
          </ac:spMkLst>
        </pc:spChg>
        <pc:spChg chg="add del">
          <ac:chgData name="Manoj Sundar Ravichandran" userId="S::mravichandran@hof-university.de::453332ee-569c-4cda-ae19-79d852ef561a" providerId="AD" clId="Web-{565A45B3-D8B5-84A6-ABE3-BB25845D19D1}" dt="2024-06-03T13:57:29.588" v="217"/>
          <ac:spMkLst>
            <pc:docMk/>
            <pc:sldMk cId="3433612566" sldId="325"/>
            <ac:spMk id="14" creationId="{46206F5B-EE36-B016-E3D3-00574DA5044B}"/>
          </ac:spMkLst>
        </pc:spChg>
        <pc:spChg chg="add del">
          <ac:chgData name="Manoj Sundar Ravichandran" userId="S::mravichandran@hof-university.de::453332ee-569c-4cda-ae19-79d852ef561a" providerId="AD" clId="Web-{565A45B3-D8B5-84A6-ABE3-BB25845D19D1}" dt="2024-06-03T13:57:29.588" v="217"/>
          <ac:spMkLst>
            <pc:docMk/>
            <pc:sldMk cId="3433612566" sldId="325"/>
            <ac:spMk id="16" creationId="{BFB9469C-D7EC-37C7-D99B-C45A41CF1904}"/>
          </ac:spMkLst>
        </pc:spChg>
        <pc:spChg chg="add del">
          <ac:chgData name="Manoj Sundar Ravichandran" userId="S::mravichandran@hof-university.de::453332ee-569c-4cda-ae19-79d852ef561a" providerId="AD" clId="Web-{565A45B3-D8B5-84A6-ABE3-BB25845D19D1}" dt="2024-06-03T13:57:29.588" v="217"/>
          <ac:spMkLst>
            <pc:docMk/>
            <pc:sldMk cId="3433612566" sldId="325"/>
            <ac:spMk id="18" creationId="{D6596B3D-3D8A-80D9-D6BC-A0E0C02F8F62}"/>
          </ac:spMkLst>
        </pc:spChg>
        <pc:spChg chg="add del">
          <ac:chgData name="Manoj Sundar Ravichandran" userId="S::mravichandran@hof-university.de::453332ee-569c-4cda-ae19-79d852ef561a" providerId="AD" clId="Web-{565A45B3-D8B5-84A6-ABE3-BB25845D19D1}" dt="2024-06-03T13:57:29.588" v="217"/>
          <ac:spMkLst>
            <pc:docMk/>
            <pc:sldMk cId="3433612566" sldId="325"/>
            <ac:spMk id="20" creationId="{58D5D20A-487C-790C-0BC6-DE3139A65324}"/>
          </ac:spMkLst>
        </pc:spChg>
        <pc:spChg chg="add del mod">
          <ac:chgData name="Manoj Sundar Ravichandran" userId="S::mravichandran@hof-university.de::453332ee-569c-4cda-ae19-79d852ef561a" providerId="AD" clId="Web-{565A45B3-D8B5-84A6-ABE3-BB25845D19D1}" dt="2024-06-03T13:57:32.057" v="219"/>
          <ac:spMkLst>
            <pc:docMk/>
            <pc:sldMk cId="3433612566" sldId="325"/>
            <ac:spMk id="22" creationId="{0097C266-C504-1469-EEDD-2AD7E20733BC}"/>
          </ac:spMkLst>
        </pc:spChg>
        <pc:spChg chg="add del mod">
          <ac:chgData name="Manoj Sundar Ravichandran" userId="S::mravichandran@hof-university.de::453332ee-569c-4cda-ae19-79d852ef561a" providerId="AD" clId="Web-{565A45B3-D8B5-84A6-ABE3-BB25845D19D1}" dt="2024-06-03T13:57:32.057" v="219"/>
          <ac:spMkLst>
            <pc:docMk/>
            <pc:sldMk cId="3433612566" sldId="325"/>
            <ac:spMk id="23" creationId="{BDA487A5-D8EE-7D04-3DAC-4E4740FB63A7}"/>
          </ac:spMkLst>
        </pc:spChg>
        <pc:spChg chg="add del mod">
          <ac:chgData name="Manoj Sundar Ravichandran" userId="S::mravichandran@hof-university.de::453332ee-569c-4cda-ae19-79d852ef561a" providerId="AD" clId="Web-{565A45B3-D8B5-84A6-ABE3-BB25845D19D1}" dt="2024-06-03T13:57:32.057" v="219"/>
          <ac:spMkLst>
            <pc:docMk/>
            <pc:sldMk cId="3433612566" sldId="325"/>
            <ac:spMk id="24" creationId="{DF4DECA9-7498-3B33-EF4E-6615D7EFAAD5}"/>
          </ac:spMkLst>
        </pc:spChg>
        <pc:picChg chg="add mod ord">
          <ac:chgData name="Manoj Sundar Ravichandran" userId="S::mravichandran@hof-university.de::453332ee-569c-4cda-ae19-79d852ef561a" providerId="AD" clId="Web-{565A45B3-D8B5-84A6-ABE3-BB25845D19D1}" dt="2024-06-03T13:57:51.729" v="225" actId="1076"/>
          <ac:picMkLst>
            <pc:docMk/>
            <pc:sldMk cId="3433612566" sldId="325"/>
            <ac:picMk id="9" creationId="{1085C80F-5A0A-E1B2-4185-26405DB59801}"/>
          </ac:picMkLst>
        </pc:picChg>
      </pc:sldChg>
      <pc:sldChg chg="modSp new">
        <pc:chgData name="Manoj Sundar Ravichandran" userId="S::mravichandran@hof-university.de::453332ee-569c-4cda-ae19-79d852ef561a" providerId="AD" clId="Web-{565A45B3-D8B5-84A6-ABE3-BB25845D19D1}" dt="2024-06-03T14:45:53.593" v="239" actId="20577"/>
        <pc:sldMkLst>
          <pc:docMk/>
          <pc:sldMk cId="1088235638" sldId="326"/>
        </pc:sldMkLst>
        <pc:spChg chg="mod">
          <ac:chgData name="Manoj Sundar Ravichandran" userId="S::mravichandran@hof-university.de::453332ee-569c-4cda-ae19-79d852ef561a" providerId="AD" clId="Web-{565A45B3-D8B5-84A6-ABE3-BB25845D19D1}" dt="2024-06-03T14:45:53.593" v="239" actId="20577"/>
          <ac:spMkLst>
            <pc:docMk/>
            <pc:sldMk cId="1088235638" sldId="326"/>
            <ac:spMk id="8" creationId="{B08528D4-E621-6A9E-C895-781B4DA87FAE}"/>
          </ac:spMkLst>
        </pc:spChg>
      </pc:sldChg>
      <pc:sldChg chg="addSp modSp add replId">
        <pc:chgData name="Manoj Sundar Ravichandran" userId="S::mravichandran@hof-university.de::453332ee-569c-4cda-ae19-79d852ef561a" providerId="AD" clId="Web-{565A45B3-D8B5-84A6-ABE3-BB25845D19D1}" dt="2024-06-03T15:09:28.054" v="582" actId="20577"/>
        <pc:sldMkLst>
          <pc:docMk/>
          <pc:sldMk cId="649686260" sldId="327"/>
        </pc:sldMkLst>
        <pc:spChg chg="mod">
          <ac:chgData name="Manoj Sundar Ravichandran" userId="S::mravichandran@hof-university.de::453332ee-569c-4cda-ae19-79d852ef561a" providerId="AD" clId="Web-{565A45B3-D8B5-84A6-ABE3-BB25845D19D1}" dt="2024-06-03T14:50:01.868" v="243" actId="20577"/>
          <ac:spMkLst>
            <pc:docMk/>
            <pc:sldMk cId="649686260" sldId="327"/>
            <ac:spMk id="6" creationId="{6F751518-DDD7-4B3B-5012-7E86BF8A6702}"/>
          </ac:spMkLst>
        </pc:spChg>
        <pc:spChg chg="mod">
          <ac:chgData name="Manoj Sundar Ravichandran" userId="S::mravichandran@hof-university.de::453332ee-569c-4cda-ae19-79d852ef561a" providerId="AD" clId="Web-{565A45B3-D8B5-84A6-ABE3-BB25845D19D1}" dt="2024-06-03T14:53:54.659" v="405" actId="20577"/>
          <ac:spMkLst>
            <pc:docMk/>
            <pc:sldMk cId="649686260" sldId="327"/>
            <ac:spMk id="7" creationId="{CDBCF1E9-0272-CA67-3DE2-9AF741783853}"/>
          </ac:spMkLst>
        </pc:spChg>
        <pc:spChg chg="mod">
          <ac:chgData name="Manoj Sundar Ravichandran" userId="S::mravichandran@hof-university.de::453332ee-569c-4cda-ae19-79d852ef561a" providerId="AD" clId="Web-{565A45B3-D8B5-84A6-ABE3-BB25845D19D1}" dt="2024-06-03T15:04:48.731" v="522" actId="20577"/>
          <ac:spMkLst>
            <pc:docMk/>
            <pc:sldMk cId="649686260" sldId="327"/>
            <ac:spMk id="8" creationId="{85F90AB4-7F18-1C6F-8EC8-FD312B358EF6}"/>
          </ac:spMkLst>
        </pc:spChg>
        <pc:spChg chg="mod">
          <ac:chgData name="Manoj Sundar Ravichandran" userId="S::mravichandran@hof-university.de::453332ee-569c-4cda-ae19-79d852ef561a" providerId="AD" clId="Web-{565A45B3-D8B5-84A6-ABE3-BB25845D19D1}" dt="2024-06-03T15:07:43.550" v="524" actId="1076"/>
          <ac:spMkLst>
            <pc:docMk/>
            <pc:sldMk cId="649686260" sldId="327"/>
            <ac:spMk id="9" creationId="{CB12E933-C8E2-CBEF-E571-0EC683393273}"/>
          </ac:spMkLst>
        </pc:spChg>
        <pc:spChg chg="mod">
          <ac:chgData name="Manoj Sundar Ravichandran" userId="S::mravichandran@hof-university.de::453332ee-569c-4cda-ae19-79d852ef561a" providerId="AD" clId="Web-{565A45B3-D8B5-84A6-ABE3-BB25845D19D1}" dt="2024-06-03T14:50:06.587" v="245" actId="20577"/>
          <ac:spMkLst>
            <pc:docMk/>
            <pc:sldMk cId="649686260" sldId="327"/>
            <ac:spMk id="11" creationId="{17D040EB-2D6E-FF37-5E7C-44D51C159BE1}"/>
          </ac:spMkLst>
        </pc:spChg>
        <pc:spChg chg="add mod">
          <ac:chgData name="Manoj Sundar Ravichandran" userId="S::mravichandran@hof-university.de::453332ee-569c-4cda-ae19-79d852ef561a" providerId="AD" clId="Web-{565A45B3-D8B5-84A6-ABE3-BB25845D19D1}" dt="2024-06-03T15:09:28.054" v="582" actId="20577"/>
          <ac:spMkLst>
            <pc:docMk/>
            <pc:sldMk cId="649686260" sldId="327"/>
            <ac:spMk id="12" creationId="{3BE57FA4-DFA7-5CFF-E384-4FBB258475E5}"/>
          </ac:spMkLst>
        </pc:spChg>
        <pc:spChg chg="mod">
          <ac:chgData name="Manoj Sundar Ravichandran" userId="S::mravichandran@hof-university.de::453332ee-569c-4cda-ae19-79d852ef561a" providerId="AD" clId="Web-{565A45B3-D8B5-84A6-ABE3-BB25845D19D1}" dt="2024-06-03T14:50:11.353" v="247" actId="20577"/>
          <ac:spMkLst>
            <pc:docMk/>
            <pc:sldMk cId="649686260" sldId="327"/>
            <ac:spMk id="13" creationId="{85B6E181-CA33-B829-773A-EE4D8EA73B32}"/>
          </ac:spMkLst>
        </pc:spChg>
      </pc:sldChg>
    </pc:docChg>
  </pc:docChgLst>
  <pc:docChgLst>
    <pc:chgData name="Manoj Sundar Ravichandran" userId="S::mravichandran@hof-university.de::453332ee-569c-4cda-ae19-79d852ef561a" providerId="AD" clId="Web-{DC6B9741-BA77-6333-29C2-61142A2B87A4}"/>
    <pc:docChg chg="addSld delSld modSld sldOrd">
      <pc:chgData name="Manoj Sundar Ravichandran" userId="S::mravichandran@hof-university.de::453332ee-569c-4cda-ae19-79d852ef561a" providerId="AD" clId="Web-{DC6B9741-BA77-6333-29C2-61142A2B87A4}" dt="2025-01-02T09:34:54.091" v="236" actId="1076"/>
      <pc:docMkLst>
        <pc:docMk/>
      </pc:docMkLst>
      <pc:sldChg chg="addSp modSp">
        <pc:chgData name="Manoj Sundar Ravichandran" userId="S::mravichandran@hof-university.de::453332ee-569c-4cda-ae19-79d852ef561a" providerId="AD" clId="Web-{DC6B9741-BA77-6333-29C2-61142A2B87A4}" dt="2025-01-02T09:34:54.091" v="236" actId="1076"/>
        <pc:sldMkLst>
          <pc:docMk/>
          <pc:sldMk cId="2265045271" sldId="272"/>
        </pc:sldMkLst>
        <pc:spChg chg="mod">
          <ac:chgData name="Manoj Sundar Ravichandran" userId="S::mravichandran@hof-university.de::453332ee-569c-4cda-ae19-79d852ef561a" providerId="AD" clId="Web-{DC6B9741-BA77-6333-29C2-61142A2B87A4}" dt="2025-01-02T09:00:07.185" v="100" actId="20577"/>
          <ac:spMkLst>
            <pc:docMk/>
            <pc:sldMk cId="2265045271" sldId="272"/>
            <ac:spMk id="2" creationId="{1DF41B01-1958-C34E-23CD-4DC4BBAD6C64}"/>
          </ac:spMkLst>
        </pc:spChg>
        <pc:spChg chg="mod">
          <ac:chgData name="Manoj Sundar Ravichandran" userId="S::mravichandran@hof-university.de::453332ee-569c-4cda-ae19-79d852ef561a" providerId="AD" clId="Web-{DC6B9741-BA77-6333-29C2-61142A2B87A4}" dt="2025-01-02T09:00:47.405" v="103" actId="20577"/>
          <ac:spMkLst>
            <pc:docMk/>
            <pc:sldMk cId="2265045271" sldId="272"/>
            <ac:spMk id="5" creationId="{B8D93D3D-02D3-3BC3-555F-6BF13FE74264}"/>
          </ac:spMkLst>
        </pc:spChg>
        <pc:spChg chg="mod">
          <ac:chgData name="Manoj Sundar Ravichandran" userId="S::mravichandran@hof-university.de::453332ee-569c-4cda-ae19-79d852ef561a" providerId="AD" clId="Web-{DC6B9741-BA77-6333-29C2-61142A2B87A4}" dt="2025-01-02T09:03:34.630" v="122" actId="1076"/>
          <ac:spMkLst>
            <pc:docMk/>
            <pc:sldMk cId="2265045271" sldId="272"/>
            <ac:spMk id="9" creationId="{06E02168-DE2F-A3AB-0071-713FDEFED29E}"/>
          </ac:spMkLst>
        </pc:spChg>
        <pc:spChg chg="mod">
          <ac:chgData name="Manoj Sundar Ravichandran" userId="S::mravichandran@hof-university.de::453332ee-569c-4cda-ae19-79d852ef561a" providerId="AD" clId="Web-{DC6B9741-BA77-6333-29C2-61142A2B87A4}" dt="2025-01-02T09:34:54.091" v="236" actId="1076"/>
          <ac:spMkLst>
            <pc:docMk/>
            <pc:sldMk cId="2265045271" sldId="272"/>
            <ac:spMk id="11" creationId="{B7E45D09-251C-65A0-3B4A-0780332A3D9F}"/>
          </ac:spMkLst>
        </pc:spChg>
        <pc:spChg chg="mod">
          <ac:chgData name="Manoj Sundar Ravichandran" userId="S::mravichandran@hof-university.de::453332ee-569c-4cda-ae19-79d852ef561a" providerId="AD" clId="Web-{DC6B9741-BA77-6333-29C2-61142A2B87A4}" dt="2025-01-02T08:59:40.777" v="82" actId="20577"/>
          <ac:spMkLst>
            <pc:docMk/>
            <pc:sldMk cId="2265045271" sldId="272"/>
            <ac:spMk id="12" creationId="{C771B1A9-F109-04F1-703B-074209731BA4}"/>
          </ac:spMkLst>
        </pc:spChg>
        <pc:picChg chg="add mod modCrop">
          <ac:chgData name="Manoj Sundar Ravichandran" userId="S::mravichandran@hof-university.de::453332ee-569c-4cda-ae19-79d852ef561a" providerId="AD" clId="Web-{DC6B9741-BA77-6333-29C2-61142A2B87A4}" dt="2025-01-02T09:03:53.646" v="123" actId="1076"/>
          <ac:picMkLst>
            <pc:docMk/>
            <pc:sldMk cId="2265045271" sldId="272"/>
            <ac:picMk id="4" creationId="{597F4F00-B4BC-55AD-D85A-2620A77BE589}"/>
          </ac:picMkLst>
        </pc:picChg>
      </pc:sldChg>
      <pc:sldChg chg="del">
        <pc:chgData name="Manoj Sundar Ravichandran" userId="S::mravichandran@hof-university.de::453332ee-569c-4cda-ae19-79d852ef561a" providerId="AD" clId="Web-{DC6B9741-BA77-6333-29C2-61142A2B87A4}" dt="2025-01-02T09:33:19.822" v="234"/>
        <pc:sldMkLst>
          <pc:docMk/>
          <pc:sldMk cId="2969681313" sldId="297"/>
        </pc:sldMkLst>
      </pc:sldChg>
      <pc:sldChg chg="addSp delSp modSp new mod modClrScheme chgLayout">
        <pc:chgData name="Manoj Sundar Ravichandran" userId="S::mravichandran@hof-university.de::453332ee-569c-4cda-ae19-79d852ef561a" providerId="AD" clId="Web-{DC6B9741-BA77-6333-29C2-61142A2B87A4}" dt="2025-01-02T09:26:25.025" v="212" actId="20577"/>
        <pc:sldMkLst>
          <pc:docMk/>
          <pc:sldMk cId="3222987528" sldId="332"/>
        </pc:sldMkLst>
        <pc:spChg chg="mod ord">
          <ac:chgData name="Manoj Sundar Ravichandran" userId="S::mravichandran@hof-university.de::453332ee-569c-4cda-ae19-79d852ef561a" providerId="AD" clId="Web-{DC6B9741-BA77-6333-29C2-61142A2B87A4}" dt="2025-01-02T09:06:30.449" v="127"/>
          <ac:spMkLst>
            <pc:docMk/>
            <pc:sldMk cId="3222987528" sldId="332"/>
            <ac:spMk id="2" creationId="{65404E41-8950-7BB1-FCAA-C0F00F29425C}"/>
          </ac:spMkLst>
        </pc:spChg>
        <pc:spChg chg="mod ord">
          <ac:chgData name="Manoj Sundar Ravichandran" userId="S::mravichandran@hof-university.de::453332ee-569c-4cda-ae19-79d852ef561a" providerId="AD" clId="Web-{DC6B9741-BA77-6333-29C2-61142A2B87A4}" dt="2025-01-02T09:06:30.449" v="127"/>
          <ac:spMkLst>
            <pc:docMk/>
            <pc:sldMk cId="3222987528" sldId="332"/>
            <ac:spMk id="3" creationId="{82DBDB83-BB4D-CBD6-BABF-1A37FA42E2BC}"/>
          </ac:spMkLst>
        </pc:spChg>
        <pc:spChg chg="mod ord">
          <ac:chgData name="Manoj Sundar Ravichandran" userId="S::mravichandran@hof-university.de::453332ee-569c-4cda-ae19-79d852ef561a" providerId="AD" clId="Web-{DC6B9741-BA77-6333-29C2-61142A2B87A4}" dt="2025-01-02T09:06:30.449" v="127"/>
          <ac:spMkLst>
            <pc:docMk/>
            <pc:sldMk cId="3222987528" sldId="332"/>
            <ac:spMk id="4" creationId="{AC8A8C6F-156E-A3AC-8E01-C186AF84A640}"/>
          </ac:spMkLst>
        </pc:spChg>
        <pc:spChg chg="add del mod ord">
          <ac:chgData name="Manoj Sundar Ravichandran" userId="S::mravichandran@hof-university.de::453332ee-569c-4cda-ae19-79d852ef561a" providerId="AD" clId="Web-{DC6B9741-BA77-6333-29C2-61142A2B87A4}" dt="2025-01-02T09:12:15.196" v="185"/>
          <ac:spMkLst>
            <pc:docMk/>
            <pc:sldMk cId="3222987528" sldId="332"/>
            <ac:spMk id="5" creationId="{6255A64B-D4BD-747F-040A-CDB2817129E4}"/>
          </ac:spMkLst>
        </pc:spChg>
        <pc:spChg chg="mod ord">
          <ac:chgData name="Manoj Sundar Ravichandran" userId="S::mravichandran@hof-university.de::453332ee-569c-4cda-ae19-79d852ef561a" providerId="AD" clId="Web-{DC6B9741-BA77-6333-29C2-61142A2B87A4}" dt="2025-01-02T09:06:30.449" v="127"/>
          <ac:spMkLst>
            <pc:docMk/>
            <pc:sldMk cId="3222987528" sldId="332"/>
            <ac:spMk id="6" creationId="{92E36E3F-925A-08B3-0606-0DE743169A33}"/>
          </ac:spMkLst>
        </pc:spChg>
        <pc:spChg chg="mod ord">
          <ac:chgData name="Manoj Sundar Ravichandran" userId="S::mravichandran@hof-university.de::453332ee-569c-4cda-ae19-79d852ef561a" providerId="AD" clId="Web-{DC6B9741-BA77-6333-29C2-61142A2B87A4}" dt="2025-01-02T09:26:25.025" v="212" actId="20577"/>
          <ac:spMkLst>
            <pc:docMk/>
            <pc:sldMk cId="3222987528" sldId="332"/>
            <ac:spMk id="7" creationId="{012D371D-54E9-A245-C382-4F6CA0B48117}"/>
          </ac:spMkLst>
        </pc:spChg>
        <pc:spChg chg="add mod ord">
          <ac:chgData name="Manoj Sundar Ravichandran" userId="S::mravichandran@hof-university.de::453332ee-569c-4cda-ae19-79d852ef561a" providerId="AD" clId="Web-{DC6B9741-BA77-6333-29C2-61142A2B87A4}" dt="2025-01-02T09:26:18.822" v="198" actId="1076"/>
          <ac:spMkLst>
            <pc:docMk/>
            <pc:sldMk cId="3222987528" sldId="332"/>
            <ac:spMk id="8" creationId="{43EA6CA0-CBA9-0CDF-E1A1-C845139CB3BD}"/>
          </ac:spMkLst>
        </pc:spChg>
      </pc:sldChg>
      <pc:sldChg chg="addSp delSp modSp new ord modMedia addAnim">
        <pc:chgData name="Manoj Sundar Ravichandran" userId="S::mravichandran@hof-university.de::453332ee-569c-4cda-ae19-79d852ef561a" providerId="AD" clId="Web-{DC6B9741-BA77-6333-29C2-61142A2B87A4}" dt="2025-01-02T09:32:37.039" v="233" actId="14100"/>
        <pc:sldMkLst>
          <pc:docMk/>
          <pc:sldMk cId="595232908" sldId="333"/>
        </pc:sldMkLst>
        <pc:spChg chg="del mod">
          <ac:chgData name="Manoj Sundar Ravichandran" userId="S::mravichandran@hof-university.de::453332ee-569c-4cda-ae19-79d852ef561a" providerId="AD" clId="Web-{DC6B9741-BA77-6333-29C2-61142A2B87A4}" dt="2025-01-02T09:32:25.961" v="229"/>
          <ac:spMkLst>
            <pc:docMk/>
            <pc:sldMk cId="595232908" sldId="333"/>
            <ac:spMk id="6" creationId="{DEA7F82D-3D1F-0542-A6BD-8A938F7F44DB}"/>
          </ac:spMkLst>
        </pc:spChg>
        <pc:spChg chg="del">
          <ac:chgData name="Manoj Sundar Ravichandran" userId="S::mravichandran@hof-university.de::453332ee-569c-4cda-ae19-79d852ef561a" providerId="AD" clId="Web-{DC6B9741-BA77-6333-29C2-61142A2B87A4}" dt="2025-01-02T09:27:01.808" v="218"/>
          <ac:spMkLst>
            <pc:docMk/>
            <pc:sldMk cId="595232908" sldId="333"/>
            <ac:spMk id="7" creationId="{C798C889-BEB9-F0DB-A93F-2F9DF14FE3BA}"/>
          </ac:spMkLst>
        </pc:spChg>
        <pc:spChg chg="del">
          <ac:chgData name="Manoj Sundar Ravichandran" userId="S::mravichandran@hof-university.de::453332ee-569c-4cda-ae19-79d852ef561a" providerId="AD" clId="Web-{DC6B9741-BA77-6333-29C2-61142A2B87A4}" dt="2025-01-02T09:32:31.477" v="231"/>
          <ac:spMkLst>
            <pc:docMk/>
            <pc:sldMk cId="595232908" sldId="333"/>
            <ac:spMk id="8" creationId="{05386761-03B5-199E-FEB2-04C4AE3CE1D5}"/>
          </ac:spMkLst>
        </pc:spChg>
        <pc:picChg chg="add mod">
          <ac:chgData name="Manoj Sundar Ravichandran" userId="S::mravichandran@hof-university.de::453332ee-569c-4cda-ae19-79d852ef561a" providerId="AD" clId="Web-{DC6B9741-BA77-6333-29C2-61142A2B87A4}" dt="2025-01-02T09:32:37.039" v="233" actId="14100"/>
          <ac:picMkLst>
            <pc:docMk/>
            <pc:sldMk cId="595232908" sldId="333"/>
            <ac:picMk id="9" creationId="{1D72475D-2D77-168D-98A9-C26FC21B12E5}"/>
          </ac:picMkLst>
        </pc:picChg>
      </pc:sldChg>
      <pc:sldChg chg="new del">
        <pc:chgData name="Manoj Sundar Ravichandran" userId="S::mravichandran@hof-university.de::453332ee-569c-4cda-ae19-79d852ef561a" providerId="AD" clId="Web-{DC6B9741-BA77-6333-29C2-61142A2B87A4}" dt="2025-01-02T09:06:03.057" v="126"/>
        <pc:sldMkLst>
          <pc:docMk/>
          <pc:sldMk cId="1744868768" sldId="333"/>
        </pc:sldMkLst>
      </pc:sldChg>
    </pc:docChg>
  </pc:docChgLst>
  <pc:docChgLst>
    <pc:chgData name="Manoj Sundar Ravichandran" userId="S::mravichandran@hof-university.de::453332ee-569c-4cda-ae19-79d852ef561a" providerId="AD" clId="Web-{7D4E7982-B8A4-F0BE-FAAD-A4A457A6ADD0}"/>
    <pc:docChg chg="addSld delSld modSld sldOrd">
      <pc:chgData name="Manoj Sundar Ravichandran" userId="S::mravichandran@hof-university.de::453332ee-569c-4cda-ae19-79d852ef561a" providerId="AD" clId="Web-{7D4E7982-B8A4-F0BE-FAAD-A4A457A6ADD0}" dt="2024-06-03T16:16:11.390" v="416" actId="14100"/>
      <pc:docMkLst>
        <pc:docMk/>
      </pc:docMkLst>
      <pc:sldChg chg="modSp">
        <pc:chgData name="Manoj Sundar Ravichandran" userId="S::mravichandran@hof-university.de::453332ee-569c-4cda-ae19-79d852ef561a" providerId="AD" clId="Web-{7D4E7982-B8A4-F0BE-FAAD-A4A457A6ADD0}" dt="2024-06-03T16:16:11.390" v="416" actId="14100"/>
        <pc:sldMkLst>
          <pc:docMk/>
          <pc:sldMk cId="2265045271" sldId="272"/>
        </pc:sldMkLst>
        <pc:picChg chg="mod">
          <ac:chgData name="Manoj Sundar Ravichandran" userId="S::mravichandran@hof-university.de::453332ee-569c-4cda-ae19-79d852ef561a" providerId="AD" clId="Web-{7D4E7982-B8A4-F0BE-FAAD-A4A457A6ADD0}" dt="2024-06-03T16:16:11.390" v="416" actId="14100"/>
          <ac:picMkLst>
            <pc:docMk/>
            <pc:sldMk cId="2265045271" sldId="272"/>
            <ac:picMk id="7" creationId="{72825483-9543-138B-6177-812061E58CF7}"/>
          </ac:picMkLst>
        </pc:picChg>
      </pc:sldChg>
      <pc:sldChg chg="addSp delSp modSp mod modClrScheme chgLayout">
        <pc:chgData name="Manoj Sundar Ravichandran" userId="S::mravichandran@hof-university.de::453332ee-569c-4cda-ae19-79d852ef561a" providerId="AD" clId="Web-{7D4E7982-B8A4-F0BE-FAAD-A4A457A6ADD0}" dt="2024-06-03T16:13:26.385" v="414" actId="20577"/>
        <pc:sldMkLst>
          <pc:docMk/>
          <pc:sldMk cId="979090327" sldId="276"/>
        </pc:sldMkLst>
        <pc:spChg chg="mod ord">
          <ac:chgData name="Manoj Sundar Ravichandran" userId="S::mravichandran@hof-university.de::453332ee-569c-4cda-ae19-79d852ef561a" providerId="AD" clId="Web-{7D4E7982-B8A4-F0BE-FAAD-A4A457A6ADD0}" dt="2024-06-03T16:12:07.242" v="406"/>
          <ac:spMkLst>
            <pc:docMk/>
            <pc:sldMk cId="979090327" sldId="276"/>
            <ac:spMk id="3" creationId="{7E881EA1-694B-1847-A5BB-60730AD03CB1}"/>
          </ac:spMkLst>
        </pc:spChg>
        <pc:spChg chg="del mod">
          <ac:chgData name="Manoj Sundar Ravichandran" userId="S::mravichandran@hof-university.de::453332ee-569c-4cda-ae19-79d852ef561a" providerId="AD" clId="Web-{7D4E7982-B8A4-F0BE-FAAD-A4A457A6ADD0}" dt="2024-06-03T16:11:33.819" v="400"/>
          <ac:spMkLst>
            <pc:docMk/>
            <pc:sldMk cId="979090327" sldId="276"/>
            <ac:spMk id="11" creationId="{D78BF353-5F97-DA5D-861F-7858ADB5D48A}"/>
          </ac:spMkLst>
        </pc:spChg>
        <pc:spChg chg="mod">
          <ac:chgData name="Manoj Sundar Ravichandran" userId="S::mravichandran@hof-university.de::453332ee-569c-4cda-ae19-79d852ef561a" providerId="AD" clId="Web-{7D4E7982-B8A4-F0BE-FAAD-A4A457A6ADD0}" dt="2024-06-03T16:12:07.242" v="406"/>
          <ac:spMkLst>
            <pc:docMk/>
            <pc:sldMk cId="979090327" sldId="276"/>
            <ac:spMk id="15" creationId="{04653620-934E-1DD7-1E24-BF313824DA6A}"/>
          </ac:spMkLst>
        </pc:spChg>
        <pc:spChg chg="add del mod">
          <ac:chgData name="Manoj Sundar Ravichandran" userId="S::mravichandran@hof-university.de::453332ee-569c-4cda-ae19-79d852ef561a" providerId="AD" clId="Web-{7D4E7982-B8A4-F0BE-FAAD-A4A457A6ADD0}" dt="2024-06-03T16:12:07.242" v="406"/>
          <ac:spMkLst>
            <pc:docMk/>
            <pc:sldMk cId="979090327" sldId="276"/>
            <ac:spMk id="21" creationId="{F2AE88EB-607F-8714-04E0-1A29DE3D45AA}"/>
          </ac:spMkLst>
        </pc:spChg>
        <pc:spChg chg="add del mod">
          <ac:chgData name="Manoj Sundar Ravichandran" userId="S::mravichandran@hof-university.de::453332ee-569c-4cda-ae19-79d852ef561a" providerId="AD" clId="Web-{7D4E7982-B8A4-F0BE-FAAD-A4A457A6ADD0}" dt="2024-06-03T16:12:07.242" v="406"/>
          <ac:spMkLst>
            <pc:docMk/>
            <pc:sldMk cId="979090327" sldId="276"/>
            <ac:spMk id="23" creationId="{C98C2AAC-5426-938C-C30D-8F82C308AA2C}"/>
          </ac:spMkLst>
        </pc:spChg>
        <pc:spChg chg="add mod">
          <ac:chgData name="Manoj Sundar Ravichandran" userId="S::mravichandran@hof-university.de::453332ee-569c-4cda-ae19-79d852ef561a" providerId="AD" clId="Web-{7D4E7982-B8A4-F0BE-FAAD-A4A457A6ADD0}" dt="2024-06-03T16:12:07.242" v="406"/>
          <ac:spMkLst>
            <pc:docMk/>
            <pc:sldMk cId="979090327" sldId="276"/>
            <ac:spMk id="25" creationId="{9F042166-EAC5-AA27-6021-F1BE586011E4}"/>
          </ac:spMkLst>
        </pc:spChg>
        <pc:spChg chg="add del mod">
          <ac:chgData name="Manoj Sundar Ravichandran" userId="S::mravichandran@hof-university.de::453332ee-569c-4cda-ae19-79d852ef561a" providerId="AD" clId="Web-{7D4E7982-B8A4-F0BE-FAAD-A4A457A6ADD0}" dt="2024-06-03T16:12:07.242" v="406"/>
          <ac:spMkLst>
            <pc:docMk/>
            <pc:sldMk cId="979090327" sldId="276"/>
            <ac:spMk id="27" creationId="{9F87C1A3-B0AA-DBD7-4380-483CE69A969D}"/>
          </ac:spMkLst>
        </pc:spChg>
        <pc:spChg chg="add del">
          <ac:chgData name="Manoj Sundar Ravichandran" userId="S::mravichandran@hof-university.de::453332ee-569c-4cda-ae19-79d852ef561a" providerId="AD" clId="Web-{7D4E7982-B8A4-F0BE-FAAD-A4A457A6ADD0}" dt="2024-06-03T16:12:37.915" v="410"/>
          <ac:spMkLst>
            <pc:docMk/>
            <pc:sldMk cId="979090327" sldId="276"/>
            <ac:spMk id="28" creationId="{805334EF-B013-AAC9-3637-27865CCFC9D1}"/>
          </ac:spMkLst>
        </pc:spChg>
        <pc:spChg chg="add del">
          <ac:chgData name="Manoj Sundar Ravichandran" userId="S::mravichandran@hof-university.de::453332ee-569c-4cda-ae19-79d852ef561a" providerId="AD" clId="Web-{7D4E7982-B8A4-F0BE-FAAD-A4A457A6ADD0}" dt="2024-06-03T16:12:37.915" v="410"/>
          <ac:spMkLst>
            <pc:docMk/>
            <pc:sldMk cId="979090327" sldId="276"/>
            <ac:spMk id="30" creationId="{65FCFAB7-20E9-F2A0-AEA3-FA38A0FD49EC}"/>
          </ac:spMkLst>
        </pc:spChg>
        <pc:spChg chg="add del mod">
          <ac:chgData name="Manoj Sundar Ravichandran" userId="S::mravichandran@hof-university.de::453332ee-569c-4cda-ae19-79d852ef561a" providerId="AD" clId="Web-{7D4E7982-B8A4-F0BE-FAAD-A4A457A6ADD0}" dt="2024-06-03T16:12:07.195" v="405"/>
          <ac:spMkLst>
            <pc:docMk/>
            <pc:sldMk cId="979090327" sldId="276"/>
            <ac:spMk id="32" creationId="{47B08E39-2CEE-9BB5-BF8F-B88B82F7AEAD}"/>
          </ac:spMkLst>
        </pc:spChg>
        <pc:spChg chg="add del mod">
          <ac:chgData name="Manoj Sundar Ravichandran" userId="S::mravichandran@hof-university.de::453332ee-569c-4cda-ae19-79d852ef561a" providerId="AD" clId="Web-{7D4E7982-B8A4-F0BE-FAAD-A4A457A6ADD0}" dt="2024-06-03T16:12:07.195" v="405"/>
          <ac:spMkLst>
            <pc:docMk/>
            <pc:sldMk cId="979090327" sldId="276"/>
            <ac:spMk id="34" creationId="{9B85AF42-F1B7-1B2F-F604-4EAD45B9266B}"/>
          </ac:spMkLst>
        </pc:spChg>
        <pc:spChg chg="add del mod">
          <ac:chgData name="Manoj Sundar Ravichandran" userId="S::mravichandran@hof-university.de::453332ee-569c-4cda-ae19-79d852ef561a" providerId="AD" clId="Web-{7D4E7982-B8A4-F0BE-FAAD-A4A457A6ADD0}" dt="2024-06-03T16:12:07.195" v="405"/>
          <ac:spMkLst>
            <pc:docMk/>
            <pc:sldMk cId="979090327" sldId="276"/>
            <ac:spMk id="36" creationId="{53D41455-6548-D4D6-D8A9-6824B0CF76FF}"/>
          </ac:spMkLst>
        </pc:spChg>
        <pc:spChg chg="add del mod">
          <ac:chgData name="Manoj Sundar Ravichandran" userId="S::mravichandran@hof-university.de::453332ee-569c-4cda-ae19-79d852ef561a" providerId="AD" clId="Web-{7D4E7982-B8A4-F0BE-FAAD-A4A457A6ADD0}" dt="2024-06-03T16:12:07.195" v="405"/>
          <ac:spMkLst>
            <pc:docMk/>
            <pc:sldMk cId="979090327" sldId="276"/>
            <ac:spMk id="38" creationId="{45A4A44C-5019-83CB-2516-41B4053A34DD}"/>
          </ac:spMkLst>
        </pc:spChg>
        <pc:spChg chg="add del mod">
          <ac:chgData name="Manoj Sundar Ravichandran" userId="S::mravichandran@hof-university.de::453332ee-569c-4cda-ae19-79d852ef561a" providerId="AD" clId="Web-{7D4E7982-B8A4-F0BE-FAAD-A4A457A6ADD0}" dt="2024-06-03T16:12:07.195" v="405"/>
          <ac:spMkLst>
            <pc:docMk/>
            <pc:sldMk cId="979090327" sldId="276"/>
            <ac:spMk id="40" creationId="{59C3E661-2AFC-9B37-CB91-5D3BC539D362}"/>
          </ac:spMkLst>
        </pc:spChg>
        <pc:spChg chg="add del mod">
          <ac:chgData name="Manoj Sundar Ravichandran" userId="S::mravichandran@hof-university.de::453332ee-569c-4cda-ae19-79d852ef561a" providerId="AD" clId="Web-{7D4E7982-B8A4-F0BE-FAAD-A4A457A6ADD0}" dt="2024-06-03T16:12:07.195" v="405"/>
          <ac:spMkLst>
            <pc:docMk/>
            <pc:sldMk cId="979090327" sldId="276"/>
            <ac:spMk id="42" creationId="{8F8D1CF8-F49D-D68A-DB76-EFC93E8195FC}"/>
          </ac:spMkLst>
        </pc:spChg>
        <pc:spChg chg="add del mod">
          <ac:chgData name="Manoj Sundar Ravichandran" userId="S::mravichandran@hof-university.de::453332ee-569c-4cda-ae19-79d852ef561a" providerId="AD" clId="Web-{7D4E7982-B8A4-F0BE-FAAD-A4A457A6ADD0}" dt="2024-06-03T16:12:19.477" v="408"/>
          <ac:spMkLst>
            <pc:docMk/>
            <pc:sldMk cId="979090327" sldId="276"/>
            <ac:spMk id="44" creationId="{D71F97DD-02F8-C233-2DAC-A3C266CBA89F}"/>
          </ac:spMkLst>
        </pc:spChg>
        <pc:spChg chg="add del mod">
          <ac:chgData name="Manoj Sundar Ravichandran" userId="S::mravichandran@hof-university.de::453332ee-569c-4cda-ae19-79d852ef561a" providerId="AD" clId="Web-{7D4E7982-B8A4-F0BE-FAAD-A4A457A6ADD0}" dt="2024-06-03T16:12:15.992" v="407"/>
          <ac:spMkLst>
            <pc:docMk/>
            <pc:sldMk cId="979090327" sldId="276"/>
            <ac:spMk id="45" creationId="{DCD8ACFC-7890-0BE5-16E2-2D2F18C26497}"/>
          </ac:spMkLst>
        </pc:spChg>
        <pc:graphicFrameChg chg="add mod modGraphic">
          <ac:chgData name="Manoj Sundar Ravichandran" userId="S::mravichandran@hof-university.de::453332ee-569c-4cda-ae19-79d852ef561a" providerId="AD" clId="Web-{7D4E7982-B8A4-F0BE-FAAD-A4A457A6ADD0}" dt="2024-06-03T16:13:26.385" v="414" actId="20577"/>
          <ac:graphicFrameMkLst>
            <pc:docMk/>
            <pc:sldMk cId="979090327" sldId="276"/>
            <ac:graphicFrameMk id="18" creationId="{9D969C9C-C7DE-F500-FE57-E0AE0EC32B1E}"/>
          </ac:graphicFrameMkLst>
        </pc:graphicFrameChg>
      </pc:sldChg>
      <pc:sldChg chg="del">
        <pc:chgData name="Manoj Sundar Ravichandran" userId="S::mravichandran@hof-university.de::453332ee-569c-4cda-ae19-79d852ef561a" providerId="AD" clId="Web-{7D4E7982-B8A4-F0BE-FAAD-A4A457A6ADD0}" dt="2024-06-03T15:39:00.601" v="107"/>
        <pc:sldMkLst>
          <pc:docMk/>
          <pc:sldMk cId="520032560" sldId="302"/>
        </pc:sldMkLst>
      </pc:sldChg>
      <pc:sldChg chg="del">
        <pc:chgData name="Manoj Sundar Ravichandran" userId="S::mravichandran@hof-university.de::453332ee-569c-4cda-ae19-79d852ef561a" providerId="AD" clId="Web-{7D4E7982-B8A4-F0BE-FAAD-A4A457A6ADD0}" dt="2024-06-03T15:36:00.939" v="99"/>
        <pc:sldMkLst>
          <pc:docMk/>
          <pc:sldMk cId="3576929467" sldId="303"/>
        </pc:sldMkLst>
      </pc:sldChg>
      <pc:sldChg chg="del">
        <pc:chgData name="Manoj Sundar Ravichandran" userId="S::mravichandran@hof-university.de::453332ee-569c-4cda-ae19-79d852ef561a" providerId="AD" clId="Web-{7D4E7982-B8A4-F0BE-FAAD-A4A457A6ADD0}" dt="2024-06-03T15:39:03.367" v="108"/>
        <pc:sldMkLst>
          <pc:docMk/>
          <pc:sldMk cId="1388261220" sldId="304"/>
        </pc:sldMkLst>
      </pc:sldChg>
      <pc:sldChg chg="del">
        <pc:chgData name="Manoj Sundar Ravichandran" userId="S::mravichandran@hof-university.de::453332ee-569c-4cda-ae19-79d852ef561a" providerId="AD" clId="Web-{7D4E7982-B8A4-F0BE-FAAD-A4A457A6ADD0}" dt="2024-06-03T15:42:35.201" v="123"/>
        <pc:sldMkLst>
          <pc:docMk/>
          <pc:sldMk cId="1185375381" sldId="305"/>
        </pc:sldMkLst>
      </pc:sldChg>
      <pc:sldChg chg="del">
        <pc:chgData name="Manoj Sundar Ravichandran" userId="S::mravichandran@hof-university.de::453332ee-569c-4cda-ae19-79d852ef561a" providerId="AD" clId="Web-{7D4E7982-B8A4-F0BE-FAAD-A4A457A6ADD0}" dt="2024-06-03T15:42:29.670" v="122"/>
        <pc:sldMkLst>
          <pc:docMk/>
          <pc:sldMk cId="3757046931" sldId="306"/>
        </pc:sldMkLst>
      </pc:sldChg>
      <pc:sldChg chg="del">
        <pc:chgData name="Manoj Sundar Ravichandran" userId="S::mravichandran@hof-university.de::453332ee-569c-4cda-ae19-79d852ef561a" providerId="AD" clId="Web-{7D4E7982-B8A4-F0BE-FAAD-A4A457A6ADD0}" dt="2024-06-03T15:42:28.607" v="121"/>
        <pc:sldMkLst>
          <pc:docMk/>
          <pc:sldMk cId="175944444" sldId="307"/>
        </pc:sldMkLst>
      </pc:sldChg>
      <pc:sldChg chg="del">
        <pc:chgData name="Manoj Sundar Ravichandran" userId="S::mravichandran@hof-university.de::453332ee-569c-4cda-ae19-79d852ef561a" providerId="AD" clId="Web-{7D4E7982-B8A4-F0BE-FAAD-A4A457A6ADD0}" dt="2024-06-03T15:42:19.310" v="117"/>
        <pc:sldMkLst>
          <pc:docMk/>
          <pc:sldMk cId="527624444" sldId="308"/>
        </pc:sldMkLst>
      </pc:sldChg>
      <pc:sldChg chg="del">
        <pc:chgData name="Manoj Sundar Ravichandran" userId="S::mravichandran@hof-university.de::453332ee-569c-4cda-ae19-79d852ef561a" providerId="AD" clId="Web-{7D4E7982-B8A4-F0BE-FAAD-A4A457A6ADD0}" dt="2024-06-03T15:42:13.607" v="116"/>
        <pc:sldMkLst>
          <pc:docMk/>
          <pc:sldMk cId="297761114" sldId="309"/>
        </pc:sldMkLst>
      </pc:sldChg>
      <pc:sldChg chg="del">
        <pc:chgData name="Manoj Sundar Ravichandran" userId="S::mravichandran@hof-university.de::453332ee-569c-4cda-ae19-79d852ef561a" providerId="AD" clId="Web-{7D4E7982-B8A4-F0BE-FAAD-A4A457A6ADD0}" dt="2024-06-03T15:42:12.638" v="115"/>
        <pc:sldMkLst>
          <pc:docMk/>
          <pc:sldMk cId="3153529949" sldId="310"/>
        </pc:sldMkLst>
      </pc:sldChg>
      <pc:sldChg chg="del">
        <pc:chgData name="Manoj Sundar Ravichandran" userId="S::mravichandran@hof-university.de::453332ee-569c-4cda-ae19-79d852ef561a" providerId="AD" clId="Web-{7D4E7982-B8A4-F0BE-FAAD-A4A457A6ADD0}" dt="2024-06-03T15:42:08.575" v="114"/>
        <pc:sldMkLst>
          <pc:docMk/>
          <pc:sldMk cId="1881670893" sldId="311"/>
        </pc:sldMkLst>
      </pc:sldChg>
      <pc:sldChg chg="addSp delSp modSp">
        <pc:chgData name="Manoj Sundar Ravichandran" userId="S::mravichandran@hof-university.de::453332ee-569c-4cda-ae19-79d852ef561a" providerId="AD" clId="Web-{7D4E7982-B8A4-F0BE-FAAD-A4A457A6ADD0}" dt="2024-06-03T15:49:09.213" v="209" actId="14100"/>
        <pc:sldMkLst>
          <pc:docMk/>
          <pc:sldMk cId="3387316557" sldId="312"/>
        </pc:sldMkLst>
        <pc:spChg chg="add del mod">
          <ac:chgData name="Manoj Sundar Ravichandran" userId="S::mravichandran@hof-university.de::453332ee-569c-4cda-ae19-79d852ef561a" providerId="AD" clId="Web-{7D4E7982-B8A4-F0BE-FAAD-A4A457A6ADD0}" dt="2024-06-03T15:47:07.272" v="194"/>
          <ac:spMkLst>
            <pc:docMk/>
            <pc:sldMk cId="3387316557" sldId="312"/>
            <ac:spMk id="146" creationId="{1DF4449E-60B5-1DB1-2C86-5A69C7157CC5}"/>
          </ac:spMkLst>
        </pc:spChg>
        <pc:spChg chg="add del">
          <ac:chgData name="Manoj Sundar Ravichandran" userId="S::mravichandran@hof-university.de::453332ee-569c-4cda-ae19-79d852ef561a" providerId="AD" clId="Web-{7D4E7982-B8A4-F0BE-FAAD-A4A457A6ADD0}" dt="2024-06-03T15:47:40.976" v="200"/>
          <ac:spMkLst>
            <pc:docMk/>
            <pc:sldMk cId="3387316557" sldId="312"/>
            <ac:spMk id="152" creationId="{87B2903B-2033-A69C-9926-98CDF930632A}"/>
          </ac:spMkLst>
        </pc:spChg>
        <pc:spChg chg="add">
          <ac:chgData name="Manoj Sundar Ravichandran" userId="S::mravichandran@hof-university.de::453332ee-569c-4cda-ae19-79d852ef561a" providerId="AD" clId="Web-{7D4E7982-B8A4-F0BE-FAAD-A4A457A6ADD0}" dt="2024-06-03T15:47:50.601" v="201"/>
          <ac:spMkLst>
            <pc:docMk/>
            <pc:sldMk cId="3387316557" sldId="312"/>
            <ac:spMk id="153" creationId="{0E4CB903-0CA6-53F5-03E6-EC98E0A5BC7D}"/>
          </ac:spMkLst>
        </pc:spChg>
        <pc:spChg chg="add del">
          <ac:chgData name="Manoj Sundar Ravichandran" userId="S::mravichandran@hof-university.de::453332ee-569c-4cda-ae19-79d852ef561a" providerId="AD" clId="Web-{7D4E7982-B8A4-F0BE-FAAD-A4A457A6ADD0}" dt="2024-06-03T15:47:36.039" v="199"/>
          <ac:spMkLst>
            <pc:docMk/>
            <pc:sldMk cId="3387316557" sldId="312"/>
            <ac:spMk id="154" creationId="{EC1D1524-8960-E4DD-15F3-572DE6F744BF}"/>
          </ac:spMkLst>
        </pc:spChg>
        <pc:spChg chg="add del">
          <ac:chgData name="Manoj Sundar Ravichandran" userId="S::mravichandran@hof-university.de::453332ee-569c-4cda-ae19-79d852ef561a" providerId="AD" clId="Web-{7D4E7982-B8A4-F0BE-FAAD-A4A457A6ADD0}" dt="2024-06-03T15:49:04.541" v="208"/>
          <ac:spMkLst>
            <pc:docMk/>
            <pc:sldMk cId="3387316557" sldId="312"/>
            <ac:spMk id="155" creationId="{A7A11425-9683-12CA-5560-45783DCB20F9}"/>
          </ac:spMkLst>
        </pc:spChg>
        <pc:spChg chg="add del">
          <ac:chgData name="Manoj Sundar Ravichandran" userId="S::mravichandran@hof-university.de::453332ee-569c-4cda-ae19-79d852ef561a" providerId="AD" clId="Web-{7D4E7982-B8A4-F0BE-FAAD-A4A457A6ADD0}" dt="2024-06-03T15:47:13.257" v="195"/>
          <ac:spMkLst>
            <pc:docMk/>
            <pc:sldMk cId="3387316557" sldId="312"/>
            <ac:spMk id="156" creationId="{D1D274A8-7129-7E4E-2B17-F598C8CA1A03}"/>
          </ac:spMkLst>
        </pc:spChg>
        <pc:spChg chg="add del">
          <ac:chgData name="Manoj Sundar Ravichandran" userId="S::mravichandran@hof-university.de::453332ee-569c-4cda-ae19-79d852ef561a" providerId="AD" clId="Web-{7D4E7982-B8A4-F0BE-FAAD-A4A457A6ADD0}" dt="2024-06-03T15:48:56.135" v="206"/>
          <ac:spMkLst>
            <pc:docMk/>
            <pc:sldMk cId="3387316557" sldId="312"/>
            <ac:spMk id="157" creationId="{E91109BE-D68C-1047-6EE9-A1431FF46ECF}"/>
          </ac:spMkLst>
        </pc:spChg>
        <pc:spChg chg="add del">
          <ac:chgData name="Manoj Sundar Ravichandran" userId="S::mravichandran@hof-university.de::453332ee-569c-4cda-ae19-79d852ef561a" providerId="AD" clId="Web-{7D4E7982-B8A4-F0BE-FAAD-A4A457A6ADD0}" dt="2024-06-03T15:47:17.633" v="196"/>
          <ac:spMkLst>
            <pc:docMk/>
            <pc:sldMk cId="3387316557" sldId="312"/>
            <ac:spMk id="158" creationId="{B6378D88-213A-6A1F-1AFC-4DD4A5FCF7B0}"/>
          </ac:spMkLst>
        </pc:spChg>
        <pc:spChg chg="add del">
          <ac:chgData name="Manoj Sundar Ravichandran" userId="S::mravichandran@hof-university.de::453332ee-569c-4cda-ae19-79d852ef561a" providerId="AD" clId="Web-{7D4E7982-B8A4-F0BE-FAAD-A4A457A6ADD0}" dt="2024-06-03T15:48:59.682" v="207"/>
          <ac:spMkLst>
            <pc:docMk/>
            <pc:sldMk cId="3387316557" sldId="312"/>
            <ac:spMk id="159" creationId="{0795C797-F435-C26F-F556-E0DBBD0E0BFF}"/>
          </ac:spMkLst>
        </pc:spChg>
        <pc:graphicFrameChg chg="del">
          <ac:chgData name="Manoj Sundar Ravichandran" userId="S::mravichandran@hof-university.de::453332ee-569c-4cda-ae19-79d852ef561a" providerId="AD" clId="Web-{7D4E7982-B8A4-F0BE-FAAD-A4A457A6ADD0}" dt="2024-06-03T15:45:06.768" v="124"/>
          <ac:graphicFrameMkLst>
            <pc:docMk/>
            <pc:sldMk cId="3387316557" sldId="312"/>
            <ac:graphicFrameMk id="10" creationId="{077F227B-FCC1-4612-C87C-0240AF9E9491}"/>
          </ac:graphicFrameMkLst>
        </pc:graphicFrameChg>
        <pc:graphicFrameChg chg="add mod modGraphic">
          <ac:chgData name="Manoj Sundar Ravichandran" userId="S::mravichandran@hof-university.de::453332ee-569c-4cda-ae19-79d852ef561a" providerId="AD" clId="Web-{7D4E7982-B8A4-F0BE-FAAD-A4A457A6ADD0}" dt="2024-06-03T15:49:09.213" v="209" actId="14100"/>
          <ac:graphicFrameMkLst>
            <pc:docMk/>
            <pc:sldMk cId="3387316557" sldId="312"/>
            <ac:graphicFrameMk id="148" creationId="{6EDFB427-C3DC-6FA2-33DC-928B3B4C1083}"/>
          </ac:graphicFrameMkLst>
        </pc:graphicFrameChg>
      </pc:sldChg>
      <pc:sldChg chg="del">
        <pc:chgData name="Manoj Sundar Ravichandran" userId="S::mravichandran@hof-university.de::453332ee-569c-4cda-ae19-79d852ef561a" providerId="AD" clId="Web-{7D4E7982-B8A4-F0BE-FAAD-A4A457A6ADD0}" dt="2024-06-03T15:42:27.763" v="120"/>
        <pc:sldMkLst>
          <pc:docMk/>
          <pc:sldMk cId="3033109059" sldId="318"/>
        </pc:sldMkLst>
      </pc:sldChg>
      <pc:sldChg chg="del">
        <pc:chgData name="Manoj Sundar Ravichandran" userId="S::mravichandran@hof-university.de::453332ee-569c-4cda-ae19-79d852ef561a" providerId="AD" clId="Web-{7D4E7982-B8A4-F0BE-FAAD-A4A457A6ADD0}" dt="2024-06-03T15:42:22.310" v="118"/>
        <pc:sldMkLst>
          <pc:docMk/>
          <pc:sldMk cId="758727248" sldId="319"/>
        </pc:sldMkLst>
      </pc:sldChg>
      <pc:sldChg chg="del">
        <pc:chgData name="Manoj Sundar Ravichandran" userId="S::mravichandran@hof-university.de::453332ee-569c-4cda-ae19-79d852ef561a" providerId="AD" clId="Web-{7D4E7982-B8A4-F0BE-FAAD-A4A457A6ADD0}" dt="2024-06-03T15:42:25.248" v="119"/>
        <pc:sldMkLst>
          <pc:docMk/>
          <pc:sldMk cId="4226406961" sldId="320"/>
        </pc:sldMkLst>
      </pc:sldChg>
      <pc:sldChg chg="del">
        <pc:chgData name="Manoj Sundar Ravichandran" userId="S::mravichandran@hof-university.de::453332ee-569c-4cda-ae19-79d852ef561a" providerId="AD" clId="Web-{7D4E7982-B8A4-F0BE-FAAD-A4A457A6ADD0}" dt="2024-06-03T16:05:41.293" v="280"/>
        <pc:sldMkLst>
          <pc:docMk/>
          <pc:sldMk cId="1456738245" sldId="323"/>
        </pc:sldMkLst>
      </pc:sldChg>
      <pc:sldChg chg="addSp delSp modSp mod modClrScheme chgLayout">
        <pc:chgData name="Manoj Sundar Ravichandran" userId="S::mravichandran@hof-university.de::453332ee-569c-4cda-ae19-79d852ef561a" providerId="AD" clId="Web-{7D4E7982-B8A4-F0BE-FAAD-A4A457A6ADD0}" dt="2024-06-03T15:37:55.755" v="106"/>
        <pc:sldMkLst>
          <pc:docMk/>
          <pc:sldMk cId="3912855313" sldId="324"/>
        </pc:sldMkLst>
        <pc:spChg chg="mod">
          <ac:chgData name="Manoj Sundar Ravichandran" userId="S::mravichandran@hof-university.de::453332ee-569c-4cda-ae19-79d852ef561a" providerId="AD" clId="Web-{7D4E7982-B8A4-F0BE-FAAD-A4A457A6ADD0}" dt="2024-06-03T15:20:33.614" v="0"/>
          <ac:spMkLst>
            <pc:docMk/>
            <pc:sldMk cId="3912855313" sldId="324"/>
            <ac:spMk id="2" creationId="{BC00FD76-98CE-5C73-8C1B-74C37417A1DA}"/>
          </ac:spMkLst>
        </pc:spChg>
        <pc:spChg chg="mod">
          <ac:chgData name="Manoj Sundar Ravichandran" userId="S::mravichandran@hof-university.de::453332ee-569c-4cda-ae19-79d852ef561a" providerId="AD" clId="Web-{7D4E7982-B8A4-F0BE-FAAD-A4A457A6ADD0}" dt="2024-06-03T15:20:33.614" v="0"/>
          <ac:spMkLst>
            <pc:docMk/>
            <pc:sldMk cId="3912855313" sldId="324"/>
            <ac:spMk id="3" creationId="{E22E24C5-537E-3567-0F54-46849F5A1216}"/>
          </ac:spMkLst>
        </pc:spChg>
        <pc:spChg chg="add del mod">
          <ac:chgData name="Manoj Sundar Ravichandran" userId="S::mravichandran@hof-university.de::453332ee-569c-4cda-ae19-79d852ef561a" providerId="AD" clId="Web-{7D4E7982-B8A4-F0BE-FAAD-A4A457A6ADD0}" dt="2024-06-03T15:37:55.755" v="106"/>
          <ac:spMkLst>
            <pc:docMk/>
            <pc:sldMk cId="3912855313" sldId="324"/>
            <ac:spMk id="5" creationId="{71A14E50-9059-CD86-F18E-FC313F85C36F}"/>
          </ac:spMkLst>
        </pc:spChg>
        <pc:spChg chg="del mod">
          <ac:chgData name="Manoj Sundar Ravichandran" userId="S::mravichandran@hof-university.de::453332ee-569c-4cda-ae19-79d852ef561a" providerId="AD" clId="Web-{7D4E7982-B8A4-F0BE-FAAD-A4A457A6ADD0}" dt="2024-06-03T15:25:08.747" v="6"/>
          <ac:spMkLst>
            <pc:docMk/>
            <pc:sldMk cId="3912855313" sldId="324"/>
            <ac:spMk id="6" creationId="{633E3B09-B54B-9800-9BAE-CE8A0DA2FFA4}"/>
          </ac:spMkLst>
        </pc:spChg>
        <pc:spChg chg="del">
          <ac:chgData name="Manoj Sundar Ravichandran" userId="S::mravichandran@hof-university.de::453332ee-569c-4cda-ae19-79d852ef561a" providerId="AD" clId="Web-{7D4E7982-B8A4-F0BE-FAAD-A4A457A6ADD0}" dt="2024-06-03T15:20:33.614" v="0"/>
          <ac:spMkLst>
            <pc:docMk/>
            <pc:sldMk cId="3912855313" sldId="324"/>
            <ac:spMk id="27" creationId="{FEAA38BE-3EFE-6ED4-6DFF-5A60FE563088}"/>
          </ac:spMkLst>
        </pc:spChg>
        <pc:spChg chg="del">
          <ac:chgData name="Manoj Sundar Ravichandran" userId="S::mravichandran@hof-university.de::453332ee-569c-4cda-ae19-79d852ef561a" providerId="AD" clId="Web-{7D4E7982-B8A4-F0BE-FAAD-A4A457A6ADD0}" dt="2024-06-03T15:20:33.614" v="0"/>
          <ac:spMkLst>
            <pc:docMk/>
            <pc:sldMk cId="3912855313" sldId="324"/>
            <ac:spMk id="28" creationId="{5EEF56BE-CEF5-12E1-3F32-E666947DD16A}"/>
          </ac:spMkLst>
        </pc:spChg>
        <pc:spChg chg="del">
          <ac:chgData name="Manoj Sundar Ravichandran" userId="S::mravichandran@hof-university.de::453332ee-569c-4cda-ae19-79d852ef561a" providerId="AD" clId="Web-{7D4E7982-B8A4-F0BE-FAAD-A4A457A6ADD0}" dt="2024-06-03T15:20:33.614" v="0"/>
          <ac:spMkLst>
            <pc:docMk/>
            <pc:sldMk cId="3912855313" sldId="324"/>
            <ac:spMk id="29" creationId="{B6908227-FD0B-EC8A-EBB7-A4C163E21AD3}"/>
          </ac:spMkLst>
        </pc:spChg>
        <pc:spChg chg="del">
          <ac:chgData name="Manoj Sundar Ravichandran" userId="S::mravichandran@hof-university.de::453332ee-569c-4cda-ae19-79d852ef561a" providerId="AD" clId="Web-{7D4E7982-B8A4-F0BE-FAAD-A4A457A6ADD0}" dt="2024-06-03T15:20:33.614" v="0"/>
          <ac:spMkLst>
            <pc:docMk/>
            <pc:sldMk cId="3912855313" sldId="324"/>
            <ac:spMk id="30" creationId="{21D76A1E-23DA-E234-5D1D-FE1F887FB838}"/>
          </ac:spMkLst>
        </pc:spChg>
        <pc:spChg chg="del">
          <ac:chgData name="Manoj Sundar Ravichandran" userId="S::mravichandran@hof-university.de::453332ee-569c-4cda-ae19-79d852ef561a" providerId="AD" clId="Web-{7D4E7982-B8A4-F0BE-FAAD-A4A457A6ADD0}" dt="2024-06-03T15:20:33.614" v="0"/>
          <ac:spMkLst>
            <pc:docMk/>
            <pc:sldMk cId="3912855313" sldId="324"/>
            <ac:spMk id="31" creationId="{04A90818-AFB0-EEC2-A7E6-6F351EA65EF5}"/>
          </ac:spMkLst>
        </pc:spChg>
        <pc:spChg chg="add mod">
          <ac:chgData name="Manoj Sundar Ravichandran" userId="S::mravichandran@hof-university.de::453332ee-569c-4cda-ae19-79d852ef561a" providerId="AD" clId="Web-{7D4E7982-B8A4-F0BE-FAAD-A4A457A6ADD0}" dt="2024-06-03T15:20:33.614" v="0"/>
          <ac:spMkLst>
            <pc:docMk/>
            <pc:sldMk cId="3912855313" sldId="324"/>
            <ac:spMk id="36" creationId="{69589630-CB11-F7F7-AF89-E23F3CA5F1A8}"/>
          </ac:spMkLst>
        </pc:spChg>
        <pc:spChg chg="add del mod">
          <ac:chgData name="Manoj Sundar Ravichandran" userId="S::mravichandran@hof-university.de::453332ee-569c-4cda-ae19-79d852ef561a" providerId="AD" clId="Web-{7D4E7982-B8A4-F0BE-FAAD-A4A457A6ADD0}" dt="2024-06-03T15:24:59.888" v="4"/>
          <ac:spMkLst>
            <pc:docMk/>
            <pc:sldMk cId="3912855313" sldId="324"/>
            <ac:spMk id="38" creationId="{E017A920-3B94-BC7D-F54F-490DA429D5B4}"/>
          </ac:spMkLst>
        </pc:spChg>
        <pc:picChg chg="mod ord">
          <ac:chgData name="Manoj Sundar Ravichandran" userId="S::mravichandran@hof-university.de::453332ee-569c-4cda-ae19-79d852ef561a" providerId="AD" clId="Web-{7D4E7982-B8A4-F0BE-FAAD-A4A457A6ADD0}" dt="2024-06-03T15:24:48.622" v="3" actId="14100"/>
          <ac:picMkLst>
            <pc:docMk/>
            <pc:sldMk cId="3912855313" sldId="324"/>
            <ac:picMk id="7" creationId="{585610ED-049C-E35A-9DF1-EFE07C5B71BA}"/>
          </ac:picMkLst>
        </pc:picChg>
      </pc:sldChg>
      <pc:sldChg chg="ord">
        <pc:chgData name="Manoj Sundar Ravichandran" userId="S::mravichandran@hof-university.de::453332ee-569c-4cda-ae19-79d852ef561a" providerId="AD" clId="Web-{7D4E7982-B8A4-F0BE-FAAD-A4A457A6ADD0}" dt="2024-06-03T15:41:48.075" v="113"/>
        <pc:sldMkLst>
          <pc:docMk/>
          <pc:sldMk cId="3433612566" sldId="325"/>
        </pc:sldMkLst>
      </pc:sldChg>
      <pc:sldChg chg="addSp delSp modSp">
        <pc:chgData name="Manoj Sundar Ravichandran" userId="S::mravichandran@hof-university.de::453332ee-569c-4cda-ae19-79d852ef561a" providerId="AD" clId="Web-{7D4E7982-B8A4-F0BE-FAAD-A4A457A6ADD0}" dt="2024-06-03T15:34:19.624" v="98"/>
        <pc:sldMkLst>
          <pc:docMk/>
          <pc:sldMk cId="1088235638" sldId="326"/>
        </pc:sldMkLst>
        <pc:spChg chg="mod">
          <ac:chgData name="Manoj Sundar Ravichandran" userId="S::mravichandran@hof-university.de::453332ee-569c-4cda-ae19-79d852ef561a" providerId="AD" clId="Web-{7D4E7982-B8A4-F0BE-FAAD-A4A457A6ADD0}" dt="2024-06-03T15:33:54.810" v="94"/>
          <ac:spMkLst>
            <pc:docMk/>
            <pc:sldMk cId="1088235638" sldId="326"/>
            <ac:spMk id="2" creationId="{D7DCA72A-0548-C94A-39E8-78CEC303D350}"/>
          </ac:spMkLst>
        </pc:spChg>
        <pc:spChg chg="mod">
          <ac:chgData name="Manoj Sundar Ravichandran" userId="S::mravichandran@hof-university.de::453332ee-569c-4cda-ae19-79d852ef561a" providerId="AD" clId="Web-{7D4E7982-B8A4-F0BE-FAAD-A4A457A6ADD0}" dt="2024-06-03T15:33:54.810" v="94"/>
          <ac:spMkLst>
            <pc:docMk/>
            <pc:sldMk cId="1088235638" sldId="326"/>
            <ac:spMk id="3" creationId="{E74D49DE-320D-7DB2-181D-3187C6802120}"/>
          </ac:spMkLst>
        </pc:spChg>
        <pc:spChg chg="del">
          <ac:chgData name="Manoj Sundar Ravichandran" userId="S::mravichandran@hof-university.de::453332ee-569c-4cda-ae19-79d852ef561a" providerId="AD" clId="Web-{7D4E7982-B8A4-F0BE-FAAD-A4A457A6ADD0}" dt="2024-06-03T15:33:54.810" v="94"/>
          <ac:spMkLst>
            <pc:docMk/>
            <pc:sldMk cId="1088235638" sldId="326"/>
            <ac:spMk id="4" creationId="{9885F283-93F1-5712-D40F-DA6FA8BD794A}"/>
          </ac:spMkLst>
        </pc:spChg>
        <pc:spChg chg="del">
          <ac:chgData name="Manoj Sundar Ravichandran" userId="S::mravichandran@hof-university.de::453332ee-569c-4cda-ae19-79d852ef561a" providerId="AD" clId="Web-{7D4E7982-B8A4-F0BE-FAAD-A4A457A6ADD0}" dt="2024-06-03T15:33:54.810" v="94"/>
          <ac:spMkLst>
            <pc:docMk/>
            <pc:sldMk cId="1088235638" sldId="326"/>
            <ac:spMk id="5" creationId="{416D7959-2529-5C49-6F08-F1EBEB58D12E}"/>
          </ac:spMkLst>
        </pc:spChg>
        <pc:spChg chg="mod">
          <ac:chgData name="Manoj Sundar Ravichandran" userId="S::mravichandran@hof-university.de::453332ee-569c-4cda-ae19-79d852ef561a" providerId="AD" clId="Web-{7D4E7982-B8A4-F0BE-FAAD-A4A457A6ADD0}" dt="2024-06-03T15:33:54.810" v="94"/>
          <ac:spMkLst>
            <pc:docMk/>
            <pc:sldMk cId="1088235638" sldId="326"/>
            <ac:spMk id="6" creationId="{3E490F00-269A-1E85-CE47-5C7F8BFBC170}"/>
          </ac:spMkLst>
        </pc:spChg>
        <pc:spChg chg="del">
          <ac:chgData name="Manoj Sundar Ravichandran" userId="S::mravichandran@hof-university.de::453332ee-569c-4cda-ae19-79d852ef561a" providerId="AD" clId="Web-{7D4E7982-B8A4-F0BE-FAAD-A4A457A6ADD0}" dt="2024-06-03T15:28:18.894" v="7"/>
          <ac:spMkLst>
            <pc:docMk/>
            <pc:sldMk cId="1088235638" sldId="326"/>
            <ac:spMk id="7" creationId="{795B882C-8D66-4CB4-6637-D049F04416D9}"/>
          </ac:spMkLst>
        </pc:spChg>
        <pc:spChg chg="del mod">
          <ac:chgData name="Manoj Sundar Ravichandran" userId="S::mravichandran@hof-university.de::453332ee-569c-4cda-ae19-79d852ef561a" providerId="AD" clId="Web-{7D4E7982-B8A4-F0BE-FAAD-A4A457A6ADD0}" dt="2024-06-03T15:33:54.810" v="94"/>
          <ac:spMkLst>
            <pc:docMk/>
            <pc:sldMk cId="1088235638" sldId="326"/>
            <ac:spMk id="8" creationId="{B08528D4-E621-6A9E-C895-781B4DA87FAE}"/>
          </ac:spMkLst>
        </pc:spChg>
        <pc:spChg chg="add del">
          <ac:chgData name="Manoj Sundar Ravichandran" userId="S::mravichandran@hof-university.de::453332ee-569c-4cda-ae19-79d852ef561a" providerId="AD" clId="Web-{7D4E7982-B8A4-F0BE-FAAD-A4A457A6ADD0}" dt="2024-06-03T15:34:19.624" v="98"/>
          <ac:spMkLst>
            <pc:docMk/>
            <pc:sldMk cId="1088235638" sldId="326"/>
            <ac:spMk id="14" creationId="{96F7745A-E675-B132-D6C1-B1556FE1146B}"/>
          </ac:spMkLst>
        </pc:spChg>
        <pc:spChg chg="add del">
          <ac:chgData name="Manoj Sundar Ravichandran" userId="S::mravichandran@hof-university.de::453332ee-569c-4cda-ae19-79d852ef561a" providerId="AD" clId="Web-{7D4E7982-B8A4-F0BE-FAAD-A4A457A6ADD0}" dt="2024-06-03T15:34:01.139" v="95"/>
          <ac:spMkLst>
            <pc:docMk/>
            <pc:sldMk cId="1088235638" sldId="326"/>
            <ac:spMk id="16" creationId="{E9647237-DC28-6EE5-77C9-6AAF63E7CEAF}"/>
          </ac:spMkLst>
        </pc:spChg>
        <pc:spChg chg="add del">
          <ac:chgData name="Manoj Sundar Ravichandran" userId="S::mravichandran@hof-university.de::453332ee-569c-4cda-ae19-79d852ef561a" providerId="AD" clId="Web-{7D4E7982-B8A4-F0BE-FAAD-A4A457A6ADD0}" dt="2024-06-03T15:34:05.123" v="96"/>
          <ac:spMkLst>
            <pc:docMk/>
            <pc:sldMk cId="1088235638" sldId="326"/>
            <ac:spMk id="18" creationId="{A4FF71A8-AB41-E7B5-1800-BA5D58FA2789}"/>
          </ac:spMkLst>
        </pc:spChg>
        <pc:graphicFrameChg chg="add mod">
          <ac:chgData name="Manoj Sundar Ravichandran" userId="S::mravichandran@hof-university.de::453332ee-569c-4cda-ae19-79d852ef561a" providerId="AD" clId="Web-{7D4E7982-B8A4-F0BE-FAAD-A4A457A6ADD0}" dt="2024-06-03T15:34:14.717" v="97" actId="14100"/>
          <ac:graphicFrameMkLst>
            <pc:docMk/>
            <pc:sldMk cId="1088235638" sldId="326"/>
            <ac:graphicFrameMk id="10" creationId="{26111DD7-1435-3B4B-FECB-70F621CA74AB}"/>
          </ac:graphicFrameMkLst>
        </pc:graphicFrameChg>
      </pc:sldChg>
      <pc:sldChg chg="del">
        <pc:chgData name="Manoj Sundar Ravichandran" userId="S::mravichandran@hof-university.de::453332ee-569c-4cda-ae19-79d852ef561a" providerId="AD" clId="Web-{7D4E7982-B8A4-F0BE-FAAD-A4A457A6ADD0}" dt="2024-06-03T16:05:43.418" v="281"/>
        <pc:sldMkLst>
          <pc:docMk/>
          <pc:sldMk cId="649686260" sldId="327"/>
        </pc:sldMkLst>
      </pc:sldChg>
      <pc:sldChg chg="addSp delSp modSp new mod modClrScheme chgLayout">
        <pc:chgData name="Manoj Sundar Ravichandran" userId="S::mravichandran@hof-university.de::453332ee-569c-4cda-ae19-79d852ef561a" providerId="AD" clId="Web-{7D4E7982-B8A4-F0BE-FAAD-A4A457A6ADD0}" dt="2024-06-03T15:36:54.488" v="105"/>
        <pc:sldMkLst>
          <pc:docMk/>
          <pc:sldMk cId="1911590651" sldId="328"/>
        </pc:sldMkLst>
        <pc:spChg chg="mod">
          <ac:chgData name="Manoj Sundar Ravichandran" userId="S::mravichandran@hof-university.de::453332ee-569c-4cda-ae19-79d852ef561a" providerId="AD" clId="Web-{7D4E7982-B8A4-F0BE-FAAD-A4A457A6ADD0}" dt="2024-06-03T15:36:54.488" v="105"/>
          <ac:spMkLst>
            <pc:docMk/>
            <pc:sldMk cId="1911590651" sldId="328"/>
            <ac:spMk id="2" creationId="{72D54A16-CE14-0630-EE55-8F4DE5921DA8}"/>
          </ac:spMkLst>
        </pc:spChg>
        <pc:spChg chg="mod modVis">
          <ac:chgData name="Manoj Sundar Ravichandran" userId="S::mravichandran@hof-university.de::453332ee-569c-4cda-ae19-79d852ef561a" providerId="AD" clId="Web-{7D4E7982-B8A4-F0BE-FAAD-A4A457A6ADD0}" dt="2024-06-03T15:36:54.488" v="105"/>
          <ac:spMkLst>
            <pc:docMk/>
            <pc:sldMk cId="1911590651" sldId="328"/>
            <ac:spMk id="3" creationId="{F00C1F08-BA44-CD9F-5E70-3B9BCBCF0D6A}"/>
          </ac:spMkLst>
        </pc:spChg>
        <pc:spChg chg="del">
          <ac:chgData name="Manoj Sundar Ravichandran" userId="S::mravichandran@hof-university.de::453332ee-569c-4cda-ae19-79d852ef561a" providerId="AD" clId="Web-{7D4E7982-B8A4-F0BE-FAAD-A4A457A6ADD0}" dt="2024-06-03T15:36:54.488" v="105"/>
          <ac:spMkLst>
            <pc:docMk/>
            <pc:sldMk cId="1911590651" sldId="328"/>
            <ac:spMk id="4" creationId="{183996D4-B216-83F8-EE8C-2773BA48E9BF}"/>
          </ac:spMkLst>
        </pc:spChg>
        <pc:spChg chg="del">
          <ac:chgData name="Manoj Sundar Ravichandran" userId="S::mravichandran@hof-university.de::453332ee-569c-4cda-ae19-79d852ef561a" providerId="AD" clId="Web-{7D4E7982-B8A4-F0BE-FAAD-A4A457A6ADD0}" dt="2024-06-03T15:36:54.488" v="105"/>
          <ac:spMkLst>
            <pc:docMk/>
            <pc:sldMk cId="1911590651" sldId="328"/>
            <ac:spMk id="5" creationId="{5E7BE804-8C12-B679-D4E3-0854CBD3A53E}"/>
          </ac:spMkLst>
        </pc:spChg>
        <pc:spChg chg="del">
          <ac:chgData name="Manoj Sundar Ravichandran" userId="S::mravichandran@hof-university.de::453332ee-569c-4cda-ae19-79d852ef561a" providerId="AD" clId="Web-{7D4E7982-B8A4-F0BE-FAAD-A4A457A6ADD0}" dt="2024-06-03T15:36:54.488" v="105"/>
          <ac:spMkLst>
            <pc:docMk/>
            <pc:sldMk cId="1911590651" sldId="328"/>
            <ac:spMk id="6" creationId="{4781D672-7188-1922-7267-6590C898754C}"/>
          </ac:spMkLst>
        </pc:spChg>
        <pc:spChg chg="del">
          <ac:chgData name="Manoj Sundar Ravichandran" userId="S::mravichandran@hof-university.de::453332ee-569c-4cda-ae19-79d852ef561a" providerId="AD" clId="Web-{7D4E7982-B8A4-F0BE-FAAD-A4A457A6ADD0}" dt="2024-06-03T15:36:30.190" v="101"/>
          <ac:spMkLst>
            <pc:docMk/>
            <pc:sldMk cId="1911590651" sldId="328"/>
            <ac:spMk id="7" creationId="{4CE0DBD9-AD35-7C0D-DBDD-8DF53CBA9F74}"/>
          </ac:spMkLst>
        </pc:spChg>
        <pc:spChg chg="del">
          <ac:chgData name="Manoj Sundar Ravichandran" userId="S::mravichandran@hof-university.de::453332ee-569c-4cda-ae19-79d852ef561a" providerId="AD" clId="Web-{7D4E7982-B8A4-F0BE-FAAD-A4A457A6ADD0}" dt="2024-06-03T15:36:46.394" v="102"/>
          <ac:spMkLst>
            <pc:docMk/>
            <pc:sldMk cId="1911590651" sldId="328"/>
            <ac:spMk id="8" creationId="{BEBE31DA-DD53-5CE9-18A0-C52ED7360640}"/>
          </ac:spMkLst>
        </pc:spChg>
        <pc:picChg chg="add mod ord">
          <ac:chgData name="Manoj Sundar Ravichandran" userId="S::mravichandran@hof-university.de::453332ee-569c-4cda-ae19-79d852ef561a" providerId="AD" clId="Web-{7D4E7982-B8A4-F0BE-FAAD-A4A457A6ADD0}" dt="2024-06-03T15:36:54.488" v="105"/>
          <ac:picMkLst>
            <pc:docMk/>
            <pc:sldMk cId="1911590651" sldId="328"/>
            <ac:picMk id="9" creationId="{A5B3A4E7-58BB-4D4C-4885-808DB086FA13}"/>
          </ac:picMkLst>
        </pc:picChg>
      </pc:sldChg>
      <pc:sldChg chg="addSp delSp modSp new mod modClrScheme chgLayout">
        <pc:chgData name="Manoj Sundar Ravichandran" userId="S::mravichandran@hof-university.de::453332ee-569c-4cda-ae19-79d852ef561a" providerId="AD" clId="Web-{7D4E7982-B8A4-F0BE-FAAD-A4A457A6ADD0}" dt="2024-06-03T15:41:01.948" v="112" actId="1076"/>
        <pc:sldMkLst>
          <pc:docMk/>
          <pc:sldMk cId="320888758" sldId="329"/>
        </pc:sldMkLst>
        <pc:spChg chg="mod">
          <ac:chgData name="Manoj Sundar Ravichandran" userId="S::mravichandran@hof-university.de::453332ee-569c-4cda-ae19-79d852ef561a" providerId="AD" clId="Web-{7D4E7982-B8A4-F0BE-FAAD-A4A457A6ADD0}" dt="2024-06-03T15:40:54.807" v="111"/>
          <ac:spMkLst>
            <pc:docMk/>
            <pc:sldMk cId="320888758" sldId="329"/>
            <ac:spMk id="2" creationId="{80B9106F-7880-CC2B-BDE6-AD746529438B}"/>
          </ac:spMkLst>
        </pc:spChg>
        <pc:spChg chg="mod modVis">
          <ac:chgData name="Manoj Sundar Ravichandran" userId="S::mravichandran@hof-university.de::453332ee-569c-4cda-ae19-79d852ef561a" providerId="AD" clId="Web-{7D4E7982-B8A4-F0BE-FAAD-A4A457A6ADD0}" dt="2024-06-03T15:40:54.807" v="111"/>
          <ac:spMkLst>
            <pc:docMk/>
            <pc:sldMk cId="320888758" sldId="329"/>
            <ac:spMk id="3" creationId="{0D47AB35-2DC1-45C2-9538-223E2EF62B5B}"/>
          </ac:spMkLst>
        </pc:spChg>
        <pc:spChg chg="del">
          <ac:chgData name="Manoj Sundar Ravichandran" userId="S::mravichandran@hof-university.de::453332ee-569c-4cda-ae19-79d852ef561a" providerId="AD" clId="Web-{7D4E7982-B8A4-F0BE-FAAD-A4A457A6ADD0}" dt="2024-06-03T15:40:54.807" v="111"/>
          <ac:spMkLst>
            <pc:docMk/>
            <pc:sldMk cId="320888758" sldId="329"/>
            <ac:spMk id="4" creationId="{BA78304B-1AC7-E056-DA62-D19C7557F2CD}"/>
          </ac:spMkLst>
        </pc:spChg>
        <pc:spChg chg="del">
          <ac:chgData name="Manoj Sundar Ravichandran" userId="S::mravichandran@hof-university.de::453332ee-569c-4cda-ae19-79d852ef561a" providerId="AD" clId="Web-{7D4E7982-B8A4-F0BE-FAAD-A4A457A6ADD0}" dt="2024-06-03T15:40:54.807" v="111"/>
          <ac:spMkLst>
            <pc:docMk/>
            <pc:sldMk cId="320888758" sldId="329"/>
            <ac:spMk id="5" creationId="{3872756F-EE3A-5250-F744-95B550D741CC}"/>
          </ac:spMkLst>
        </pc:spChg>
        <pc:spChg chg="del">
          <ac:chgData name="Manoj Sundar Ravichandran" userId="S::mravichandran@hof-university.de::453332ee-569c-4cda-ae19-79d852ef561a" providerId="AD" clId="Web-{7D4E7982-B8A4-F0BE-FAAD-A4A457A6ADD0}" dt="2024-06-03T15:40:54.807" v="111"/>
          <ac:spMkLst>
            <pc:docMk/>
            <pc:sldMk cId="320888758" sldId="329"/>
            <ac:spMk id="6" creationId="{86E5AB1E-522E-90C6-24C7-B4E5CA4DD275}"/>
          </ac:spMkLst>
        </pc:spChg>
        <pc:spChg chg="del">
          <ac:chgData name="Manoj Sundar Ravichandran" userId="S::mravichandran@hof-university.de::453332ee-569c-4cda-ae19-79d852ef561a" providerId="AD" clId="Web-{7D4E7982-B8A4-F0BE-FAAD-A4A457A6ADD0}" dt="2024-06-03T15:40:54.807" v="111"/>
          <ac:spMkLst>
            <pc:docMk/>
            <pc:sldMk cId="320888758" sldId="329"/>
            <ac:spMk id="7" creationId="{91D433B9-611D-79AB-0EB8-F3714CE0D83B}"/>
          </ac:spMkLst>
        </pc:spChg>
        <pc:spChg chg="del">
          <ac:chgData name="Manoj Sundar Ravichandran" userId="S::mravichandran@hof-university.de::453332ee-569c-4cda-ae19-79d852ef561a" providerId="AD" clId="Web-{7D4E7982-B8A4-F0BE-FAAD-A4A457A6ADD0}" dt="2024-06-03T15:40:50.823" v="110"/>
          <ac:spMkLst>
            <pc:docMk/>
            <pc:sldMk cId="320888758" sldId="329"/>
            <ac:spMk id="8" creationId="{131A490B-EDD5-365D-8E93-1567918CD572}"/>
          </ac:spMkLst>
        </pc:spChg>
        <pc:picChg chg="add mod ord">
          <ac:chgData name="Manoj Sundar Ravichandran" userId="S::mravichandran@hof-university.de::453332ee-569c-4cda-ae19-79d852ef561a" providerId="AD" clId="Web-{7D4E7982-B8A4-F0BE-FAAD-A4A457A6ADD0}" dt="2024-06-03T15:41:01.948" v="112" actId="1076"/>
          <ac:picMkLst>
            <pc:docMk/>
            <pc:sldMk cId="320888758" sldId="329"/>
            <ac:picMk id="9" creationId="{8EED33DB-F148-9BD3-0A33-330C002BC57E}"/>
          </ac:picMkLst>
        </pc:picChg>
      </pc:sldChg>
      <pc:sldChg chg="addSp delSp modSp add mod replId modClrScheme chgLayout">
        <pc:chgData name="Manoj Sundar Ravichandran" userId="S::mravichandran@hof-university.de::453332ee-569c-4cda-ae19-79d852ef561a" providerId="AD" clId="Web-{7D4E7982-B8A4-F0BE-FAAD-A4A457A6ADD0}" dt="2024-06-03T15:52:42.769" v="279"/>
        <pc:sldMkLst>
          <pc:docMk/>
          <pc:sldMk cId="1526520874" sldId="330"/>
        </pc:sldMkLst>
        <pc:spChg chg="mod ord">
          <ac:chgData name="Manoj Sundar Ravichandran" userId="S::mravichandran@hof-university.de::453332ee-569c-4cda-ae19-79d852ef561a" providerId="AD" clId="Web-{7D4E7982-B8A4-F0BE-FAAD-A4A457A6ADD0}" dt="2024-06-03T15:52:04.924" v="276"/>
          <ac:spMkLst>
            <pc:docMk/>
            <pc:sldMk cId="1526520874" sldId="330"/>
            <ac:spMk id="3" creationId="{9A39B153-A1F5-5886-DD6E-C6B47F94F8B9}"/>
          </ac:spMkLst>
        </pc:spChg>
        <pc:spChg chg="mod">
          <ac:chgData name="Manoj Sundar Ravichandran" userId="S::mravichandran@hof-university.de::453332ee-569c-4cda-ae19-79d852ef561a" providerId="AD" clId="Web-{7D4E7982-B8A4-F0BE-FAAD-A4A457A6ADD0}" dt="2024-06-03T15:52:04.924" v="276"/>
          <ac:spMkLst>
            <pc:docMk/>
            <pc:sldMk cId="1526520874" sldId="330"/>
            <ac:spMk id="6" creationId="{326513AD-7772-61B5-937D-C05701F4FC12}"/>
          </ac:spMkLst>
        </pc:spChg>
        <pc:spChg chg="add del mod">
          <ac:chgData name="Manoj Sundar Ravichandran" userId="S::mravichandran@hof-university.de::453332ee-569c-4cda-ae19-79d852ef561a" providerId="AD" clId="Web-{7D4E7982-B8A4-F0BE-FAAD-A4A457A6ADD0}" dt="2024-06-03T15:52:04.924" v="276"/>
          <ac:spMkLst>
            <pc:docMk/>
            <pc:sldMk cId="1526520874" sldId="330"/>
            <ac:spMk id="12" creationId="{5870DDEB-637F-753E-7456-61E7C8300D06}"/>
          </ac:spMkLst>
        </pc:spChg>
        <pc:spChg chg="mod">
          <ac:chgData name="Manoj Sundar Ravichandran" userId="S::mravichandran@hof-university.de::453332ee-569c-4cda-ae19-79d852ef561a" providerId="AD" clId="Web-{7D4E7982-B8A4-F0BE-FAAD-A4A457A6ADD0}" dt="2024-06-03T15:52:04.924" v="276"/>
          <ac:spMkLst>
            <pc:docMk/>
            <pc:sldMk cId="1526520874" sldId="330"/>
            <ac:spMk id="153" creationId="{0E4CB903-0CA6-53F5-03E6-EC98E0A5BC7D}"/>
          </ac:spMkLst>
        </pc:spChg>
        <pc:spChg chg="add del mod">
          <ac:chgData name="Manoj Sundar Ravichandran" userId="S::mravichandran@hof-university.de::453332ee-569c-4cda-ae19-79d852ef561a" providerId="AD" clId="Web-{7D4E7982-B8A4-F0BE-FAAD-A4A457A6ADD0}" dt="2024-06-03T15:52:42.769" v="279"/>
          <ac:spMkLst>
            <pc:docMk/>
            <pc:sldMk cId="1526520874" sldId="330"/>
            <ac:spMk id="159" creationId="{AA318496-439D-3232-9C5B-B5C205EAA175}"/>
          </ac:spMkLst>
        </pc:spChg>
        <pc:spChg chg="add del mod">
          <ac:chgData name="Manoj Sundar Ravichandran" userId="S::mravichandran@hof-university.de::453332ee-569c-4cda-ae19-79d852ef561a" providerId="AD" clId="Web-{7D4E7982-B8A4-F0BE-FAAD-A4A457A6ADD0}" dt="2024-06-03T15:52:39.005" v="278"/>
          <ac:spMkLst>
            <pc:docMk/>
            <pc:sldMk cId="1526520874" sldId="330"/>
            <ac:spMk id="161" creationId="{CCFB90DF-B885-FB0F-F6EE-D628ABF9529E}"/>
          </ac:spMkLst>
        </pc:spChg>
        <pc:graphicFrameChg chg="del">
          <ac:chgData name="Manoj Sundar Ravichandran" userId="S::mravichandran@hof-university.de::453332ee-569c-4cda-ae19-79d852ef561a" providerId="AD" clId="Web-{7D4E7982-B8A4-F0BE-FAAD-A4A457A6ADD0}" dt="2024-06-03T15:50:40.859" v="241"/>
          <ac:graphicFrameMkLst>
            <pc:docMk/>
            <pc:sldMk cId="1526520874" sldId="330"/>
            <ac:graphicFrameMk id="148" creationId="{6EDFB427-C3DC-6FA2-33DC-928B3B4C1083}"/>
          </ac:graphicFrameMkLst>
        </pc:graphicFrameChg>
        <pc:graphicFrameChg chg="add mod">
          <ac:chgData name="Manoj Sundar Ravichandran" userId="S::mravichandran@hof-university.de::453332ee-569c-4cda-ae19-79d852ef561a" providerId="AD" clId="Web-{7D4E7982-B8A4-F0BE-FAAD-A4A457A6ADD0}" dt="2024-06-03T15:52:31.753" v="277" actId="14100"/>
          <ac:graphicFrameMkLst>
            <pc:docMk/>
            <pc:sldMk cId="1526520874" sldId="330"/>
            <ac:graphicFrameMk id="155" creationId="{7FD22F39-86B9-0A91-4AA4-671E2929979C}"/>
          </ac:graphicFrameMkLst>
        </pc:graphicFrameChg>
      </pc:sldChg>
    </pc:docChg>
  </pc:docChgLst>
  <pc:docChgLst>
    <pc:chgData name="Manoj Sundar Ravichandran" userId="S::mravichandran@hof-university.de::453332ee-569c-4cda-ae19-79d852ef561a" providerId="AD" clId="Web-{7BF91056-11E0-4F0C-70A6-D6BA67CC9019}"/>
    <pc:docChg chg="modSld">
      <pc:chgData name="Manoj Sundar Ravichandran" userId="S::mravichandran@hof-university.de::453332ee-569c-4cda-ae19-79d852ef561a" providerId="AD" clId="Web-{7BF91056-11E0-4F0C-70A6-D6BA67CC9019}" dt="2024-06-04T07:55:48.428" v="19" actId="14100"/>
      <pc:docMkLst>
        <pc:docMk/>
      </pc:docMkLst>
      <pc:sldChg chg="modSp">
        <pc:chgData name="Manoj Sundar Ravichandran" userId="S::mravichandran@hof-university.de::453332ee-569c-4cda-ae19-79d852ef561a" providerId="AD" clId="Web-{7BF91056-11E0-4F0C-70A6-D6BA67CC9019}" dt="2024-06-04T07:36:44.015" v="2" actId="1076"/>
        <pc:sldMkLst>
          <pc:docMk/>
          <pc:sldMk cId="2265045271" sldId="272"/>
        </pc:sldMkLst>
        <pc:spChg chg="mod">
          <ac:chgData name="Manoj Sundar Ravichandran" userId="S::mravichandran@hof-university.de::453332ee-569c-4cda-ae19-79d852ef561a" providerId="AD" clId="Web-{7BF91056-11E0-4F0C-70A6-D6BA67CC9019}" dt="2024-06-04T07:36:36.890" v="1" actId="1076"/>
          <ac:spMkLst>
            <pc:docMk/>
            <pc:sldMk cId="2265045271" sldId="272"/>
            <ac:spMk id="5" creationId="{B8D93D3D-02D3-3BC3-555F-6BF13FE74264}"/>
          </ac:spMkLst>
        </pc:spChg>
        <pc:spChg chg="mod">
          <ac:chgData name="Manoj Sundar Ravichandran" userId="S::mravichandran@hof-university.de::453332ee-569c-4cda-ae19-79d852ef561a" providerId="AD" clId="Web-{7BF91056-11E0-4F0C-70A6-D6BA67CC9019}" dt="2024-06-04T07:36:44.015" v="2" actId="1076"/>
          <ac:spMkLst>
            <pc:docMk/>
            <pc:sldMk cId="2265045271" sldId="272"/>
            <ac:spMk id="10" creationId="{68F2A289-27C7-B841-95E9-2016AE39FC40}"/>
          </ac:spMkLst>
        </pc:spChg>
      </pc:sldChg>
      <pc:sldChg chg="delSp">
        <pc:chgData name="Manoj Sundar Ravichandran" userId="S::mravichandran@hof-university.de::453332ee-569c-4cda-ae19-79d852ef561a" providerId="AD" clId="Web-{7BF91056-11E0-4F0C-70A6-D6BA67CC9019}" dt="2024-06-04T07:39:15.460" v="3"/>
        <pc:sldMkLst>
          <pc:docMk/>
          <pc:sldMk cId="758406290" sldId="298"/>
        </pc:sldMkLst>
        <pc:spChg chg="del">
          <ac:chgData name="Manoj Sundar Ravichandran" userId="S::mravichandran@hof-university.de::453332ee-569c-4cda-ae19-79d852ef561a" providerId="AD" clId="Web-{7BF91056-11E0-4F0C-70A6-D6BA67CC9019}" dt="2024-06-04T07:39:15.460" v="3"/>
          <ac:spMkLst>
            <pc:docMk/>
            <pc:sldMk cId="758406290" sldId="298"/>
            <ac:spMk id="30" creationId="{06663843-2256-C9C4-2E4C-D4CC4B95348D}"/>
          </ac:spMkLst>
        </pc:spChg>
      </pc:sldChg>
      <pc:sldChg chg="modSp">
        <pc:chgData name="Manoj Sundar Ravichandran" userId="S::mravichandran@hof-university.de::453332ee-569c-4cda-ae19-79d852ef561a" providerId="AD" clId="Web-{7BF91056-11E0-4F0C-70A6-D6BA67CC9019}" dt="2024-06-04T07:55:48.428" v="19" actId="14100"/>
        <pc:sldMkLst>
          <pc:docMk/>
          <pc:sldMk cId="1993552413" sldId="313"/>
        </pc:sldMkLst>
        <pc:spChg chg="mod">
          <ac:chgData name="Manoj Sundar Ravichandran" userId="S::mravichandran@hof-university.de::453332ee-569c-4cda-ae19-79d852ef561a" providerId="AD" clId="Web-{7BF91056-11E0-4F0C-70A6-D6BA67CC9019}" dt="2024-06-04T07:55:48.428" v="19" actId="14100"/>
          <ac:spMkLst>
            <pc:docMk/>
            <pc:sldMk cId="1993552413" sldId="313"/>
            <ac:spMk id="8" creationId="{15E38C40-C9A1-48BC-4D03-937A69EA183F}"/>
          </ac:spMkLst>
        </pc:spChg>
      </pc:sldChg>
      <pc:sldChg chg="modSp">
        <pc:chgData name="Manoj Sundar Ravichandran" userId="S::mravichandran@hof-university.de::453332ee-569c-4cda-ae19-79d852ef561a" providerId="AD" clId="Web-{7BF91056-11E0-4F0C-70A6-D6BA67CC9019}" dt="2024-06-04T07:55:41.412" v="14" actId="20577"/>
        <pc:sldMkLst>
          <pc:docMk/>
          <pc:sldMk cId="928954522" sldId="314"/>
        </pc:sldMkLst>
        <pc:spChg chg="mod">
          <ac:chgData name="Manoj Sundar Ravichandran" userId="S::mravichandran@hof-university.de::453332ee-569c-4cda-ae19-79d852ef561a" providerId="AD" clId="Web-{7BF91056-11E0-4F0C-70A6-D6BA67CC9019}" dt="2024-06-04T07:55:41.412" v="14" actId="20577"/>
          <ac:spMkLst>
            <pc:docMk/>
            <pc:sldMk cId="928954522" sldId="314"/>
            <ac:spMk id="8" creationId="{B28BDFB3-2767-E68C-6911-1394E90C0232}"/>
          </ac:spMkLst>
        </pc:spChg>
      </pc:sldChg>
      <pc:sldChg chg="addSp delSp modSp">
        <pc:chgData name="Manoj Sundar Ravichandran" userId="S::mravichandran@hof-university.de::453332ee-569c-4cda-ae19-79d852ef561a" providerId="AD" clId="Web-{7BF91056-11E0-4F0C-70A6-D6BA67CC9019}" dt="2024-06-04T07:41:43.967" v="11"/>
        <pc:sldMkLst>
          <pc:docMk/>
          <pc:sldMk cId="3912855313" sldId="324"/>
        </pc:sldMkLst>
        <pc:spChg chg="add del mod">
          <ac:chgData name="Manoj Sundar Ravichandran" userId="S::mravichandran@hof-university.de::453332ee-569c-4cda-ae19-79d852ef561a" providerId="AD" clId="Web-{7BF91056-11E0-4F0C-70A6-D6BA67CC9019}" dt="2024-06-04T07:39:37.149" v="6"/>
          <ac:spMkLst>
            <pc:docMk/>
            <pc:sldMk cId="3912855313" sldId="324"/>
            <ac:spMk id="13" creationId="{0C5FD254-4A98-8E68-A9F0-D6FA527E3064}"/>
          </ac:spMkLst>
        </pc:spChg>
        <pc:spChg chg="add del mod">
          <ac:chgData name="Manoj Sundar Ravichandran" userId="S::mravichandran@hof-university.de::453332ee-569c-4cda-ae19-79d852ef561a" providerId="AD" clId="Web-{7BF91056-11E0-4F0C-70A6-D6BA67CC9019}" dt="2024-06-04T07:39:47.227" v="8"/>
          <ac:spMkLst>
            <pc:docMk/>
            <pc:sldMk cId="3912855313" sldId="324"/>
            <ac:spMk id="22" creationId="{3E525AE7-96A2-DE87-CBD3-2ACC54569171}"/>
          </ac:spMkLst>
        </pc:spChg>
        <pc:spChg chg="add del mod">
          <ac:chgData name="Manoj Sundar Ravichandran" userId="S::mravichandran@hof-university.de::453332ee-569c-4cda-ae19-79d852ef561a" providerId="AD" clId="Web-{7BF91056-11E0-4F0C-70A6-D6BA67CC9019}" dt="2024-06-04T07:41:39.764" v="10"/>
          <ac:spMkLst>
            <pc:docMk/>
            <pc:sldMk cId="3912855313" sldId="324"/>
            <ac:spMk id="31" creationId="{A6B6B15C-C418-50EE-5166-5E61DFCC6D7E}"/>
          </ac:spMkLst>
        </pc:spChg>
        <pc:spChg chg="del">
          <ac:chgData name="Manoj Sundar Ravichandran" userId="S::mravichandran@hof-university.de::453332ee-569c-4cda-ae19-79d852ef561a" providerId="AD" clId="Web-{7BF91056-11E0-4F0C-70A6-D6BA67CC9019}" dt="2024-06-04T07:39:25.726" v="4"/>
          <ac:spMkLst>
            <pc:docMk/>
            <pc:sldMk cId="3912855313" sldId="324"/>
            <ac:spMk id="36" creationId="{69589630-CB11-F7F7-AF89-E23F3CA5F1A8}"/>
          </ac:spMkLst>
        </pc:spChg>
        <pc:spChg chg="add mod">
          <ac:chgData name="Manoj Sundar Ravichandran" userId="S::mravichandran@hof-university.de::453332ee-569c-4cda-ae19-79d852ef561a" providerId="AD" clId="Web-{7BF91056-11E0-4F0C-70A6-D6BA67CC9019}" dt="2024-06-04T07:41:43.967" v="11"/>
          <ac:spMkLst>
            <pc:docMk/>
            <pc:sldMk cId="3912855313" sldId="324"/>
            <ac:spMk id="41" creationId="{647E943A-79A7-5132-1DDA-232409BC8C79}"/>
          </ac:spMkLst>
        </pc:spChg>
        <pc:graphicFrameChg chg="add del mod ord modGraphic">
          <ac:chgData name="Manoj Sundar Ravichandran" userId="S::mravichandran@hof-university.de::453332ee-569c-4cda-ae19-79d852ef561a" providerId="AD" clId="Web-{7BF91056-11E0-4F0C-70A6-D6BA67CC9019}" dt="2024-06-04T07:39:34.008" v="5"/>
          <ac:graphicFrameMkLst>
            <pc:docMk/>
            <pc:sldMk cId="3912855313" sldId="324"/>
            <ac:graphicFrameMk id="2" creationId="{0C0FCDDA-1DBC-12F1-BB84-A558C3713996}"/>
          </ac:graphicFrameMkLst>
        </pc:graphicFrameChg>
        <pc:graphicFrameChg chg="add del mod ord modGraphic">
          <ac:chgData name="Manoj Sundar Ravichandran" userId="S::mravichandran@hof-university.de::453332ee-569c-4cda-ae19-79d852ef561a" providerId="AD" clId="Web-{7BF91056-11E0-4F0C-70A6-D6BA67CC9019}" dt="2024-06-04T07:39:43.243" v="7"/>
          <ac:graphicFrameMkLst>
            <pc:docMk/>
            <pc:sldMk cId="3912855313" sldId="324"/>
            <ac:graphicFrameMk id="14" creationId="{E5A959FC-1E87-D59A-867D-50106766E7E4}"/>
          </ac:graphicFrameMkLst>
        </pc:graphicFrameChg>
        <pc:graphicFrameChg chg="add del mod ord modGraphic">
          <ac:chgData name="Manoj Sundar Ravichandran" userId="S::mravichandran@hof-university.de::453332ee-569c-4cda-ae19-79d852ef561a" providerId="AD" clId="Web-{7BF91056-11E0-4F0C-70A6-D6BA67CC9019}" dt="2024-06-04T07:39:51.509" v="9"/>
          <ac:graphicFrameMkLst>
            <pc:docMk/>
            <pc:sldMk cId="3912855313" sldId="324"/>
            <ac:graphicFrameMk id="23" creationId="{6B9716D2-4ED8-4FF5-9268-AED173CEC8E5}"/>
          </ac:graphicFrameMkLst>
        </pc:graphicFrameChg>
        <pc:graphicFrameChg chg="add del mod ord modGraphic">
          <ac:chgData name="Manoj Sundar Ravichandran" userId="S::mravichandran@hof-university.de::453332ee-569c-4cda-ae19-79d852ef561a" providerId="AD" clId="Web-{7BF91056-11E0-4F0C-70A6-D6BA67CC9019}" dt="2024-06-04T07:41:43.967" v="11"/>
          <ac:graphicFrameMkLst>
            <pc:docMk/>
            <pc:sldMk cId="3912855313" sldId="324"/>
            <ac:graphicFrameMk id="32" creationId="{22F8BE5F-00C7-5700-086B-BD6A53BA69FC}"/>
          </ac:graphicFrameMkLst>
        </pc:graphicFrameChg>
      </pc:sldChg>
    </pc:docChg>
  </pc:docChgLst>
  <pc:docChgLst>
    <pc:chgData name="Manoj Sundar Ravichandran" userId="S::mravichandran@hof-university.de::453332ee-569c-4cda-ae19-79d852ef561a" providerId="AD" clId="Web-{A881752B-386E-1DB4-1741-C74B69E3E17C}"/>
    <pc:docChg chg="addSld delSld modSld">
      <pc:chgData name="Manoj Sundar Ravichandran" userId="S::mravichandran@hof-university.de::453332ee-569c-4cda-ae19-79d852ef561a" providerId="AD" clId="Web-{A881752B-386E-1DB4-1741-C74B69E3E17C}" dt="2024-06-03T21:42:57.922" v="77" actId="20577"/>
      <pc:docMkLst>
        <pc:docMk/>
      </pc:docMkLst>
      <pc:sldChg chg="addSp modSp">
        <pc:chgData name="Manoj Sundar Ravichandran" userId="S::mravichandran@hof-university.de::453332ee-569c-4cda-ae19-79d852ef561a" providerId="AD" clId="Web-{A881752B-386E-1DB4-1741-C74B69E3E17C}" dt="2024-06-03T21:42:57.922" v="77" actId="20577"/>
        <pc:sldMkLst>
          <pc:docMk/>
          <pc:sldMk cId="3387316557" sldId="312"/>
        </pc:sldMkLst>
        <pc:spChg chg="add mod">
          <ac:chgData name="Manoj Sundar Ravichandran" userId="S::mravichandran@hof-university.de::453332ee-569c-4cda-ae19-79d852ef561a" providerId="AD" clId="Web-{A881752B-386E-1DB4-1741-C74B69E3E17C}" dt="2024-06-03T21:42:57.922" v="77" actId="20577"/>
          <ac:spMkLst>
            <pc:docMk/>
            <pc:sldMk cId="3387316557" sldId="312"/>
            <ac:spMk id="41" creationId="{E7674DDB-095A-0E01-A6D7-9C53D439203A}"/>
          </ac:spMkLst>
        </pc:spChg>
        <pc:graphicFrameChg chg="mod">
          <ac:chgData name="Manoj Sundar Ravichandran" userId="S::mravichandran@hof-university.de::453332ee-569c-4cda-ae19-79d852ef561a" providerId="AD" clId="Web-{A881752B-386E-1DB4-1741-C74B69E3E17C}" dt="2024-06-03T21:41:50.589" v="3" actId="1076"/>
          <ac:graphicFrameMkLst>
            <pc:docMk/>
            <pc:sldMk cId="3387316557" sldId="312"/>
            <ac:graphicFrameMk id="148" creationId="{6EDFB427-C3DC-6FA2-33DC-928B3B4C1083}"/>
          </ac:graphicFrameMkLst>
        </pc:graphicFrameChg>
      </pc:sldChg>
      <pc:sldChg chg="new del">
        <pc:chgData name="Manoj Sundar Ravichandran" userId="S::mravichandran@hof-university.de::453332ee-569c-4cda-ae19-79d852ef561a" providerId="AD" clId="Web-{A881752B-386E-1DB4-1741-C74B69E3E17C}" dt="2024-06-03T21:41:37.651" v="1"/>
        <pc:sldMkLst>
          <pc:docMk/>
          <pc:sldMk cId="986848842" sldId="332"/>
        </pc:sldMkLst>
      </pc:sldChg>
    </pc:docChg>
  </pc:docChgLst>
  <pc:docChgLst>
    <pc:chgData name="Manoj Sundar Ravichandran" userId="S::mravichandran@hof-university.de::453332ee-569c-4cda-ae19-79d852ef561a" providerId="AD" clId="Web-{1D86C333-283B-B7DF-BE19-45900AC5D123}"/>
    <pc:docChg chg="modSld">
      <pc:chgData name="Manoj Sundar Ravichandran" userId="S::mravichandran@hof-university.de::453332ee-569c-4cda-ae19-79d852ef561a" providerId="AD" clId="Web-{1D86C333-283B-B7DF-BE19-45900AC5D123}" dt="2024-04-22T18:36:54.492" v="11" actId="20577"/>
      <pc:docMkLst>
        <pc:docMk/>
      </pc:docMkLst>
      <pc:sldChg chg="addSp delSp modSp">
        <pc:chgData name="Manoj Sundar Ravichandran" userId="S::mravichandran@hof-university.de::453332ee-569c-4cda-ae19-79d852ef561a" providerId="AD" clId="Web-{1D86C333-283B-B7DF-BE19-45900AC5D123}" dt="2024-04-22T18:36:54.492" v="11" actId="20577"/>
        <pc:sldMkLst>
          <pc:docMk/>
          <pc:sldMk cId="3079740182" sldId="280"/>
        </pc:sldMkLst>
        <pc:spChg chg="mod">
          <ac:chgData name="Manoj Sundar Ravichandran" userId="S::mravichandran@hof-university.de::453332ee-569c-4cda-ae19-79d852ef561a" providerId="AD" clId="Web-{1D86C333-283B-B7DF-BE19-45900AC5D123}" dt="2024-04-22T18:27:45.487" v="8" actId="1076"/>
          <ac:spMkLst>
            <pc:docMk/>
            <pc:sldMk cId="3079740182" sldId="280"/>
            <ac:spMk id="4" creationId="{33FFE5B7-11C9-34C2-CC63-A1317223AFD8}"/>
          </ac:spMkLst>
        </pc:spChg>
        <pc:spChg chg="add mod">
          <ac:chgData name="Manoj Sundar Ravichandran" userId="S::mravichandran@hof-university.de::453332ee-569c-4cda-ae19-79d852ef561a" providerId="AD" clId="Web-{1D86C333-283B-B7DF-BE19-45900AC5D123}" dt="2024-04-22T18:16:55.163" v="0"/>
          <ac:spMkLst>
            <pc:docMk/>
            <pc:sldMk cId="3079740182" sldId="280"/>
            <ac:spMk id="6" creationId="{0D56AADE-FF72-AB7E-71EA-C3415FD00966}"/>
          </ac:spMkLst>
        </pc:spChg>
        <pc:spChg chg="mod">
          <ac:chgData name="Manoj Sundar Ravichandran" userId="S::mravichandran@hof-university.de::453332ee-569c-4cda-ae19-79d852ef561a" providerId="AD" clId="Web-{1D86C333-283B-B7DF-BE19-45900AC5D123}" dt="2024-04-22T18:36:54.492" v="11" actId="20577"/>
          <ac:spMkLst>
            <pc:docMk/>
            <pc:sldMk cId="3079740182" sldId="280"/>
            <ac:spMk id="14" creationId="{2BB5A271-5015-AB6F-5F4A-0D11D86FB340}"/>
          </ac:spMkLst>
        </pc:spChg>
        <pc:spChg chg="del">
          <ac:chgData name="Manoj Sundar Ravichandran" userId="S::mravichandran@hof-university.de::453332ee-569c-4cda-ae19-79d852ef561a" providerId="AD" clId="Web-{1D86C333-283B-B7DF-BE19-45900AC5D123}" dt="2024-04-22T18:16:55.163" v="0"/>
          <ac:spMkLst>
            <pc:docMk/>
            <pc:sldMk cId="3079740182" sldId="280"/>
            <ac:spMk id="18" creationId="{D0E590BC-CCED-E714-8261-F3598DBFB294}"/>
          </ac:spMkLst>
        </pc:spChg>
      </pc:sldChg>
      <pc:sldChg chg="delSp modSp">
        <pc:chgData name="Manoj Sundar Ravichandran" userId="S::mravichandran@hof-university.de::453332ee-569c-4cda-ae19-79d852ef561a" providerId="AD" clId="Web-{1D86C333-283B-B7DF-BE19-45900AC5D123}" dt="2024-04-22T18:18:17.432" v="7" actId="1076"/>
        <pc:sldMkLst>
          <pc:docMk/>
          <pc:sldMk cId="2460515594" sldId="281"/>
        </pc:sldMkLst>
        <pc:spChg chg="del mod">
          <ac:chgData name="Manoj Sundar Ravichandran" userId="S::mravichandran@hof-university.de::453332ee-569c-4cda-ae19-79d852ef561a" providerId="AD" clId="Web-{1D86C333-283B-B7DF-BE19-45900AC5D123}" dt="2024-04-22T18:17:06.883" v="2"/>
          <ac:spMkLst>
            <pc:docMk/>
            <pc:sldMk cId="2460515594" sldId="281"/>
            <ac:spMk id="4" creationId="{ED7B752B-182B-E608-218D-09D1BBAD23A6}"/>
          </ac:spMkLst>
        </pc:spChg>
        <pc:spChg chg="mod">
          <ac:chgData name="Manoj Sundar Ravichandran" userId="S::mravichandran@hof-university.de::453332ee-569c-4cda-ae19-79d852ef561a" providerId="AD" clId="Web-{1D86C333-283B-B7DF-BE19-45900AC5D123}" dt="2024-04-22T18:18:04.713" v="5" actId="1076"/>
          <ac:spMkLst>
            <pc:docMk/>
            <pc:sldMk cId="2460515594" sldId="281"/>
            <ac:spMk id="5" creationId="{6349B991-C2DE-E44E-AD19-3B5F85F430EB}"/>
          </ac:spMkLst>
        </pc:spChg>
        <pc:spChg chg="mod">
          <ac:chgData name="Manoj Sundar Ravichandran" userId="S::mravichandran@hof-university.de::453332ee-569c-4cda-ae19-79d852ef561a" providerId="AD" clId="Web-{1D86C333-283B-B7DF-BE19-45900AC5D123}" dt="2024-04-22T18:18:17.432" v="7" actId="1076"/>
          <ac:spMkLst>
            <pc:docMk/>
            <pc:sldMk cId="2460515594" sldId="281"/>
            <ac:spMk id="29" creationId="{C6AA8478-EC17-2E61-9CFB-0F2AE1366735}"/>
          </ac:spMkLst>
        </pc:spChg>
        <pc:picChg chg="mod">
          <ac:chgData name="Manoj Sundar Ravichandran" userId="S::mravichandran@hof-university.de::453332ee-569c-4cda-ae19-79d852ef561a" providerId="AD" clId="Web-{1D86C333-283B-B7DF-BE19-45900AC5D123}" dt="2024-04-22T18:18:09.697" v="6" actId="1076"/>
          <ac:picMkLst>
            <pc:docMk/>
            <pc:sldMk cId="2460515594" sldId="281"/>
            <ac:picMk id="14" creationId="{50883D69-26D0-D59D-8BA8-312F77B90F3D}"/>
          </ac:picMkLst>
        </pc:picChg>
      </pc:sldChg>
    </pc:docChg>
  </pc:docChgLst>
  <pc:docChgLst>
    <pc:chgData name="Manoj Sundar Ravichandran" userId="S::mravichandran@hof-university.de::453332ee-569c-4cda-ae19-79d852ef561a" providerId="AD" clId="Web-{1D342A13-71E7-5F1E-531F-6F9388C8517A}"/>
    <pc:docChg chg="addSld delSld modSld sldOrd">
      <pc:chgData name="Manoj Sundar Ravichandran" userId="S::mravichandran@hof-university.de::453332ee-569c-4cda-ae19-79d852ef561a" providerId="AD" clId="Web-{1D342A13-71E7-5F1E-531F-6F9388C8517A}" dt="2024-04-22T11:38:16.292" v="2273" actId="14100"/>
      <pc:docMkLst>
        <pc:docMk/>
      </pc:docMkLst>
      <pc:sldChg chg="modSp">
        <pc:chgData name="Manoj Sundar Ravichandran" userId="S::mravichandran@hof-university.de::453332ee-569c-4cda-ae19-79d852ef561a" providerId="AD" clId="Web-{1D342A13-71E7-5F1E-531F-6F9388C8517A}" dt="2024-04-22T11:16:31.768" v="2051" actId="20577"/>
        <pc:sldMkLst>
          <pc:docMk/>
          <pc:sldMk cId="2265045271" sldId="272"/>
        </pc:sldMkLst>
        <pc:spChg chg="mod">
          <ac:chgData name="Manoj Sundar Ravichandran" userId="S::mravichandran@hof-university.de::453332ee-569c-4cda-ae19-79d852ef561a" providerId="AD" clId="Web-{1D342A13-71E7-5F1E-531F-6F9388C8517A}" dt="2024-04-22T07:14:53.677" v="15" actId="20577"/>
          <ac:spMkLst>
            <pc:docMk/>
            <pc:sldMk cId="2265045271" sldId="272"/>
            <ac:spMk id="3" creationId="{7D7CE20B-22FB-5030-9099-17B9B77641BC}"/>
          </ac:spMkLst>
        </pc:spChg>
        <pc:spChg chg="mod">
          <ac:chgData name="Manoj Sundar Ravichandran" userId="S::mravichandran@hof-university.de::453332ee-569c-4cda-ae19-79d852ef561a" providerId="AD" clId="Web-{1D342A13-71E7-5F1E-531F-6F9388C8517A}" dt="2024-04-22T11:16:31.768" v="2051" actId="20577"/>
          <ac:spMkLst>
            <pc:docMk/>
            <pc:sldMk cId="2265045271" sldId="272"/>
            <ac:spMk id="10" creationId="{68F2A289-27C7-B841-95E9-2016AE39FC40}"/>
          </ac:spMkLst>
        </pc:spChg>
      </pc:sldChg>
      <pc:sldChg chg="modSp ord">
        <pc:chgData name="Manoj Sundar Ravichandran" userId="S::mravichandran@hof-university.de::453332ee-569c-4cda-ae19-79d852ef561a" providerId="AD" clId="Web-{1D342A13-71E7-5F1E-531F-6F9388C8517A}" dt="2024-04-22T11:34:29.301" v="2236" actId="1076"/>
        <pc:sldMkLst>
          <pc:docMk/>
          <pc:sldMk cId="979090327" sldId="276"/>
        </pc:sldMkLst>
        <pc:spChg chg="mod">
          <ac:chgData name="Manoj Sundar Ravichandran" userId="S::mravichandran@hof-university.de::453332ee-569c-4cda-ae19-79d852ef561a" providerId="AD" clId="Web-{1D342A13-71E7-5F1E-531F-6F9388C8517A}" dt="2024-04-22T10:53:07.804" v="1742" actId="20577"/>
          <ac:spMkLst>
            <pc:docMk/>
            <pc:sldMk cId="979090327" sldId="276"/>
            <ac:spMk id="2" creationId="{43132FB6-B625-6447-9FCC-4FB309BFB014}"/>
          </ac:spMkLst>
        </pc:spChg>
        <pc:spChg chg="mod">
          <ac:chgData name="Manoj Sundar Ravichandran" userId="S::mravichandran@hof-university.de::453332ee-569c-4cda-ae19-79d852ef561a" providerId="AD" clId="Web-{1D342A13-71E7-5F1E-531F-6F9388C8517A}" dt="2024-04-22T11:34:23.926" v="2235" actId="14100"/>
          <ac:spMkLst>
            <pc:docMk/>
            <pc:sldMk cId="979090327" sldId="276"/>
            <ac:spMk id="5" creationId="{14453ADC-0B7D-A6A1-6AB2-1BD9DAD8C8BF}"/>
          </ac:spMkLst>
        </pc:spChg>
        <pc:spChg chg="mod">
          <ac:chgData name="Manoj Sundar Ravichandran" userId="S::mravichandran@hof-university.de::453332ee-569c-4cda-ae19-79d852ef561a" providerId="AD" clId="Web-{1D342A13-71E7-5F1E-531F-6F9388C8517A}" dt="2024-04-22T11:34:29.301" v="2236" actId="1076"/>
          <ac:spMkLst>
            <pc:docMk/>
            <pc:sldMk cId="979090327" sldId="276"/>
            <ac:spMk id="7" creationId="{3178C3DB-A3ED-C900-C4C8-5608C4C5D973}"/>
          </ac:spMkLst>
        </pc:spChg>
      </pc:sldChg>
      <pc:sldChg chg="addSp delSp modSp mod modClrScheme chgLayout">
        <pc:chgData name="Manoj Sundar Ravichandran" userId="S::mravichandran@hof-university.de::453332ee-569c-4cda-ae19-79d852ef561a" providerId="AD" clId="Web-{1D342A13-71E7-5F1E-531F-6F9388C8517A}" dt="2024-04-22T11:35:48.007" v="2242" actId="20577"/>
        <pc:sldMkLst>
          <pc:docMk/>
          <pc:sldMk cId="1397383095" sldId="277"/>
        </pc:sldMkLst>
        <pc:spChg chg="mod">
          <ac:chgData name="Manoj Sundar Ravichandran" userId="S::mravichandran@hof-university.de::453332ee-569c-4cda-ae19-79d852ef561a" providerId="AD" clId="Web-{1D342A13-71E7-5F1E-531F-6F9388C8517A}" dt="2024-04-22T11:30:27.716" v="2151"/>
          <ac:spMkLst>
            <pc:docMk/>
            <pc:sldMk cId="1397383095" sldId="277"/>
            <ac:spMk id="2" creationId="{A62A9A09-9E55-0671-5EBF-A66FCC3C696A}"/>
          </ac:spMkLst>
        </pc:spChg>
        <pc:spChg chg="mod ord">
          <ac:chgData name="Manoj Sundar Ravichandran" userId="S::mravichandran@hof-university.de::453332ee-569c-4cda-ae19-79d852ef561a" providerId="AD" clId="Web-{1D342A13-71E7-5F1E-531F-6F9388C8517A}" dt="2024-04-22T11:30:27.716" v="2151"/>
          <ac:spMkLst>
            <pc:docMk/>
            <pc:sldMk cId="1397383095" sldId="277"/>
            <ac:spMk id="3" creationId="{3C90255F-2D12-9343-9BE7-ADC9115BE309}"/>
          </ac:spMkLst>
        </pc:spChg>
        <pc:spChg chg="add del mod">
          <ac:chgData name="Manoj Sundar Ravichandran" userId="S::mravichandran@hof-university.de::453332ee-569c-4cda-ae19-79d852ef561a" providerId="AD" clId="Web-{1D342A13-71E7-5F1E-531F-6F9388C8517A}" dt="2024-04-22T11:20:39.979" v="2057"/>
          <ac:spMkLst>
            <pc:docMk/>
            <pc:sldMk cId="1397383095" sldId="277"/>
            <ac:spMk id="5" creationId="{2D0771F1-943A-247B-689E-5F5C56E11983}"/>
          </ac:spMkLst>
        </pc:spChg>
        <pc:spChg chg="mod ord">
          <ac:chgData name="Manoj Sundar Ravichandran" userId="S::mravichandran@hof-university.de::453332ee-569c-4cda-ae19-79d852ef561a" providerId="AD" clId="Web-{1D342A13-71E7-5F1E-531F-6F9388C8517A}" dt="2024-04-22T11:35:48.007" v="2242" actId="20577"/>
          <ac:spMkLst>
            <pc:docMk/>
            <pc:sldMk cId="1397383095" sldId="277"/>
            <ac:spMk id="6" creationId="{5D42634F-EE18-207F-D806-EAC3EAF732BE}"/>
          </ac:spMkLst>
        </pc:spChg>
        <pc:spChg chg="del">
          <ac:chgData name="Manoj Sundar Ravichandran" userId="S::mravichandran@hof-university.de::453332ee-569c-4cda-ae19-79d852ef561a" providerId="AD" clId="Web-{1D342A13-71E7-5F1E-531F-6F9388C8517A}" dt="2024-04-22T11:11:42.650" v="1987"/>
          <ac:spMkLst>
            <pc:docMk/>
            <pc:sldMk cId="1397383095" sldId="277"/>
            <ac:spMk id="7" creationId="{B5020F22-23B6-002C-16F9-8C3BA6ECF555}"/>
          </ac:spMkLst>
        </pc:spChg>
        <pc:spChg chg="add del mod">
          <ac:chgData name="Manoj Sundar Ravichandran" userId="S::mravichandran@hof-university.de::453332ee-569c-4cda-ae19-79d852ef561a" providerId="AD" clId="Web-{1D342A13-71E7-5F1E-531F-6F9388C8517A}" dt="2024-04-22T11:33:30.581" v="2230" actId="14100"/>
          <ac:spMkLst>
            <pc:docMk/>
            <pc:sldMk cId="1397383095" sldId="277"/>
            <ac:spMk id="8" creationId="{F1486D7F-B6E0-FB3F-DA80-7F9DBC92C24A}"/>
          </ac:spMkLst>
        </pc:spChg>
        <pc:spChg chg="add del mod">
          <ac:chgData name="Manoj Sundar Ravichandran" userId="S::mravichandran@hof-university.de::453332ee-569c-4cda-ae19-79d852ef561a" providerId="AD" clId="Web-{1D342A13-71E7-5F1E-531F-6F9388C8517A}" dt="2024-04-22T11:30:27.716" v="2151"/>
          <ac:spMkLst>
            <pc:docMk/>
            <pc:sldMk cId="1397383095" sldId="277"/>
            <ac:spMk id="9" creationId="{43132FB6-B625-6447-9FCC-4FB309BFB014}"/>
          </ac:spMkLst>
        </pc:spChg>
        <pc:spChg chg="add del mod">
          <ac:chgData name="Manoj Sundar Ravichandran" userId="S::mravichandran@hof-university.de::453332ee-569c-4cda-ae19-79d852ef561a" providerId="AD" clId="Web-{1D342A13-71E7-5F1E-531F-6F9388C8517A}" dt="2024-04-22T11:30:42.654" v="2153" actId="20577"/>
          <ac:spMkLst>
            <pc:docMk/>
            <pc:sldMk cId="1397383095" sldId="277"/>
            <ac:spMk id="15" creationId="{0A06FE37-ADA1-5ED7-91BA-FF43ACD310A7}"/>
          </ac:spMkLst>
        </pc:spChg>
        <pc:picChg chg="add mod ord modCrop">
          <ac:chgData name="Manoj Sundar Ravichandran" userId="S::mravichandran@hof-university.de::453332ee-569c-4cda-ae19-79d852ef561a" providerId="AD" clId="Web-{1D342A13-71E7-5F1E-531F-6F9388C8517A}" dt="2024-04-22T11:32:12.156" v="2206"/>
          <ac:picMkLst>
            <pc:docMk/>
            <pc:sldMk cId="1397383095" sldId="277"/>
            <ac:picMk id="10" creationId="{1A1EA610-B613-A0D0-78B3-3F78333F2D60}"/>
          </ac:picMkLst>
        </pc:picChg>
        <pc:picChg chg="del">
          <ac:chgData name="Manoj Sundar Ravichandran" userId="S::mravichandran@hof-university.de::453332ee-569c-4cda-ae19-79d852ef561a" providerId="AD" clId="Web-{1D342A13-71E7-5F1E-531F-6F9388C8517A}" dt="2024-04-22T11:20:31.729" v="2056"/>
          <ac:picMkLst>
            <pc:docMk/>
            <pc:sldMk cId="1397383095" sldId="277"/>
            <ac:picMk id="14" creationId="{056CEE77-F68A-6FD6-3EEF-33BA2FBA0D79}"/>
          </ac:picMkLst>
        </pc:picChg>
      </pc:sldChg>
      <pc:sldChg chg="addSp delSp modSp">
        <pc:chgData name="Manoj Sundar Ravichandran" userId="S::mravichandran@hof-university.de::453332ee-569c-4cda-ae19-79d852ef561a" providerId="AD" clId="Web-{1D342A13-71E7-5F1E-531F-6F9388C8517A}" dt="2024-04-22T11:33:54.769" v="2232" actId="20577"/>
        <pc:sldMkLst>
          <pc:docMk/>
          <pc:sldMk cId="3079740182" sldId="280"/>
        </pc:sldMkLst>
        <pc:spChg chg="mod">
          <ac:chgData name="Manoj Sundar Ravichandran" userId="S::mravichandran@hof-university.de::453332ee-569c-4cda-ae19-79d852ef561a" providerId="AD" clId="Web-{1D342A13-71E7-5F1E-531F-6F9388C8517A}" dt="2024-04-22T07:18:38.200" v="30" actId="20577"/>
          <ac:spMkLst>
            <pc:docMk/>
            <pc:sldMk cId="3079740182" sldId="280"/>
            <ac:spMk id="2" creationId="{ED543207-428C-B452-324A-FCDD8A32D6E4}"/>
          </ac:spMkLst>
        </pc:spChg>
        <pc:spChg chg="mod">
          <ac:chgData name="Manoj Sundar Ravichandran" userId="S::mravichandran@hof-university.de::453332ee-569c-4cda-ae19-79d852ef561a" providerId="AD" clId="Web-{1D342A13-71E7-5F1E-531F-6F9388C8517A}" dt="2024-04-22T11:33:54.769" v="2232" actId="20577"/>
          <ac:spMkLst>
            <pc:docMk/>
            <pc:sldMk cId="3079740182" sldId="280"/>
            <ac:spMk id="4" creationId="{33FFE5B7-11C9-34C2-CC63-A1317223AFD8}"/>
          </ac:spMkLst>
        </pc:spChg>
        <pc:spChg chg="add del mod">
          <ac:chgData name="Manoj Sundar Ravichandran" userId="S::mravichandran@hof-university.de::453332ee-569c-4cda-ae19-79d852ef561a" providerId="AD" clId="Web-{1D342A13-71E7-5F1E-531F-6F9388C8517A}" dt="2024-04-22T07:37:08.205" v="44"/>
          <ac:spMkLst>
            <pc:docMk/>
            <pc:sldMk cId="3079740182" sldId="280"/>
            <ac:spMk id="6" creationId="{49A2E033-137D-51D6-6A86-17A74B3863CF}"/>
          </ac:spMkLst>
        </pc:spChg>
        <pc:spChg chg="mod">
          <ac:chgData name="Manoj Sundar Ravichandran" userId="S::mravichandran@hof-university.de::453332ee-569c-4cda-ae19-79d852ef561a" providerId="AD" clId="Web-{1D342A13-71E7-5F1E-531F-6F9388C8517A}" dt="2024-04-22T08:02:51.053" v="161" actId="20577"/>
          <ac:spMkLst>
            <pc:docMk/>
            <pc:sldMk cId="3079740182" sldId="280"/>
            <ac:spMk id="9" creationId="{43132FB6-B625-6447-9FCC-4FB309BFB014}"/>
          </ac:spMkLst>
        </pc:spChg>
        <pc:spChg chg="add del mod">
          <ac:chgData name="Manoj Sundar Ravichandran" userId="S::mravichandran@hof-university.de::453332ee-569c-4cda-ae19-79d852ef561a" providerId="AD" clId="Web-{1D342A13-71E7-5F1E-531F-6F9388C8517A}" dt="2024-04-22T08:59:12.826" v="616" actId="20577"/>
          <ac:spMkLst>
            <pc:docMk/>
            <pc:sldMk cId="3079740182" sldId="280"/>
            <ac:spMk id="14" creationId="{2BB5A271-5015-AB6F-5F4A-0D11D86FB340}"/>
          </ac:spMkLst>
        </pc:spChg>
        <pc:picChg chg="add mod">
          <ac:chgData name="Manoj Sundar Ravichandran" userId="S::mravichandran@hof-university.de::453332ee-569c-4cda-ae19-79d852ef561a" providerId="AD" clId="Web-{1D342A13-71E7-5F1E-531F-6F9388C8517A}" dt="2024-04-22T08:23:42.173" v="381" actId="1076"/>
          <ac:picMkLst>
            <pc:docMk/>
            <pc:sldMk cId="3079740182" sldId="280"/>
            <ac:picMk id="7" creationId="{35DA394C-3C2F-1694-AEC5-1783AA2B2A54}"/>
          </ac:picMkLst>
        </pc:picChg>
        <pc:picChg chg="add del">
          <ac:chgData name="Manoj Sundar Ravichandran" userId="S::mravichandran@hof-university.de::453332ee-569c-4cda-ae19-79d852ef561a" providerId="AD" clId="Web-{1D342A13-71E7-5F1E-531F-6F9388C8517A}" dt="2024-04-22T08:23:36.579" v="380"/>
          <ac:picMkLst>
            <pc:docMk/>
            <pc:sldMk cId="3079740182" sldId="280"/>
            <ac:picMk id="8" creationId="{F8938834-1C8B-ED34-9C14-B4D13FEE9D7C}"/>
          </ac:picMkLst>
        </pc:picChg>
      </pc:sldChg>
      <pc:sldChg chg="addSp delSp modSp mod modClrScheme chgLayout">
        <pc:chgData name="Manoj Sundar Ravichandran" userId="S::mravichandran@hof-university.de::453332ee-569c-4cda-ae19-79d852ef561a" providerId="AD" clId="Web-{1D342A13-71E7-5F1E-531F-6F9388C8517A}" dt="2024-04-22T11:34:39.270" v="2237"/>
        <pc:sldMkLst>
          <pc:docMk/>
          <pc:sldMk cId="2460515594" sldId="281"/>
        </pc:sldMkLst>
        <pc:spChg chg="mod">
          <ac:chgData name="Manoj Sundar Ravichandran" userId="S::mravichandran@hof-university.de::453332ee-569c-4cda-ae19-79d852ef561a" providerId="AD" clId="Web-{1D342A13-71E7-5F1E-531F-6F9388C8517A}" dt="2024-04-22T11:24:53.502" v="2141"/>
          <ac:spMkLst>
            <pc:docMk/>
            <pc:sldMk cId="2460515594" sldId="281"/>
            <ac:spMk id="2" creationId="{43132FB6-B625-6447-9FCC-4FB309BFB014}"/>
          </ac:spMkLst>
        </pc:spChg>
        <pc:spChg chg="mod">
          <ac:chgData name="Manoj Sundar Ravichandran" userId="S::mravichandran@hof-university.de::453332ee-569c-4cda-ae19-79d852ef561a" providerId="AD" clId="Web-{1D342A13-71E7-5F1E-531F-6F9388C8517A}" dt="2024-04-22T11:24:53.502" v="2141"/>
          <ac:spMkLst>
            <pc:docMk/>
            <pc:sldMk cId="2460515594" sldId="281"/>
            <ac:spMk id="3" creationId="{7E881EA1-694B-1847-A5BB-60730AD03CB1}"/>
          </ac:spMkLst>
        </pc:spChg>
        <pc:spChg chg="mod">
          <ac:chgData name="Manoj Sundar Ravichandran" userId="S::mravichandran@hof-university.de::453332ee-569c-4cda-ae19-79d852ef561a" providerId="AD" clId="Web-{1D342A13-71E7-5F1E-531F-6F9388C8517A}" dt="2024-04-22T11:24:53.502" v="2141"/>
          <ac:spMkLst>
            <pc:docMk/>
            <pc:sldMk cId="2460515594" sldId="281"/>
            <ac:spMk id="4" creationId="{ED7B752B-182B-E608-218D-09D1BBAD23A6}"/>
          </ac:spMkLst>
        </pc:spChg>
        <pc:spChg chg="add del mod ord">
          <ac:chgData name="Manoj Sundar Ravichandran" userId="S::mravichandran@hof-university.de::453332ee-569c-4cda-ae19-79d852ef561a" providerId="AD" clId="Web-{1D342A13-71E7-5F1E-531F-6F9388C8517A}" dt="2024-04-22T11:34:39.270" v="2237"/>
          <ac:spMkLst>
            <pc:docMk/>
            <pc:sldMk cId="2460515594" sldId="281"/>
            <ac:spMk id="5" creationId="{6349B991-C2DE-E44E-AD19-3B5F85F430EB}"/>
          </ac:spMkLst>
        </pc:spChg>
        <pc:spChg chg="mod ord">
          <ac:chgData name="Manoj Sundar Ravichandran" userId="S::mravichandran@hof-university.de::453332ee-569c-4cda-ae19-79d852ef561a" providerId="AD" clId="Web-{1D342A13-71E7-5F1E-531F-6F9388C8517A}" dt="2024-04-22T11:24:53.502" v="2141"/>
          <ac:spMkLst>
            <pc:docMk/>
            <pc:sldMk cId="2460515594" sldId="281"/>
            <ac:spMk id="7" creationId="{190987B0-753C-7738-0C90-7E82C48F38A3}"/>
          </ac:spMkLst>
        </pc:spChg>
        <pc:spChg chg="del">
          <ac:chgData name="Manoj Sundar Ravichandran" userId="S::mravichandran@hof-university.de::453332ee-569c-4cda-ae19-79d852ef561a" providerId="AD" clId="Web-{1D342A13-71E7-5F1E-531F-6F9388C8517A}" dt="2024-04-22T10:54:40.619" v="1758"/>
          <ac:spMkLst>
            <pc:docMk/>
            <pc:sldMk cId="2460515594" sldId="281"/>
            <ac:spMk id="8" creationId="{FC561E9C-A1DF-DD82-4747-6DBA78488FD8}"/>
          </ac:spMkLst>
        </pc:spChg>
        <pc:spChg chg="del">
          <ac:chgData name="Manoj Sundar Ravichandran" userId="S::mravichandran@hof-university.de::453332ee-569c-4cda-ae19-79d852ef561a" providerId="AD" clId="Web-{1D342A13-71E7-5F1E-531F-6F9388C8517A}" dt="2024-04-22T10:54:42.307" v="1759"/>
          <ac:spMkLst>
            <pc:docMk/>
            <pc:sldMk cId="2460515594" sldId="281"/>
            <ac:spMk id="9" creationId="{030F4260-3C17-1644-9F34-3E0C211A14A9}"/>
          </ac:spMkLst>
        </pc:spChg>
        <pc:spChg chg="add del mod">
          <ac:chgData name="Manoj Sundar Ravichandran" userId="S::mravichandran@hof-university.de::453332ee-569c-4cda-ae19-79d852ef561a" providerId="AD" clId="Web-{1D342A13-71E7-5F1E-531F-6F9388C8517A}" dt="2024-04-22T09:44:13.882" v="796"/>
          <ac:spMkLst>
            <pc:docMk/>
            <pc:sldMk cId="2460515594" sldId="281"/>
            <ac:spMk id="11" creationId="{C26B7088-E9FD-AF03-C3C0-2B855E8B49CC}"/>
          </ac:spMkLst>
        </pc:spChg>
        <pc:spChg chg="add del mod">
          <ac:chgData name="Manoj Sundar Ravichandran" userId="S::mravichandran@hof-university.de::453332ee-569c-4cda-ae19-79d852ef561a" providerId="AD" clId="Web-{1D342A13-71E7-5F1E-531F-6F9388C8517A}" dt="2024-04-22T11:11:37.885" v="1986"/>
          <ac:spMkLst>
            <pc:docMk/>
            <pc:sldMk cId="2460515594" sldId="281"/>
            <ac:spMk id="13" creationId="{9EA73BF0-3004-68A0-F8CC-D5CCFFF5C282}"/>
          </ac:spMkLst>
        </pc:spChg>
        <pc:spChg chg="add del mod">
          <ac:chgData name="Manoj Sundar Ravichandran" userId="S::mravichandran@hof-university.de::453332ee-569c-4cda-ae19-79d852ef561a" providerId="AD" clId="Web-{1D342A13-71E7-5F1E-531F-6F9388C8517A}" dt="2024-04-22T11:24:47.705" v="2138"/>
          <ac:spMkLst>
            <pc:docMk/>
            <pc:sldMk cId="2460515594" sldId="281"/>
            <ac:spMk id="19" creationId="{CD9D8FB1-1640-CC8F-7E79-A3BE831655AE}"/>
          </ac:spMkLst>
        </pc:spChg>
        <pc:spChg chg="add del mod">
          <ac:chgData name="Manoj Sundar Ravichandran" userId="S::mravichandran@hof-university.de::453332ee-569c-4cda-ae19-79d852ef561a" providerId="AD" clId="Web-{1D342A13-71E7-5F1E-531F-6F9388C8517A}" dt="2024-04-22T11:24:47.705" v="2138"/>
          <ac:spMkLst>
            <pc:docMk/>
            <pc:sldMk cId="2460515594" sldId="281"/>
            <ac:spMk id="21" creationId="{6E112225-45BC-D653-2FAE-57D9D13AEB8C}"/>
          </ac:spMkLst>
        </pc:spChg>
        <pc:spChg chg="add del mod">
          <ac:chgData name="Manoj Sundar Ravichandran" userId="S::mravichandran@hof-university.de::453332ee-569c-4cda-ae19-79d852ef561a" providerId="AD" clId="Web-{1D342A13-71E7-5F1E-531F-6F9388C8517A}" dt="2024-04-22T11:24:47.705" v="2138"/>
          <ac:spMkLst>
            <pc:docMk/>
            <pc:sldMk cId="2460515594" sldId="281"/>
            <ac:spMk id="23" creationId="{532B46BC-5A9B-0372-8CAF-3C11A8DB8896}"/>
          </ac:spMkLst>
        </pc:spChg>
        <pc:spChg chg="add del mod">
          <ac:chgData name="Manoj Sundar Ravichandran" userId="S::mravichandran@hof-university.de::453332ee-569c-4cda-ae19-79d852ef561a" providerId="AD" clId="Web-{1D342A13-71E7-5F1E-531F-6F9388C8517A}" dt="2024-04-22T11:24:47.705" v="2138"/>
          <ac:spMkLst>
            <pc:docMk/>
            <pc:sldMk cId="2460515594" sldId="281"/>
            <ac:spMk id="25" creationId="{011EC6D2-AF83-E042-30AE-ABA770E46E60}"/>
          </ac:spMkLst>
        </pc:spChg>
        <pc:spChg chg="add del mod">
          <ac:chgData name="Manoj Sundar Ravichandran" userId="S::mravichandran@hof-university.de::453332ee-569c-4cda-ae19-79d852ef561a" providerId="AD" clId="Web-{1D342A13-71E7-5F1E-531F-6F9388C8517A}" dt="2024-04-22T11:24:53.487" v="2140"/>
          <ac:spMkLst>
            <pc:docMk/>
            <pc:sldMk cId="2460515594" sldId="281"/>
            <ac:spMk id="27" creationId="{455F6A51-D338-CCD4-5341-4B8C88348902}"/>
          </ac:spMkLst>
        </pc:spChg>
        <pc:spChg chg="add del mod">
          <ac:chgData name="Manoj Sundar Ravichandran" userId="S::mravichandran@hof-university.de::453332ee-569c-4cda-ae19-79d852ef561a" providerId="AD" clId="Web-{1D342A13-71E7-5F1E-531F-6F9388C8517A}" dt="2024-04-22T11:25:19.722" v="2145"/>
          <ac:spMkLst>
            <pc:docMk/>
            <pc:sldMk cId="2460515594" sldId="281"/>
            <ac:spMk id="28" creationId="{B8A15285-CC53-8299-0889-F1451090108A}"/>
          </ac:spMkLst>
        </pc:spChg>
        <pc:spChg chg="add del mod">
          <ac:chgData name="Manoj Sundar Ravichandran" userId="S::mravichandran@hof-university.de::453332ee-569c-4cda-ae19-79d852ef561a" providerId="AD" clId="Web-{1D342A13-71E7-5F1E-531F-6F9388C8517A}" dt="2024-04-22T11:26:03.676" v="2150" actId="20577"/>
          <ac:spMkLst>
            <pc:docMk/>
            <pc:sldMk cId="2460515594" sldId="281"/>
            <ac:spMk id="29" creationId="{C6AA8478-EC17-2E61-9CFB-0F2AE1366735}"/>
          </ac:spMkLst>
        </pc:spChg>
        <pc:graphicFrameChg chg="add del mod ord modGraphic">
          <ac:chgData name="Manoj Sundar Ravichandran" userId="S::mravichandran@hof-university.de::453332ee-569c-4cda-ae19-79d852ef561a" providerId="AD" clId="Web-{1D342A13-71E7-5F1E-531F-6F9388C8517A}" dt="2024-04-22T11:25:23.081" v="2146"/>
          <ac:graphicFrameMkLst>
            <pc:docMk/>
            <pc:sldMk cId="2460515594" sldId="281"/>
            <ac:graphicFrameMk id="15" creationId="{7B1B89ED-570E-19E6-C2EF-232C723F1879}"/>
          </ac:graphicFrameMkLst>
        </pc:graphicFrameChg>
        <pc:picChg chg="del">
          <ac:chgData name="Manoj Sundar Ravichandran" userId="S::mravichandran@hof-university.de::453332ee-569c-4cda-ae19-79d852ef561a" providerId="AD" clId="Web-{1D342A13-71E7-5F1E-531F-6F9388C8517A}" dt="2024-04-22T11:20:16.650" v="2053"/>
          <ac:picMkLst>
            <pc:docMk/>
            <pc:sldMk cId="2460515594" sldId="281"/>
            <ac:picMk id="6" creationId="{CCD0E203-7B6A-77E8-8AB8-DC56E8ED3F4B}"/>
          </ac:picMkLst>
        </pc:picChg>
        <pc:picChg chg="add mod">
          <ac:chgData name="Manoj Sundar Ravichandran" userId="S::mravichandran@hof-university.de::453332ee-569c-4cda-ae19-79d852ef561a" providerId="AD" clId="Web-{1D342A13-71E7-5F1E-531F-6F9388C8517A}" dt="2024-04-22T11:24:53.502" v="2141"/>
          <ac:picMkLst>
            <pc:docMk/>
            <pc:sldMk cId="2460515594" sldId="281"/>
            <ac:picMk id="14" creationId="{50883D69-26D0-D59D-8BA8-312F77B90F3D}"/>
          </ac:picMkLst>
        </pc:picChg>
      </pc:sldChg>
      <pc:sldChg chg="addSp delSp modSp">
        <pc:chgData name="Manoj Sundar Ravichandran" userId="S::mravichandran@hof-university.de::453332ee-569c-4cda-ae19-79d852ef561a" providerId="AD" clId="Web-{1D342A13-71E7-5F1E-531F-6F9388C8517A}" dt="2024-04-22T11:01:36.241" v="1856" actId="20577"/>
        <pc:sldMkLst>
          <pc:docMk/>
          <pc:sldMk cId="570757576" sldId="282"/>
        </pc:sldMkLst>
        <pc:spChg chg="del mod">
          <ac:chgData name="Manoj Sundar Ravichandran" userId="S::mravichandran@hof-university.de::453332ee-569c-4cda-ae19-79d852ef561a" providerId="AD" clId="Web-{1D342A13-71E7-5F1E-531F-6F9388C8517A}" dt="2024-04-22T11:01:06.428" v="1827"/>
          <ac:spMkLst>
            <pc:docMk/>
            <pc:sldMk cId="570757576" sldId="282"/>
            <ac:spMk id="4" creationId="{36FA371E-8EC4-89CC-7FAC-A36E171D8676}"/>
          </ac:spMkLst>
        </pc:spChg>
        <pc:spChg chg="del">
          <ac:chgData name="Manoj Sundar Ravichandran" userId="S::mravichandran@hof-university.de::453332ee-569c-4cda-ae19-79d852ef561a" providerId="AD" clId="Web-{1D342A13-71E7-5F1E-531F-6F9388C8517A}" dt="2024-04-22T11:01:06.490" v="1828"/>
          <ac:spMkLst>
            <pc:docMk/>
            <pc:sldMk cId="570757576" sldId="282"/>
            <ac:spMk id="5" creationId="{766E37FC-2DB3-7072-73D7-6D5BD7CBFB7F}"/>
          </ac:spMkLst>
        </pc:spChg>
        <pc:spChg chg="add del mod">
          <ac:chgData name="Manoj Sundar Ravichandran" userId="S::mravichandran@hof-university.de::453332ee-569c-4cda-ae19-79d852ef561a" providerId="AD" clId="Web-{1D342A13-71E7-5F1E-531F-6F9388C8517A}" dt="2024-04-22T11:01:36.241" v="1856" actId="20577"/>
          <ac:spMkLst>
            <pc:docMk/>
            <pc:sldMk cId="570757576" sldId="282"/>
            <ac:spMk id="9" creationId="{43132FB6-B625-6447-9FCC-4FB309BFB014}"/>
          </ac:spMkLst>
        </pc:spChg>
      </pc:sldChg>
      <pc:sldChg chg="addSp delSp modSp del ord">
        <pc:chgData name="Manoj Sundar Ravichandran" userId="S::mravichandran@hof-university.de::453332ee-569c-4cda-ae19-79d852ef561a" providerId="AD" clId="Web-{1D342A13-71E7-5F1E-531F-6F9388C8517A}" dt="2024-04-22T11:04:30.294" v="1896"/>
        <pc:sldMkLst>
          <pc:docMk/>
          <pc:sldMk cId="924645107" sldId="284"/>
        </pc:sldMkLst>
        <pc:spChg chg="del">
          <ac:chgData name="Manoj Sundar Ravichandran" userId="S::mravichandran@hof-university.de::453332ee-569c-4cda-ae19-79d852ef561a" providerId="AD" clId="Web-{1D342A13-71E7-5F1E-531F-6F9388C8517A}" dt="2024-04-22T10:49:00.984" v="1638"/>
          <ac:spMkLst>
            <pc:docMk/>
            <pc:sldMk cId="924645107" sldId="284"/>
            <ac:spMk id="4" creationId="{28579241-B4F6-6442-F072-70A14A5A2027}"/>
          </ac:spMkLst>
        </pc:spChg>
        <pc:spChg chg="add mod">
          <ac:chgData name="Manoj Sundar Ravichandran" userId="S::mravichandran@hof-university.de::453332ee-569c-4cda-ae19-79d852ef561a" providerId="AD" clId="Web-{1D342A13-71E7-5F1E-531F-6F9388C8517A}" dt="2024-04-22T10:49:04.703" v="1640"/>
          <ac:spMkLst>
            <pc:docMk/>
            <pc:sldMk cId="924645107" sldId="284"/>
            <ac:spMk id="6" creationId="{7D919824-7247-4880-F287-7BA201DE958A}"/>
          </ac:spMkLst>
        </pc:spChg>
        <pc:spChg chg="del">
          <ac:chgData name="Manoj Sundar Ravichandran" userId="S::mravichandran@hof-university.de::453332ee-569c-4cda-ae19-79d852ef561a" providerId="AD" clId="Web-{1D342A13-71E7-5F1E-531F-6F9388C8517A}" dt="2024-04-22T10:49:21" v="1655"/>
          <ac:spMkLst>
            <pc:docMk/>
            <pc:sldMk cId="924645107" sldId="284"/>
            <ac:spMk id="7" creationId="{AB7C2EBF-08BF-BF1C-AB8D-91B91E755D5B}"/>
          </ac:spMkLst>
        </pc:spChg>
        <pc:spChg chg="del">
          <ac:chgData name="Manoj Sundar Ravichandran" userId="S::mravichandran@hof-university.de::453332ee-569c-4cda-ae19-79d852ef561a" providerId="AD" clId="Web-{1D342A13-71E7-5F1E-531F-6F9388C8517A}" dt="2024-04-22T10:49:04.703" v="1640"/>
          <ac:spMkLst>
            <pc:docMk/>
            <pc:sldMk cId="924645107" sldId="284"/>
            <ac:spMk id="8" creationId="{57A4FE36-383F-EC62-01CE-9B3258EE8F40}"/>
          </ac:spMkLst>
        </pc:spChg>
        <pc:spChg chg="mod">
          <ac:chgData name="Manoj Sundar Ravichandran" userId="S::mravichandran@hof-university.de::453332ee-569c-4cda-ae19-79d852ef561a" providerId="AD" clId="Web-{1D342A13-71E7-5F1E-531F-6F9388C8517A}" dt="2024-04-22T10:49:39.423" v="1668" actId="20577"/>
          <ac:spMkLst>
            <pc:docMk/>
            <pc:sldMk cId="924645107" sldId="284"/>
            <ac:spMk id="9" creationId="{43132FB6-B625-6447-9FCC-4FB309BFB014}"/>
          </ac:spMkLst>
        </pc:spChg>
        <pc:picChg chg="del">
          <ac:chgData name="Manoj Sundar Ravichandran" userId="S::mravichandran@hof-university.de::453332ee-569c-4cda-ae19-79d852ef561a" providerId="AD" clId="Web-{1D342A13-71E7-5F1E-531F-6F9388C8517A}" dt="2024-04-22T10:49:02.265" v="1639"/>
          <ac:picMkLst>
            <pc:docMk/>
            <pc:sldMk cId="924645107" sldId="284"/>
            <ac:picMk id="1026" creationId="{676D502F-BCC0-4189-5FAD-443B5435809D}"/>
          </ac:picMkLst>
        </pc:picChg>
      </pc:sldChg>
      <pc:sldChg chg="delSp">
        <pc:chgData name="Manoj Sundar Ravichandran" userId="S::mravichandran@hof-university.de::453332ee-569c-4cda-ae19-79d852ef561a" providerId="AD" clId="Web-{1D342A13-71E7-5F1E-531F-6F9388C8517A}" dt="2024-04-22T11:01:50.945" v="1858"/>
        <pc:sldMkLst>
          <pc:docMk/>
          <pc:sldMk cId="2353119598" sldId="287"/>
        </pc:sldMkLst>
        <pc:spChg chg="del">
          <ac:chgData name="Manoj Sundar Ravichandran" userId="S::mravichandran@hof-university.de::453332ee-569c-4cda-ae19-79d852ef561a" providerId="AD" clId="Web-{1D342A13-71E7-5F1E-531F-6F9388C8517A}" dt="2024-04-22T11:01:44.351" v="1857"/>
          <ac:spMkLst>
            <pc:docMk/>
            <pc:sldMk cId="2353119598" sldId="287"/>
            <ac:spMk id="9" creationId="{43132FB6-B625-6447-9FCC-4FB309BFB014}"/>
          </ac:spMkLst>
        </pc:spChg>
        <pc:spChg chg="topLvl">
          <ac:chgData name="Manoj Sundar Ravichandran" userId="S::mravichandran@hof-university.de::453332ee-569c-4cda-ae19-79d852ef561a" providerId="AD" clId="Web-{1D342A13-71E7-5F1E-531F-6F9388C8517A}" dt="2024-04-22T11:01:50.945" v="1858"/>
          <ac:spMkLst>
            <pc:docMk/>
            <pc:sldMk cId="2353119598" sldId="287"/>
            <ac:spMk id="11" creationId="{9298AA33-FEFB-77B1-46A5-09E468D6F3E3}"/>
          </ac:spMkLst>
        </pc:spChg>
        <pc:grpChg chg="del">
          <ac:chgData name="Manoj Sundar Ravichandran" userId="S::mravichandran@hof-university.de::453332ee-569c-4cda-ae19-79d852ef561a" providerId="AD" clId="Web-{1D342A13-71E7-5F1E-531F-6F9388C8517A}" dt="2024-04-22T11:01:50.945" v="1858"/>
          <ac:grpSpMkLst>
            <pc:docMk/>
            <pc:sldMk cId="2353119598" sldId="287"/>
            <ac:grpSpMk id="12" creationId="{4F308EB3-7439-73B9-75CB-F07584CF5D4B}"/>
          </ac:grpSpMkLst>
        </pc:grpChg>
        <pc:picChg chg="del topLvl">
          <ac:chgData name="Manoj Sundar Ravichandran" userId="S::mravichandran@hof-university.de::453332ee-569c-4cda-ae19-79d852ef561a" providerId="AD" clId="Web-{1D342A13-71E7-5F1E-531F-6F9388C8517A}" dt="2024-04-22T11:01:50.945" v="1858"/>
          <ac:picMkLst>
            <pc:docMk/>
            <pc:sldMk cId="2353119598" sldId="287"/>
            <ac:picMk id="6" creationId="{D6D6B719-1D94-3126-7089-F50868B60BB1}"/>
          </ac:picMkLst>
        </pc:picChg>
      </pc:sldChg>
      <pc:sldChg chg="addSp delSp modSp">
        <pc:chgData name="Manoj Sundar Ravichandran" userId="S::mravichandran@hof-university.de::453332ee-569c-4cda-ae19-79d852ef561a" providerId="AD" clId="Web-{1D342A13-71E7-5F1E-531F-6F9388C8517A}" dt="2024-04-22T11:00:48.287" v="1825" actId="20577"/>
        <pc:sldMkLst>
          <pc:docMk/>
          <pc:sldMk cId="399147548" sldId="288"/>
        </pc:sldMkLst>
        <pc:spChg chg="add del mod">
          <ac:chgData name="Manoj Sundar Ravichandran" userId="S::mravichandran@hof-university.de::453332ee-569c-4cda-ae19-79d852ef561a" providerId="AD" clId="Web-{1D342A13-71E7-5F1E-531F-6F9388C8517A}" dt="2024-04-22T11:00:29.302" v="1812"/>
          <ac:spMkLst>
            <pc:docMk/>
            <pc:sldMk cId="399147548" sldId="288"/>
            <ac:spMk id="5" creationId="{61A31468-773D-B767-EA3B-E0A566AB69FC}"/>
          </ac:spMkLst>
        </pc:spChg>
        <pc:spChg chg="mod">
          <ac:chgData name="Manoj Sundar Ravichandran" userId="S::mravichandran@hof-university.de::453332ee-569c-4cda-ae19-79d852ef561a" providerId="AD" clId="Web-{1D342A13-71E7-5F1E-531F-6F9388C8517A}" dt="2024-04-22T11:00:48.287" v="1825" actId="20577"/>
          <ac:spMkLst>
            <pc:docMk/>
            <pc:sldMk cId="399147548" sldId="288"/>
            <ac:spMk id="6" creationId="{43132FB6-B625-6447-9FCC-4FB309BFB014}"/>
          </ac:spMkLst>
        </pc:spChg>
        <pc:spChg chg="del mod">
          <ac:chgData name="Manoj Sundar Ravichandran" userId="S::mravichandran@hof-university.de::453332ee-569c-4cda-ae19-79d852ef561a" providerId="AD" clId="Web-{1D342A13-71E7-5F1E-531F-6F9388C8517A}" dt="2024-04-22T11:00:38.380" v="1815"/>
          <ac:spMkLst>
            <pc:docMk/>
            <pc:sldMk cId="399147548" sldId="288"/>
            <ac:spMk id="7" creationId="{6E6A49FC-75AC-E537-1534-AA5E0724DB56}"/>
          </ac:spMkLst>
        </pc:spChg>
      </pc:sldChg>
      <pc:sldChg chg="addSp delSp modSp">
        <pc:chgData name="Manoj Sundar Ravichandran" userId="S::mravichandran@hof-university.de::453332ee-569c-4cda-ae19-79d852ef561a" providerId="AD" clId="Web-{1D342A13-71E7-5F1E-531F-6F9388C8517A}" dt="2024-04-22T10:57:39.859" v="1787" actId="20577"/>
        <pc:sldMkLst>
          <pc:docMk/>
          <pc:sldMk cId="2179062688" sldId="290"/>
        </pc:sldMkLst>
        <pc:spChg chg="mod">
          <ac:chgData name="Manoj Sundar Ravichandran" userId="S::mravichandran@hof-university.de::453332ee-569c-4cda-ae19-79d852ef561a" providerId="AD" clId="Web-{1D342A13-71E7-5F1E-531F-6F9388C8517A}" dt="2024-04-22T10:48:26.749" v="1627" actId="20577"/>
          <ac:spMkLst>
            <pc:docMk/>
            <pc:sldMk cId="2179062688" sldId="290"/>
            <ac:spMk id="5" creationId="{9477CB56-04FD-A537-7AB3-9A2E6B72391D}"/>
          </ac:spMkLst>
        </pc:spChg>
        <pc:spChg chg="del">
          <ac:chgData name="Manoj Sundar Ravichandran" userId="S::mravichandran@hof-university.de::453332ee-569c-4cda-ae19-79d852ef561a" providerId="AD" clId="Web-{1D342A13-71E7-5F1E-531F-6F9388C8517A}" dt="2024-04-22T10:48:44.202" v="1632"/>
          <ac:spMkLst>
            <pc:docMk/>
            <pc:sldMk cId="2179062688" sldId="290"/>
            <ac:spMk id="6" creationId="{CD9A02AB-0EA8-30E9-BEDF-9376A03F0A04}"/>
          </ac:spMkLst>
        </pc:spChg>
        <pc:spChg chg="del">
          <ac:chgData name="Manoj Sundar Ravichandran" userId="S::mravichandran@hof-university.de::453332ee-569c-4cda-ae19-79d852ef561a" providerId="AD" clId="Web-{1D342A13-71E7-5F1E-531F-6F9388C8517A}" dt="2024-04-22T10:48:42.062" v="1631"/>
          <ac:spMkLst>
            <pc:docMk/>
            <pc:sldMk cId="2179062688" sldId="290"/>
            <ac:spMk id="8" creationId="{DD834144-A2EB-566C-4F20-7F22D7DE38A3}"/>
          </ac:spMkLst>
        </pc:spChg>
        <pc:spChg chg="add del mod">
          <ac:chgData name="Manoj Sundar Ravichandran" userId="S::mravichandran@hof-university.de::453332ee-569c-4cda-ae19-79d852ef561a" providerId="AD" clId="Web-{1D342A13-71E7-5F1E-531F-6F9388C8517A}" dt="2024-04-22T10:57:39.859" v="1787" actId="20577"/>
          <ac:spMkLst>
            <pc:docMk/>
            <pc:sldMk cId="2179062688" sldId="290"/>
            <ac:spMk id="9" creationId="{43132FB6-B625-6447-9FCC-4FB309BFB014}"/>
          </ac:spMkLst>
        </pc:spChg>
        <pc:spChg chg="del">
          <ac:chgData name="Manoj Sundar Ravichandran" userId="S::mravichandran@hof-university.de::453332ee-569c-4cda-ae19-79d852ef561a" providerId="AD" clId="Web-{1D342A13-71E7-5F1E-531F-6F9388C8517A}" dt="2024-04-22T10:48:40.452" v="1630"/>
          <ac:spMkLst>
            <pc:docMk/>
            <pc:sldMk cId="2179062688" sldId="290"/>
            <ac:spMk id="10" creationId="{6D74FA34-FB15-278A-8474-B60967DE978D}"/>
          </ac:spMkLst>
        </pc:spChg>
        <pc:picChg chg="del">
          <ac:chgData name="Manoj Sundar Ravichandran" userId="S::mravichandran@hof-university.de::453332ee-569c-4cda-ae19-79d852ef561a" providerId="AD" clId="Web-{1D342A13-71E7-5F1E-531F-6F9388C8517A}" dt="2024-04-22T10:48:32.202" v="1628"/>
          <ac:picMkLst>
            <pc:docMk/>
            <pc:sldMk cId="2179062688" sldId="290"/>
            <ac:picMk id="7" creationId="{D0814994-831D-5123-2A1C-9D48540EB80F}"/>
          </ac:picMkLst>
        </pc:picChg>
        <pc:picChg chg="del">
          <ac:chgData name="Manoj Sundar Ravichandran" userId="S::mravichandran@hof-university.de::453332ee-569c-4cda-ae19-79d852ef561a" providerId="AD" clId="Web-{1D342A13-71E7-5F1E-531F-6F9388C8517A}" dt="2024-04-22T10:48:35.030" v="1629"/>
          <ac:picMkLst>
            <pc:docMk/>
            <pc:sldMk cId="2179062688" sldId="290"/>
            <ac:picMk id="1026" creationId="{703F6268-BBD7-F68A-CF68-0D6CCCE69C75}"/>
          </ac:picMkLst>
        </pc:picChg>
      </pc:sldChg>
      <pc:sldChg chg="addSp delSp modSp del">
        <pc:chgData name="Manoj Sundar Ravichandran" userId="S::mravichandran@hof-university.de::453332ee-569c-4cda-ae19-79d852ef561a" providerId="AD" clId="Web-{1D342A13-71E7-5F1E-531F-6F9388C8517A}" dt="2024-04-22T11:02:01.789" v="1859"/>
        <pc:sldMkLst>
          <pc:docMk/>
          <pc:sldMk cId="1511342070" sldId="291"/>
        </pc:sldMkLst>
        <pc:spChg chg="del">
          <ac:chgData name="Manoj Sundar Ravichandran" userId="S::mravichandran@hof-university.de::453332ee-569c-4cda-ae19-79d852ef561a" providerId="AD" clId="Web-{1D342A13-71E7-5F1E-531F-6F9388C8517A}" dt="2024-04-22T10:48:53.281" v="1634"/>
          <ac:spMkLst>
            <pc:docMk/>
            <pc:sldMk cId="1511342070" sldId="291"/>
            <ac:spMk id="4" creationId="{4DD23468-1788-8875-1B83-B4F671EF045B}"/>
          </ac:spMkLst>
        </pc:spChg>
        <pc:spChg chg="del">
          <ac:chgData name="Manoj Sundar Ravichandran" userId="S::mravichandran@hof-university.de::453332ee-569c-4cda-ae19-79d852ef561a" providerId="AD" clId="Web-{1D342A13-71E7-5F1E-531F-6F9388C8517A}" dt="2024-04-22T10:48:52.890" v="1633"/>
          <ac:spMkLst>
            <pc:docMk/>
            <pc:sldMk cId="1511342070" sldId="291"/>
            <ac:spMk id="5" creationId="{BDCE48E7-53C8-FD9D-A8CE-DE35C599A4C2}"/>
          </ac:spMkLst>
        </pc:spChg>
        <pc:spChg chg="del">
          <ac:chgData name="Manoj Sundar Ravichandran" userId="S::mravichandran@hof-university.de::453332ee-569c-4cda-ae19-79d852ef561a" providerId="AD" clId="Web-{1D342A13-71E7-5F1E-531F-6F9388C8517A}" dt="2024-04-22T10:48:58.234" v="1637"/>
          <ac:spMkLst>
            <pc:docMk/>
            <pc:sldMk cId="1511342070" sldId="291"/>
            <ac:spMk id="6" creationId="{43132FB6-B625-6447-9FCC-4FB309BFB014}"/>
          </ac:spMkLst>
        </pc:spChg>
        <pc:spChg chg="add mod">
          <ac:chgData name="Manoj Sundar Ravichandran" userId="S::mravichandran@hof-university.de::453332ee-569c-4cda-ae19-79d852ef561a" providerId="AD" clId="Web-{1D342A13-71E7-5F1E-531F-6F9388C8517A}" dt="2024-04-22T10:48:53.281" v="1634"/>
          <ac:spMkLst>
            <pc:docMk/>
            <pc:sldMk cId="1511342070" sldId="291"/>
            <ac:spMk id="8" creationId="{9E22A74D-121A-F78A-6ADF-7E53E0A7EC52}"/>
          </ac:spMkLst>
        </pc:spChg>
        <pc:spChg chg="del">
          <ac:chgData name="Manoj Sundar Ravichandran" userId="S::mravichandran@hof-university.de::453332ee-569c-4cda-ae19-79d852ef561a" providerId="AD" clId="Web-{1D342A13-71E7-5F1E-531F-6F9388C8517A}" dt="2024-04-22T10:48:55.812" v="1636"/>
          <ac:spMkLst>
            <pc:docMk/>
            <pc:sldMk cId="1511342070" sldId="291"/>
            <ac:spMk id="11" creationId="{65F89F37-9867-2BEA-2665-62106F335202}"/>
          </ac:spMkLst>
        </pc:spChg>
        <pc:picChg chg="del">
          <ac:chgData name="Manoj Sundar Ravichandran" userId="S::mravichandran@hof-university.de::453332ee-569c-4cda-ae19-79d852ef561a" providerId="AD" clId="Web-{1D342A13-71E7-5F1E-531F-6F9388C8517A}" dt="2024-04-22T10:48:53.578" v="1635"/>
          <ac:picMkLst>
            <pc:docMk/>
            <pc:sldMk cId="1511342070" sldId="291"/>
            <ac:picMk id="10" creationId="{5449E5C4-6C73-7C6D-D479-D59A5B9532E6}"/>
          </ac:picMkLst>
        </pc:picChg>
      </pc:sldChg>
      <pc:sldChg chg="delSp modSp">
        <pc:chgData name="Manoj Sundar Ravichandran" userId="S::mravichandran@hof-university.de::453332ee-569c-4cda-ae19-79d852ef561a" providerId="AD" clId="Web-{1D342A13-71E7-5F1E-531F-6F9388C8517A}" dt="2024-04-22T11:00:16.458" v="1808" actId="20577"/>
        <pc:sldMkLst>
          <pc:docMk/>
          <pc:sldMk cId="838887318" sldId="293"/>
        </pc:sldMkLst>
        <pc:spChg chg="del">
          <ac:chgData name="Manoj Sundar Ravichandran" userId="S::mravichandran@hof-university.de::453332ee-569c-4cda-ae19-79d852ef561a" providerId="AD" clId="Web-{1D342A13-71E7-5F1E-531F-6F9388C8517A}" dt="2024-04-22T10:57:57.782" v="1792"/>
          <ac:spMkLst>
            <pc:docMk/>
            <pc:sldMk cId="838887318" sldId="293"/>
            <ac:spMk id="5" creationId="{152BB7F0-B37A-2024-7991-0C16C4EDDD87}"/>
          </ac:spMkLst>
        </pc:spChg>
        <pc:spChg chg="del mod">
          <ac:chgData name="Manoj Sundar Ravichandran" userId="S::mravichandran@hof-university.de::453332ee-569c-4cda-ae19-79d852ef561a" providerId="AD" clId="Web-{1D342A13-71E7-5F1E-531F-6F9388C8517A}" dt="2024-04-22T10:58:06.094" v="1797"/>
          <ac:spMkLst>
            <pc:docMk/>
            <pc:sldMk cId="838887318" sldId="293"/>
            <ac:spMk id="6" creationId="{BCFEA5ED-D1A0-1EC0-AAB4-59E10B5AFFDD}"/>
          </ac:spMkLst>
        </pc:spChg>
        <pc:spChg chg="del">
          <ac:chgData name="Manoj Sundar Ravichandran" userId="S::mravichandran@hof-university.de::453332ee-569c-4cda-ae19-79d852ef561a" providerId="AD" clId="Web-{1D342A13-71E7-5F1E-531F-6F9388C8517A}" dt="2024-04-22T10:58:07.938" v="1798"/>
          <ac:spMkLst>
            <pc:docMk/>
            <pc:sldMk cId="838887318" sldId="293"/>
            <ac:spMk id="7" creationId="{AB7C2EBF-08BF-BF1C-AB8D-91B91E755D5B}"/>
          </ac:spMkLst>
        </pc:spChg>
        <pc:spChg chg="mod">
          <ac:chgData name="Manoj Sundar Ravichandran" userId="S::mravichandran@hof-university.de::453332ee-569c-4cda-ae19-79d852ef561a" providerId="AD" clId="Web-{1D342A13-71E7-5F1E-531F-6F9388C8517A}" dt="2024-04-22T11:00:16.458" v="1808" actId="20577"/>
          <ac:spMkLst>
            <pc:docMk/>
            <pc:sldMk cId="838887318" sldId="293"/>
            <ac:spMk id="9" creationId="{43132FB6-B625-6447-9FCC-4FB309BFB014}"/>
          </ac:spMkLst>
        </pc:spChg>
        <pc:spChg chg="del">
          <ac:chgData name="Manoj Sundar Ravichandran" userId="S::mravichandran@hof-university.de::453332ee-569c-4cda-ae19-79d852ef561a" providerId="AD" clId="Web-{1D342A13-71E7-5F1E-531F-6F9388C8517A}" dt="2024-04-22T10:57:56.313" v="1791"/>
          <ac:spMkLst>
            <pc:docMk/>
            <pc:sldMk cId="838887318" sldId="293"/>
            <ac:spMk id="10" creationId="{30E4508C-8082-19A0-A2C6-AE21D14C967C}"/>
          </ac:spMkLst>
        </pc:spChg>
        <pc:spChg chg="del">
          <ac:chgData name="Manoj Sundar Ravichandran" userId="S::mravichandran@hof-university.de::453332ee-569c-4cda-ae19-79d852ef561a" providerId="AD" clId="Web-{1D342A13-71E7-5F1E-531F-6F9388C8517A}" dt="2024-04-22T10:57:53.453" v="1790"/>
          <ac:spMkLst>
            <pc:docMk/>
            <pc:sldMk cId="838887318" sldId="293"/>
            <ac:spMk id="11" creationId="{3E2FE339-9F39-97D1-3B00-0D624846BA39}"/>
          </ac:spMkLst>
        </pc:spChg>
        <pc:picChg chg="del">
          <ac:chgData name="Manoj Sundar Ravichandran" userId="S::mravichandran@hof-university.de::453332ee-569c-4cda-ae19-79d852ef561a" providerId="AD" clId="Web-{1D342A13-71E7-5F1E-531F-6F9388C8517A}" dt="2024-04-22T10:57:50.813" v="1789"/>
          <ac:picMkLst>
            <pc:docMk/>
            <pc:sldMk cId="838887318" sldId="293"/>
            <ac:picMk id="1028" creationId="{BDE1DAEC-46F2-37CA-909D-E6F68939CEB1}"/>
          </ac:picMkLst>
        </pc:picChg>
        <pc:picChg chg="del">
          <ac:chgData name="Manoj Sundar Ravichandran" userId="S::mravichandran@hof-university.de::453332ee-569c-4cda-ae19-79d852ef561a" providerId="AD" clId="Web-{1D342A13-71E7-5F1E-531F-6F9388C8517A}" dt="2024-04-22T10:57:48.891" v="1788"/>
          <ac:picMkLst>
            <pc:docMk/>
            <pc:sldMk cId="838887318" sldId="293"/>
            <ac:picMk id="1030" creationId="{DFBAC7EE-DBAD-2AE5-F580-7BDF2ACCDD1E}"/>
          </ac:picMkLst>
        </pc:picChg>
      </pc:sldChg>
      <pc:sldChg chg="addSp delSp modSp new mod modClrScheme chgLayout">
        <pc:chgData name="Manoj Sundar Ravichandran" userId="S::mravichandran@hof-university.de::453332ee-569c-4cda-ae19-79d852ef561a" providerId="AD" clId="Web-{1D342A13-71E7-5F1E-531F-6F9388C8517A}" dt="2024-04-22T11:34:02.769" v="2233"/>
        <pc:sldMkLst>
          <pc:docMk/>
          <pc:sldMk cId="2880050546" sldId="294"/>
        </pc:sldMkLst>
        <pc:spChg chg="add del mod ord">
          <ac:chgData name="Manoj Sundar Ravichandran" userId="S::mravichandran@hof-university.de::453332ee-569c-4cda-ae19-79d852ef561a" providerId="AD" clId="Web-{1D342A13-71E7-5F1E-531F-6F9388C8517A}" dt="2024-04-22T10:52:13.412" v="1717" actId="20577"/>
          <ac:spMkLst>
            <pc:docMk/>
            <pc:sldMk cId="2880050546" sldId="294"/>
            <ac:spMk id="2" creationId="{2951AE17-0145-F535-F1D2-AAD656580EA8}"/>
          </ac:spMkLst>
        </pc:spChg>
        <pc:spChg chg="mod ord">
          <ac:chgData name="Manoj Sundar Ravichandran" userId="S::mravichandran@hof-university.de::453332ee-569c-4cda-ae19-79d852ef561a" providerId="AD" clId="Web-{1D342A13-71E7-5F1E-531F-6F9388C8517A}" dt="2024-04-22T09:31:41.093" v="687"/>
          <ac:spMkLst>
            <pc:docMk/>
            <pc:sldMk cId="2880050546" sldId="294"/>
            <ac:spMk id="3" creationId="{0DB14DCE-3B9D-E90F-B440-A74F18C2B261}"/>
          </ac:spMkLst>
        </pc:spChg>
        <pc:spChg chg="mod ord">
          <ac:chgData name="Manoj Sundar Ravichandran" userId="S::mravichandran@hof-university.de::453332ee-569c-4cda-ae19-79d852ef561a" providerId="AD" clId="Web-{1D342A13-71E7-5F1E-531F-6F9388C8517A}" dt="2024-04-22T09:33:53.207" v="721" actId="20577"/>
          <ac:spMkLst>
            <pc:docMk/>
            <pc:sldMk cId="2880050546" sldId="294"/>
            <ac:spMk id="4" creationId="{1AFB26B9-D6DD-A4B4-C0AB-61D51F45BBFA}"/>
          </ac:spMkLst>
        </pc:spChg>
        <pc:spChg chg="del mod ord">
          <ac:chgData name="Manoj Sundar Ravichandran" userId="S::mravichandran@hof-university.de::453332ee-569c-4cda-ae19-79d852ef561a" providerId="AD" clId="Web-{1D342A13-71E7-5F1E-531F-6F9388C8517A}" dt="2024-04-22T09:31:41.093" v="687"/>
          <ac:spMkLst>
            <pc:docMk/>
            <pc:sldMk cId="2880050546" sldId="294"/>
            <ac:spMk id="5" creationId="{0F0C49AC-A398-38DB-E853-EDB6B2C4C99F}"/>
          </ac:spMkLst>
        </pc:spChg>
        <pc:spChg chg="del mod ord">
          <ac:chgData name="Manoj Sundar Ravichandran" userId="S::mravichandran@hof-university.de::453332ee-569c-4cda-ae19-79d852ef561a" providerId="AD" clId="Web-{1D342A13-71E7-5F1E-531F-6F9388C8517A}" dt="2024-04-22T09:31:29.671" v="683"/>
          <ac:spMkLst>
            <pc:docMk/>
            <pc:sldMk cId="2880050546" sldId="294"/>
            <ac:spMk id="6" creationId="{A6DE1A21-43C2-E537-F614-6DF0CDD2ADB3}"/>
          </ac:spMkLst>
        </pc:spChg>
        <pc:spChg chg="del mod ord">
          <ac:chgData name="Manoj Sundar Ravichandran" userId="S::mravichandran@hof-university.de::453332ee-569c-4cda-ae19-79d852ef561a" providerId="AD" clId="Web-{1D342A13-71E7-5F1E-531F-6F9388C8517A}" dt="2024-04-22T08:32:54.347" v="425"/>
          <ac:spMkLst>
            <pc:docMk/>
            <pc:sldMk cId="2880050546" sldId="294"/>
            <ac:spMk id="7" creationId="{1131FF45-6605-6C27-0C16-312BD35B66F8}"/>
          </ac:spMkLst>
        </pc:spChg>
        <pc:spChg chg="del">
          <ac:chgData name="Manoj Sundar Ravichandran" userId="S::mravichandran@hof-university.de::453332ee-569c-4cda-ae19-79d852ef561a" providerId="AD" clId="Web-{1D342A13-71E7-5F1E-531F-6F9388C8517A}" dt="2024-04-22T08:31:53.658" v="403"/>
          <ac:spMkLst>
            <pc:docMk/>
            <pc:sldMk cId="2880050546" sldId="294"/>
            <ac:spMk id="8" creationId="{0D0E3FC8-59C2-049A-C17A-3F8DAE4AA3FA}"/>
          </ac:spMkLst>
        </pc:spChg>
        <pc:spChg chg="add mod ord">
          <ac:chgData name="Manoj Sundar Ravichandran" userId="S::mravichandran@hof-university.de::453332ee-569c-4cda-ae19-79d852ef561a" providerId="AD" clId="Web-{1D342A13-71E7-5F1E-531F-6F9388C8517A}" dt="2024-04-22T11:34:02.769" v="2233"/>
          <ac:spMkLst>
            <pc:docMk/>
            <pc:sldMk cId="2880050546" sldId="294"/>
            <ac:spMk id="9" creationId="{CD4F46EB-FF7A-F246-CDBA-618ABB50E0FB}"/>
          </ac:spMkLst>
        </pc:spChg>
        <pc:spChg chg="add del mod">
          <ac:chgData name="Manoj Sundar Ravichandran" userId="S::mravichandran@hof-university.de::453332ee-569c-4cda-ae19-79d852ef561a" providerId="AD" clId="Web-{1D342A13-71E7-5F1E-531F-6F9388C8517A}" dt="2024-04-22T09:32:40.845" v="695"/>
          <ac:spMkLst>
            <pc:docMk/>
            <pc:sldMk cId="2880050546" sldId="294"/>
            <ac:spMk id="14" creationId="{41027677-E29D-A829-6DC7-34757DCE1C99}"/>
          </ac:spMkLst>
        </pc:spChg>
        <pc:spChg chg="add del mod">
          <ac:chgData name="Manoj Sundar Ravichandran" userId="S::mravichandran@hof-university.de::453332ee-569c-4cda-ae19-79d852ef561a" providerId="AD" clId="Web-{1D342A13-71E7-5F1E-531F-6F9388C8517A}" dt="2024-04-22T10:50:51.862" v="1711"/>
          <ac:spMkLst>
            <pc:docMk/>
            <pc:sldMk cId="2880050546" sldId="294"/>
            <ac:spMk id="16" creationId="{17DCC20F-7B64-4418-DB71-6A27FA689EEF}"/>
          </ac:spMkLst>
        </pc:spChg>
        <pc:picChg chg="add mod ord">
          <ac:chgData name="Manoj Sundar Ravichandran" userId="S::mravichandran@hof-university.de::453332ee-569c-4cda-ae19-79d852ef561a" providerId="AD" clId="Web-{1D342A13-71E7-5F1E-531F-6F9388C8517A}" dt="2024-04-22T09:33:31.159" v="719" actId="14100"/>
          <ac:picMkLst>
            <pc:docMk/>
            <pc:sldMk cId="2880050546" sldId="294"/>
            <ac:picMk id="7" creationId="{8BE4B907-F446-0A1F-D72C-869666EE2B74}"/>
          </ac:picMkLst>
        </pc:picChg>
      </pc:sldChg>
      <pc:sldChg chg="delSp modSp new">
        <pc:chgData name="Manoj Sundar Ravichandran" userId="S::mravichandran@hof-university.de::453332ee-569c-4cda-ae19-79d852ef561a" providerId="AD" clId="Web-{1D342A13-71E7-5F1E-531F-6F9388C8517A}" dt="2024-04-22T11:38:16.292" v="2273" actId="14100"/>
        <pc:sldMkLst>
          <pc:docMk/>
          <pc:sldMk cId="2935229500" sldId="295"/>
        </pc:sldMkLst>
        <pc:spChg chg="mod">
          <ac:chgData name="Manoj Sundar Ravichandran" userId="S::mravichandran@hof-university.de::453332ee-569c-4cda-ae19-79d852ef561a" providerId="AD" clId="Web-{1D342A13-71E7-5F1E-531F-6F9388C8517A}" dt="2024-04-22T11:14:16.749" v="2049" actId="20577"/>
          <ac:spMkLst>
            <pc:docMk/>
            <pc:sldMk cId="2935229500" sldId="295"/>
            <ac:spMk id="2" creationId="{C75CC3A2-3B35-E091-0C53-05E95ECAA4D6}"/>
          </ac:spMkLst>
        </pc:spChg>
        <pc:spChg chg="mod">
          <ac:chgData name="Manoj Sundar Ravichandran" userId="S::mravichandran@hof-university.de::453332ee-569c-4cda-ae19-79d852ef561a" providerId="AD" clId="Web-{1D342A13-71E7-5F1E-531F-6F9388C8517A}" dt="2024-04-22T11:38:09.901" v="2272" actId="1076"/>
          <ac:spMkLst>
            <pc:docMk/>
            <pc:sldMk cId="2935229500" sldId="295"/>
            <ac:spMk id="5" creationId="{95D4C84F-2FD7-C8A9-8B1A-E701D7D67900}"/>
          </ac:spMkLst>
        </pc:spChg>
        <pc:spChg chg="mod">
          <ac:chgData name="Manoj Sundar Ravichandran" userId="S::mravichandran@hof-university.de::453332ee-569c-4cda-ae19-79d852ef561a" providerId="AD" clId="Web-{1D342A13-71E7-5F1E-531F-6F9388C8517A}" dt="2024-04-22T11:12:16.605" v="2003" actId="20577"/>
          <ac:spMkLst>
            <pc:docMk/>
            <pc:sldMk cId="2935229500" sldId="295"/>
            <ac:spMk id="6" creationId="{613EFE54-D6FF-3FCC-5362-4C919B522597}"/>
          </ac:spMkLst>
        </pc:spChg>
        <pc:spChg chg="mod">
          <ac:chgData name="Manoj Sundar Ravichandran" userId="S::mravichandran@hof-university.de::453332ee-569c-4cda-ae19-79d852ef561a" providerId="AD" clId="Web-{1D342A13-71E7-5F1E-531F-6F9388C8517A}" dt="2024-04-22T11:38:16.292" v="2273" actId="14100"/>
          <ac:spMkLst>
            <pc:docMk/>
            <pc:sldMk cId="2935229500" sldId="295"/>
            <ac:spMk id="7" creationId="{1C1C2A63-EE40-4DD1-9C7F-E5334F46F2E6}"/>
          </ac:spMkLst>
        </pc:spChg>
        <pc:spChg chg="del">
          <ac:chgData name="Manoj Sundar Ravichandran" userId="S::mravichandran@hof-university.de::453332ee-569c-4cda-ae19-79d852ef561a" providerId="AD" clId="Web-{1D342A13-71E7-5F1E-531F-6F9388C8517A}" dt="2024-04-22T11:05:55.905" v="1923"/>
          <ac:spMkLst>
            <pc:docMk/>
            <pc:sldMk cId="2935229500" sldId="295"/>
            <ac:spMk id="8" creationId="{B675EC43-F63D-29E4-3920-4FC3A7074112}"/>
          </ac:spMkLst>
        </pc:spChg>
      </pc:sldChg>
      <pc:sldChg chg="new del">
        <pc:chgData name="Manoj Sundar Ravichandran" userId="S::mravichandran@hof-university.de::453332ee-569c-4cda-ae19-79d852ef561a" providerId="AD" clId="Web-{1D342A13-71E7-5F1E-531F-6F9388C8517A}" dt="2024-04-22T10:46:39.511" v="1626"/>
        <pc:sldMkLst>
          <pc:docMk/>
          <pc:sldMk cId="3542718226" sldId="295"/>
        </pc:sldMkLst>
      </pc:sldChg>
    </pc:docChg>
  </pc:docChgLst>
  <pc:docChgLst>
    <pc:chgData name="Manoj Sundar Ravichandran" userId="S::mravichandran@hof-university.de::453332ee-569c-4cda-ae19-79d852ef561a" providerId="AD" clId="Web-{633A98A3-2394-A9E9-5308-397C5E2556A1}"/>
    <pc:docChg chg="modSld">
      <pc:chgData name="Manoj Sundar Ravichandran" userId="S::mravichandran@hof-university.de::453332ee-569c-4cda-ae19-79d852ef561a" providerId="AD" clId="Web-{633A98A3-2394-A9E9-5308-397C5E2556A1}" dt="2024-04-26T13:56:59.872" v="1"/>
      <pc:docMkLst>
        <pc:docMk/>
      </pc:docMkLst>
      <pc:sldChg chg="addSp delSp modSp">
        <pc:chgData name="Manoj Sundar Ravichandran" userId="S::mravichandran@hof-university.de::453332ee-569c-4cda-ae19-79d852ef561a" providerId="AD" clId="Web-{633A98A3-2394-A9E9-5308-397C5E2556A1}" dt="2024-04-26T13:56:59.872" v="1"/>
        <pc:sldMkLst>
          <pc:docMk/>
          <pc:sldMk cId="3079740182" sldId="280"/>
        </pc:sldMkLst>
        <pc:spChg chg="del">
          <ac:chgData name="Manoj Sundar Ravichandran" userId="S::mravichandran@hof-university.de::453332ee-569c-4cda-ae19-79d852ef561a" providerId="AD" clId="Web-{633A98A3-2394-A9E9-5308-397C5E2556A1}" dt="2024-04-26T13:56:57.654" v="0"/>
          <ac:spMkLst>
            <pc:docMk/>
            <pc:sldMk cId="3079740182" sldId="280"/>
            <ac:spMk id="6" creationId="{0D56AADE-FF72-AB7E-71EA-C3415FD00966}"/>
          </ac:spMkLst>
        </pc:spChg>
        <pc:spChg chg="add mod">
          <ac:chgData name="Manoj Sundar Ravichandran" userId="S::mravichandran@hof-university.de::453332ee-569c-4cda-ae19-79d852ef561a" providerId="AD" clId="Web-{633A98A3-2394-A9E9-5308-397C5E2556A1}" dt="2024-04-26T13:56:59.872" v="1"/>
          <ac:spMkLst>
            <pc:docMk/>
            <pc:sldMk cId="3079740182" sldId="280"/>
            <ac:spMk id="18" creationId="{547F2A27-C711-397D-D752-5593ECD22ECE}"/>
          </ac:spMkLst>
        </pc:spChg>
        <pc:graphicFrameChg chg="add del mod ord modGraphic">
          <ac:chgData name="Manoj Sundar Ravichandran" userId="S::mravichandran@hof-university.de::453332ee-569c-4cda-ae19-79d852ef561a" providerId="AD" clId="Web-{633A98A3-2394-A9E9-5308-397C5E2556A1}" dt="2024-04-26T13:56:59.872" v="1"/>
          <ac:graphicFrameMkLst>
            <pc:docMk/>
            <pc:sldMk cId="3079740182" sldId="280"/>
            <ac:graphicFrameMk id="5" creationId="{B53C76E4-8142-9DE4-E249-35B911F0C84B}"/>
          </ac:graphicFrameMkLst>
        </pc:graphicFrameChg>
      </pc:sldChg>
    </pc:docChg>
  </pc:docChgLst>
  <pc:docChgLst>
    <pc:chgData name="Manoj Sundar Ravichandran" userId="S::mravichandran@hof-university.de::453332ee-569c-4cda-ae19-79d852ef561a" providerId="AD" clId="Web-{B764B635-23CF-DA74-D857-D8B394CF7C2A}"/>
    <pc:docChg chg="modSld">
      <pc:chgData name="Manoj Sundar Ravichandran" userId="S::mravichandran@hof-university.de::453332ee-569c-4cda-ae19-79d852ef561a" providerId="AD" clId="Web-{B764B635-23CF-DA74-D857-D8B394CF7C2A}" dt="2025-01-02T12:52:11.478" v="87" actId="1076"/>
      <pc:docMkLst>
        <pc:docMk/>
      </pc:docMkLst>
      <pc:sldChg chg="addSp modSp">
        <pc:chgData name="Manoj Sundar Ravichandran" userId="S::mravichandran@hof-university.de::453332ee-569c-4cda-ae19-79d852ef561a" providerId="AD" clId="Web-{B764B635-23CF-DA74-D857-D8B394CF7C2A}" dt="2025-01-02T12:43:46.506" v="51" actId="20577"/>
        <pc:sldMkLst>
          <pc:docMk/>
          <pc:sldMk cId="3222987528" sldId="332"/>
        </pc:sldMkLst>
        <pc:spChg chg="add mod">
          <ac:chgData name="Manoj Sundar Ravichandran" userId="S::mravichandran@hof-university.de::453332ee-569c-4cda-ae19-79d852ef561a" providerId="AD" clId="Web-{B764B635-23CF-DA74-D857-D8B394CF7C2A}" dt="2025-01-02T12:40:35.290" v="14" actId="1076"/>
          <ac:spMkLst>
            <pc:docMk/>
            <pc:sldMk cId="3222987528" sldId="332"/>
            <ac:spMk id="2" creationId="{2830E1C5-6953-C54A-F883-A980E7C0CE43}"/>
          </ac:spMkLst>
        </pc:spChg>
        <pc:spChg chg="mod">
          <ac:chgData name="Manoj Sundar Ravichandran" userId="S::mravichandran@hof-university.de::453332ee-569c-4cda-ae19-79d852ef561a" providerId="AD" clId="Web-{B764B635-23CF-DA74-D857-D8B394CF7C2A}" dt="2025-01-02T12:43:46.506" v="51" actId="20577"/>
          <ac:spMkLst>
            <pc:docMk/>
            <pc:sldMk cId="3222987528" sldId="332"/>
            <ac:spMk id="4" creationId="{74F39478-2C64-25C8-733A-0DD7BA3DE847}"/>
          </ac:spMkLst>
        </pc:spChg>
        <pc:spChg chg="add mod">
          <ac:chgData name="Manoj Sundar Ravichandran" userId="S::mravichandran@hof-university.de::453332ee-569c-4cda-ae19-79d852ef561a" providerId="AD" clId="Web-{B764B635-23CF-DA74-D857-D8B394CF7C2A}" dt="2025-01-02T12:42:28.579" v="47" actId="20577"/>
          <ac:spMkLst>
            <pc:docMk/>
            <pc:sldMk cId="3222987528" sldId="332"/>
            <ac:spMk id="8" creationId="{AEFFBC10-117B-0099-576B-3F1E6844E56A}"/>
          </ac:spMkLst>
        </pc:spChg>
        <pc:spChg chg="mod">
          <ac:chgData name="Manoj Sundar Ravichandran" userId="S::mravichandran@hof-university.de::453332ee-569c-4cda-ae19-79d852ef561a" providerId="AD" clId="Web-{B764B635-23CF-DA74-D857-D8B394CF7C2A}" dt="2025-01-02T12:37:07.260" v="0" actId="20577"/>
          <ac:spMkLst>
            <pc:docMk/>
            <pc:sldMk cId="3222987528" sldId="332"/>
            <ac:spMk id="158" creationId="{74F39478-2C64-25C8-733A-0DD7BA3DE847}"/>
          </ac:spMkLst>
        </pc:spChg>
      </pc:sldChg>
      <pc:sldChg chg="addSp delSp modSp mod modClrScheme chgLayout">
        <pc:chgData name="Manoj Sundar Ravichandran" userId="S::mravichandran@hof-university.de::453332ee-569c-4cda-ae19-79d852ef561a" providerId="AD" clId="Web-{B764B635-23CF-DA74-D857-D8B394CF7C2A}" dt="2025-01-02T12:49:47.218" v="80"/>
        <pc:sldMkLst>
          <pc:docMk/>
          <pc:sldMk cId="1295064107" sldId="333"/>
        </pc:sldMkLst>
        <pc:spChg chg="mod ord">
          <ac:chgData name="Manoj Sundar Ravichandran" userId="S::mravichandran@hof-university.de::453332ee-569c-4cda-ae19-79d852ef561a" providerId="AD" clId="Web-{B764B635-23CF-DA74-D857-D8B394CF7C2A}" dt="2025-01-02T12:49:47.218" v="80"/>
          <ac:spMkLst>
            <pc:docMk/>
            <pc:sldMk cId="1295064107" sldId="333"/>
            <ac:spMk id="2" creationId="{8F23E6CF-F7F0-5B42-C357-350A3EB865FB}"/>
          </ac:spMkLst>
        </pc:spChg>
        <pc:spChg chg="mod ord">
          <ac:chgData name="Manoj Sundar Ravichandran" userId="S::mravichandran@hof-university.de::453332ee-569c-4cda-ae19-79d852ef561a" providerId="AD" clId="Web-{B764B635-23CF-DA74-D857-D8B394CF7C2A}" dt="2025-01-02T12:49:47.218" v="80"/>
          <ac:spMkLst>
            <pc:docMk/>
            <pc:sldMk cId="1295064107" sldId="333"/>
            <ac:spMk id="3" creationId="{66207F09-D914-58F9-98E5-87C39209E139}"/>
          </ac:spMkLst>
        </pc:spChg>
        <pc:spChg chg="mod ord">
          <ac:chgData name="Manoj Sundar Ravichandran" userId="S::mravichandran@hof-university.de::453332ee-569c-4cda-ae19-79d852ef561a" providerId="AD" clId="Web-{B764B635-23CF-DA74-D857-D8B394CF7C2A}" dt="2025-01-02T12:49:47.218" v="80"/>
          <ac:spMkLst>
            <pc:docMk/>
            <pc:sldMk cId="1295064107" sldId="333"/>
            <ac:spMk id="4" creationId="{7ED828E1-1C4B-40D1-33E4-DA157A342A21}"/>
          </ac:spMkLst>
        </pc:spChg>
        <pc:spChg chg="mod ord">
          <ac:chgData name="Manoj Sundar Ravichandran" userId="S::mravichandran@hof-university.de::453332ee-569c-4cda-ae19-79d852ef561a" providerId="AD" clId="Web-{B764B635-23CF-DA74-D857-D8B394CF7C2A}" dt="2025-01-02T12:49:47.218" v="80"/>
          <ac:spMkLst>
            <pc:docMk/>
            <pc:sldMk cId="1295064107" sldId="333"/>
            <ac:spMk id="5" creationId="{EF4CA6F6-1F8D-7B89-0B65-8A5DB33F9214}"/>
          </ac:spMkLst>
        </pc:spChg>
        <pc:spChg chg="mod ord">
          <ac:chgData name="Manoj Sundar Ravichandran" userId="S::mravichandran@hof-university.de::453332ee-569c-4cda-ae19-79d852ef561a" providerId="AD" clId="Web-{B764B635-23CF-DA74-D857-D8B394CF7C2A}" dt="2025-01-02T12:49:47.218" v="80"/>
          <ac:spMkLst>
            <pc:docMk/>
            <pc:sldMk cId="1295064107" sldId="333"/>
            <ac:spMk id="7" creationId="{B5B1A3CC-A66A-08E8-43FD-1894D3AFFF8D}"/>
          </ac:spMkLst>
        </pc:spChg>
        <pc:spChg chg="mod ord">
          <ac:chgData name="Manoj Sundar Ravichandran" userId="S::mravichandran@hof-university.de::453332ee-569c-4cda-ae19-79d852ef561a" providerId="AD" clId="Web-{B764B635-23CF-DA74-D857-D8B394CF7C2A}" dt="2025-01-02T12:49:47.218" v="80"/>
          <ac:spMkLst>
            <pc:docMk/>
            <pc:sldMk cId="1295064107" sldId="333"/>
            <ac:spMk id="8" creationId="{C433780B-72B7-A129-7BE5-ADAC8F7AB9B0}"/>
          </ac:spMkLst>
        </pc:spChg>
        <pc:spChg chg="add mod ord">
          <ac:chgData name="Manoj Sundar Ravichandran" userId="S::mravichandran@hof-university.de::453332ee-569c-4cda-ae19-79d852ef561a" providerId="AD" clId="Web-{B764B635-23CF-DA74-D857-D8B394CF7C2A}" dt="2025-01-02T12:49:47.218" v="80"/>
          <ac:spMkLst>
            <pc:docMk/>
            <pc:sldMk cId="1295064107" sldId="333"/>
            <ac:spMk id="9" creationId="{414CE4DA-0742-0FB5-6FFB-711C53A242D6}"/>
          </ac:spMkLst>
        </pc:spChg>
        <pc:spChg chg="add mod ord">
          <ac:chgData name="Manoj Sundar Ravichandran" userId="S::mravichandran@hof-university.de::453332ee-569c-4cda-ae19-79d852ef561a" providerId="AD" clId="Web-{B764B635-23CF-DA74-D857-D8B394CF7C2A}" dt="2025-01-02T12:49:47.218" v="80"/>
          <ac:spMkLst>
            <pc:docMk/>
            <pc:sldMk cId="1295064107" sldId="333"/>
            <ac:spMk id="10" creationId="{6BA672F7-EFA5-A4E9-BA08-0FD25D097CA8}"/>
          </ac:spMkLst>
        </pc:spChg>
        <pc:spChg chg="add mod ord">
          <ac:chgData name="Manoj Sundar Ravichandran" userId="S::mravichandran@hof-university.de::453332ee-569c-4cda-ae19-79d852ef561a" providerId="AD" clId="Web-{B764B635-23CF-DA74-D857-D8B394CF7C2A}" dt="2025-01-02T12:49:47.218" v="80"/>
          <ac:spMkLst>
            <pc:docMk/>
            <pc:sldMk cId="1295064107" sldId="333"/>
            <ac:spMk id="11" creationId="{172DD7E5-2C1B-3F76-F279-CFE68FE774CE}"/>
          </ac:spMkLst>
        </pc:spChg>
        <pc:spChg chg="add mod ord">
          <ac:chgData name="Manoj Sundar Ravichandran" userId="S::mravichandran@hof-university.de::453332ee-569c-4cda-ae19-79d852ef561a" providerId="AD" clId="Web-{B764B635-23CF-DA74-D857-D8B394CF7C2A}" dt="2025-01-02T12:49:47.218" v="80"/>
          <ac:spMkLst>
            <pc:docMk/>
            <pc:sldMk cId="1295064107" sldId="333"/>
            <ac:spMk id="12" creationId="{4834D0C4-57F2-1053-6E68-62CC2C82C3FE}"/>
          </ac:spMkLst>
        </pc:spChg>
      </pc:sldChg>
      <pc:sldChg chg="addSp delSp modSp mod modClrScheme chgLayout">
        <pc:chgData name="Manoj Sundar Ravichandran" userId="S::mravichandran@hof-university.de::453332ee-569c-4cda-ae19-79d852ef561a" providerId="AD" clId="Web-{B764B635-23CF-DA74-D857-D8B394CF7C2A}" dt="2025-01-02T12:52:11.478" v="87" actId="1076"/>
        <pc:sldMkLst>
          <pc:docMk/>
          <pc:sldMk cId="3304441295" sldId="334"/>
        </pc:sldMkLst>
        <pc:spChg chg="mod">
          <ac:chgData name="Manoj Sundar Ravichandran" userId="S::mravichandran@hof-university.de::453332ee-569c-4cda-ae19-79d852ef561a" providerId="AD" clId="Web-{B764B635-23CF-DA74-D857-D8B394CF7C2A}" dt="2025-01-02T12:52:01.821" v="83" actId="20577"/>
          <ac:spMkLst>
            <pc:docMk/>
            <pc:sldMk cId="3304441295" sldId="334"/>
            <ac:spMk id="4" creationId="{AEFFBC10-117B-0099-576B-3F1E6844E56A}"/>
          </ac:spMkLst>
        </pc:spChg>
        <pc:spChg chg="mod ord">
          <ac:chgData name="Manoj Sundar Ravichandran" userId="S::mravichandran@hof-university.de::453332ee-569c-4cda-ae19-79d852ef561a" providerId="AD" clId="Web-{B764B635-23CF-DA74-D857-D8B394CF7C2A}" dt="2025-01-02T12:46:42.502" v="61"/>
          <ac:spMkLst>
            <pc:docMk/>
            <pc:sldMk cId="3304441295" sldId="334"/>
            <ac:spMk id="6" creationId="{92E36E3F-925A-08B3-0606-0DE743169A33}"/>
          </ac:spMkLst>
        </pc:spChg>
        <pc:spChg chg="mod ord">
          <ac:chgData name="Manoj Sundar Ravichandran" userId="S::mravichandran@hof-university.de::453332ee-569c-4cda-ae19-79d852ef561a" providerId="AD" clId="Web-{B764B635-23CF-DA74-D857-D8B394CF7C2A}" dt="2025-01-02T12:46:42.502" v="61"/>
          <ac:spMkLst>
            <pc:docMk/>
            <pc:sldMk cId="3304441295" sldId="334"/>
            <ac:spMk id="7" creationId="{012D371D-54E9-A245-C382-4F6CA0B48117}"/>
          </ac:spMkLst>
        </pc:spChg>
        <pc:spChg chg="add del mod">
          <ac:chgData name="Manoj Sundar Ravichandran" userId="S::mravichandran@hof-university.de::453332ee-569c-4cda-ae19-79d852ef561a" providerId="AD" clId="Web-{B764B635-23CF-DA74-D857-D8B394CF7C2A}" dt="2025-01-02T12:47:33.584" v="73"/>
          <ac:spMkLst>
            <pc:docMk/>
            <pc:sldMk cId="3304441295" sldId="334"/>
            <ac:spMk id="8" creationId="{1B6438F1-8AFF-CBD4-B3FA-80E00F70E91F}"/>
          </ac:spMkLst>
        </pc:spChg>
        <pc:spChg chg="mod ord">
          <ac:chgData name="Manoj Sundar Ravichandran" userId="S::mravichandran@hof-university.de::453332ee-569c-4cda-ae19-79d852ef561a" providerId="AD" clId="Web-{B764B635-23CF-DA74-D857-D8B394CF7C2A}" dt="2025-01-02T12:46:42.502" v="61"/>
          <ac:spMkLst>
            <pc:docMk/>
            <pc:sldMk cId="3304441295" sldId="334"/>
            <ac:spMk id="10" creationId="{E9FDC4EB-1C40-CED8-54D1-A212B40D67E6}"/>
          </ac:spMkLst>
        </pc:spChg>
        <pc:spChg chg="add del mod ord">
          <ac:chgData name="Manoj Sundar Ravichandran" userId="S::mravichandran@hof-university.de::453332ee-569c-4cda-ae19-79d852ef561a" providerId="AD" clId="Web-{B764B635-23CF-DA74-D857-D8B394CF7C2A}" dt="2025-01-02T12:47:09.473" v="64"/>
          <ac:spMkLst>
            <pc:docMk/>
            <pc:sldMk cId="3304441295" sldId="334"/>
            <ac:spMk id="12" creationId="{A6A182B2-B836-24B1-E63A-26C367D547DF}"/>
          </ac:spMkLst>
        </pc:spChg>
        <pc:spChg chg="mod ord">
          <ac:chgData name="Manoj Sundar Ravichandran" userId="S::mravichandran@hof-university.de::453332ee-569c-4cda-ae19-79d852ef561a" providerId="AD" clId="Web-{B764B635-23CF-DA74-D857-D8B394CF7C2A}" dt="2025-01-02T12:46:42.502" v="61"/>
          <ac:spMkLst>
            <pc:docMk/>
            <pc:sldMk cId="3304441295" sldId="334"/>
            <ac:spMk id="13" creationId="{B84CA679-C861-CDDC-816E-485028BB3154}"/>
          </ac:spMkLst>
        </pc:spChg>
        <pc:spChg chg="add del mod ord">
          <ac:chgData name="Manoj Sundar Ravichandran" userId="S::mravichandran@hof-university.de::453332ee-569c-4cda-ae19-79d852ef561a" providerId="AD" clId="Web-{B764B635-23CF-DA74-D857-D8B394CF7C2A}" dt="2025-01-02T12:46:42.502" v="61"/>
          <ac:spMkLst>
            <pc:docMk/>
            <pc:sldMk cId="3304441295" sldId="334"/>
            <ac:spMk id="14" creationId="{502FC7FF-026D-6CD5-9142-825FFA1F4073}"/>
          </ac:spMkLst>
        </pc:spChg>
        <pc:spChg chg="add del">
          <ac:chgData name="Manoj Sundar Ravichandran" userId="S::mravichandran@hof-university.de::453332ee-569c-4cda-ae19-79d852ef561a" providerId="AD" clId="Web-{B764B635-23CF-DA74-D857-D8B394CF7C2A}" dt="2025-01-02T12:46:42.502" v="61"/>
          <ac:spMkLst>
            <pc:docMk/>
            <pc:sldMk cId="3304441295" sldId="334"/>
            <ac:spMk id="15" creationId="{B91B314B-66DA-82C3-7AEC-BEAC2A4D1273}"/>
          </ac:spMkLst>
        </pc:spChg>
        <pc:spChg chg="mod ord">
          <ac:chgData name="Manoj Sundar Ravichandran" userId="S::mravichandran@hof-university.de::453332ee-569c-4cda-ae19-79d852ef561a" providerId="AD" clId="Web-{B764B635-23CF-DA74-D857-D8B394CF7C2A}" dt="2025-01-02T12:46:42.502" v="61"/>
          <ac:spMkLst>
            <pc:docMk/>
            <pc:sldMk cId="3304441295" sldId="334"/>
            <ac:spMk id="17" creationId="{65874C80-2DB3-A907-01AA-5A6665F63731}"/>
          </ac:spMkLst>
        </pc:spChg>
        <pc:spChg chg="del">
          <ac:chgData name="Manoj Sundar Ravichandran" userId="S::mravichandran@hof-university.de::453332ee-569c-4cda-ae19-79d852ef561a" providerId="AD" clId="Web-{B764B635-23CF-DA74-D857-D8B394CF7C2A}" dt="2025-01-02T12:39:46.302" v="3"/>
          <ac:spMkLst>
            <pc:docMk/>
            <pc:sldMk cId="3304441295" sldId="334"/>
            <ac:spMk id="165" creationId="{2830E1C5-6953-C54A-F883-A980E7C0CE43}"/>
          </ac:spMkLst>
        </pc:spChg>
        <pc:spChg chg="del mod">
          <ac:chgData name="Manoj Sundar Ravichandran" userId="S::mravichandran@hof-university.de::453332ee-569c-4cda-ae19-79d852ef561a" providerId="AD" clId="Web-{B764B635-23CF-DA74-D857-D8B394CF7C2A}" dt="2025-01-02T12:40:20.038" v="11"/>
          <ac:spMkLst>
            <pc:docMk/>
            <pc:sldMk cId="3304441295" sldId="334"/>
            <ac:spMk id="166" creationId="{AEFFBC10-117B-0099-576B-3F1E6844E56A}"/>
          </ac:spMkLst>
        </pc:spChg>
        <pc:picChg chg="add del">
          <ac:chgData name="Manoj Sundar Ravichandran" userId="S::mravichandran@hof-university.de::453332ee-569c-4cda-ae19-79d852ef561a" providerId="AD" clId="Web-{B764B635-23CF-DA74-D857-D8B394CF7C2A}" dt="2025-01-02T12:47:33.584" v="73"/>
          <ac:picMkLst>
            <pc:docMk/>
            <pc:sldMk cId="3304441295" sldId="334"/>
            <ac:picMk id="5" creationId="{B1A93310-92F0-F0A0-4962-934EA1F76033}"/>
          </ac:picMkLst>
        </pc:picChg>
        <pc:picChg chg="add del mod ord">
          <ac:chgData name="Manoj Sundar Ravichandran" userId="S::mravichandran@hof-university.de::453332ee-569c-4cda-ae19-79d852ef561a" providerId="AD" clId="Web-{B764B635-23CF-DA74-D857-D8B394CF7C2A}" dt="2025-01-02T12:47:33.068" v="72"/>
          <ac:picMkLst>
            <pc:docMk/>
            <pc:sldMk cId="3304441295" sldId="334"/>
            <ac:picMk id="9" creationId="{4496F53E-9113-1A0A-CCC6-E05C286D0AB0}"/>
          </ac:picMkLst>
        </pc:picChg>
        <pc:picChg chg="add mod modCrop">
          <ac:chgData name="Manoj Sundar Ravichandran" userId="S::mravichandran@hof-university.de::453332ee-569c-4cda-ae19-79d852ef561a" providerId="AD" clId="Web-{B764B635-23CF-DA74-D857-D8B394CF7C2A}" dt="2025-01-02T12:52:11.478" v="87" actId="1076"/>
          <ac:picMkLst>
            <pc:docMk/>
            <pc:sldMk cId="3304441295" sldId="334"/>
            <ac:picMk id="16" creationId="{7E1D212D-2240-A25B-32C0-60BAA7A09F42}"/>
          </ac:picMkLst>
        </pc:picChg>
      </pc:sldChg>
    </pc:docChg>
  </pc:docChgLst>
  <pc:docChgLst>
    <pc:chgData name="Manoj Sundar Ravichandran" userId="S::mravichandran@hof-university.de::453332ee-569c-4cda-ae19-79d852ef561a" providerId="AD" clId="Web-{DCA91B42-2F2C-4CFB-259E-213F0C068B12}"/>
    <pc:docChg chg="addSld delSld modSld sldOrd">
      <pc:chgData name="Manoj Sundar Ravichandran" userId="S::mravichandran@hof-university.de::453332ee-569c-4cda-ae19-79d852ef561a" providerId="AD" clId="Web-{DCA91B42-2F2C-4CFB-259E-213F0C068B12}" dt="2024-06-03T16:51:34.174" v="121" actId="1076"/>
      <pc:docMkLst>
        <pc:docMk/>
      </pc:docMkLst>
      <pc:sldChg chg="addSp delSp modSp mod modClrScheme addAnim delAnim chgLayout">
        <pc:chgData name="Manoj Sundar Ravichandran" userId="S::mravichandran@hof-university.de::453332ee-569c-4cda-ae19-79d852ef561a" providerId="AD" clId="Web-{DCA91B42-2F2C-4CFB-259E-213F0C068B12}" dt="2024-06-03T16:30:18.644" v="49" actId="14100"/>
        <pc:sldMkLst>
          <pc:docMk/>
          <pc:sldMk cId="2265045271" sldId="272"/>
        </pc:sldMkLst>
        <pc:spChg chg="mod ord">
          <ac:chgData name="Manoj Sundar Ravichandran" userId="S::mravichandran@hof-university.de::453332ee-569c-4cda-ae19-79d852ef561a" providerId="AD" clId="Web-{DCA91B42-2F2C-4CFB-259E-213F0C068B12}" dt="2024-06-03T16:20:27.092" v="8"/>
          <ac:spMkLst>
            <pc:docMk/>
            <pc:sldMk cId="2265045271" sldId="272"/>
            <ac:spMk id="2" creationId="{1DF41B01-1958-C34E-23CD-4DC4BBAD6C64}"/>
          </ac:spMkLst>
        </pc:spChg>
        <pc:spChg chg="mod">
          <ac:chgData name="Manoj Sundar Ravichandran" userId="S::mravichandran@hof-university.de::453332ee-569c-4cda-ae19-79d852ef561a" providerId="AD" clId="Web-{DCA91B42-2F2C-4CFB-259E-213F0C068B12}" dt="2024-06-03T16:20:27.092" v="8"/>
          <ac:spMkLst>
            <pc:docMk/>
            <pc:sldMk cId="2265045271" sldId="272"/>
            <ac:spMk id="3" creationId="{7D7CE20B-22FB-5030-9099-17B9B77641BC}"/>
          </ac:spMkLst>
        </pc:spChg>
        <pc:spChg chg="add mod">
          <ac:chgData name="Manoj Sundar Ravichandran" userId="S::mravichandran@hof-university.de::453332ee-569c-4cda-ae19-79d852ef561a" providerId="AD" clId="Web-{DCA91B42-2F2C-4CFB-259E-213F0C068B12}" dt="2024-06-03T16:27:31.587" v="44" actId="20577"/>
          <ac:spMkLst>
            <pc:docMk/>
            <pc:sldMk cId="2265045271" sldId="272"/>
            <ac:spMk id="5" creationId="{B8D93D3D-02D3-3BC3-555F-6BF13FE74264}"/>
          </ac:spMkLst>
        </pc:spChg>
        <pc:spChg chg="add del">
          <ac:chgData name="Manoj Sundar Ravichandran" userId="S::mravichandran@hof-university.de::453332ee-569c-4cda-ae19-79d852ef561a" providerId="AD" clId="Web-{DCA91B42-2F2C-4CFB-259E-213F0C068B12}" dt="2024-06-03T16:30:05.393" v="47"/>
          <ac:spMkLst>
            <pc:docMk/>
            <pc:sldMk cId="2265045271" sldId="272"/>
            <ac:spMk id="6" creationId="{9A71894A-7961-141C-3708-4EFB574F1159}"/>
          </ac:spMkLst>
        </pc:spChg>
        <pc:spChg chg="mod">
          <ac:chgData name="Manoj Sundar Ravichandran" userId="S::mravichandran@hof-university.de::453332ee-569c-4cda-ae19-79d852ef561a" providerId="AD" clId="Web-{DCA91B42-2F2C-4CFB-259E-213F0C068B12}" dt="2024-06-03T16:26:01.519" v="14" actId="1076"/>
          <ac:spMkLst>
            <pc:docMk/>
            <pc:sldMk cId="2265045271" sldId="272"/>
            <ac:spMk id="9" creationId="{06E02168-DE2F-A3AB-0071-713FDEFED29E}"/>
          </ac:spMkLst>
        </pc:spChg>
        <pc:spChg chg="mod ord">
          <ac:chgData name="Manoj Sundar Ravichandran" userId="S::mravichandran@hof-university.de::453332ee-569c-4cda-ae19-79d852ef561a" providerId="AD" clId="Web-{DCA91B42-2F2C-4CFB-259E-213F0C068B12}" dt="2024-06-03T16:21:24.908" v="12" actId="1076"/>
          <ac:spMkLst>
            <pc:docMk/>
            <pc:sldMk cId="2265045271" sldId="272"/>
            <ac:spMk id="10" creationId="{68F2A289-27C7-B841-95E9-2016AE39FC40}"/>
          </ac:spMkLst>
        </pc:spChg>
        <pc:spChg chg="mod">
          <ac:chgData name="Manoj Sundar Ravichandran" userId="S::mravichandran@hof-university.de::453332ee-569c-4cda-ae19-79d852ef561a" providerId="AD" clId="Web-{DCA91B42-2F2C-4CFB-259E-213F0C068B12}" dt="2024-06-03T16:25:57.878" v="13" actId="1076"/>
          <ac:spMkLst>
            <pc:docMk/>
            <pc:sldMk cId="2265045271" sldId="272"/>
            <ac:spMk id="11" creationId="{B7E45D09-251C-65A0-3B4A-0780332A3D9F}"/>
          </ac:spMkLst>
        </pc:spChg>
        <pc:spChg chg="add mod">
          <ac:chgData name="Manoj Sundar Ravichandran" userId="S::mravichandran@hof-university.de::453332ee-569c-4cda-ae19-79d852ef561a" providerId="AD" clId="Web-{DCA91B42-2F2C-4CFB-259E-213F0C068B12}" dt="2024-06-03T16:30:18.644" v="49" actId="14100"/>
          <ac:spMkLst>
            <pc:docMk/>
            <pc:sldMk cId="2265045271" sldId="272"/>
            <ac:spMk id="12" creationId="{C771B1A9-F109-04F1-703B-074209731BA4}"/>
          </ac:spMkLst>
        </pc:spChg>
        <pc:spChg chg="mod ord">
          <ac:chgData name="Manoj Sundar Ravichandran" userId="S::mravichandran@hof-university.de::453332ee-569c-4cda-ae19-79d852ef561a" providerId="AD" clId="Web-{DCA91B42-2F2C-4CFB-259E-213F0C068B12}" dt="2024-06-03T16:20:27.092" v="8"/>
          <ac:spMkLst>
            <pc:docMk/>
            <pc:sldMk cId="2265045271" sldId="272"/>
            <ac:spMk id="82" creationId="{49CCAC9E-5D87-3863-DFCA-FEEB219D5B22}"/>
          </ac:spMkLst>
        </pc:spChg>
        <pc:spChg chg="del mod">
          <ac:chgData name="Manoj Sundar Ravichandran" userId="S::mravichandran@hof-university.de::453332ee-569c-4cda-ae19-79d852ef561a" providerId="AD" clId="Web-{DCA91B42-2F2C-4CFB-259E-213F0C068B12}" dt="2024-06-03T16:30:01.330" v="45"/>
          <ac:spMkLst>
            <pc:docMk/>
            <pc:sldMk cId="2265045271" sldId="272"/>
            <ac:spMk id="86" creationId="{9A71894A-7961-141C-3708-4EFB574F1159}"/>
          </ac:spMkLst>
        </pc:spChg>
        <pc:spChg chg="add del">
          <ac:chgData name="Manoj Sundar Ravichandran" userId="S::mravichandran@hof-university.de::453332ee-569c-4cda-ae19-79d852ef561a" providerId="AD" clId="Web-{DCA91B42-2F2C-4CFB-259E-213F0C068B12}" dt="2024-06-03T16:20:27.092" v="8"/>
          <ac:spMkLst>
            <pc:docMk/>
            <pc:sldMk cId="2265045271" sldId="272"/>
            <ac:spMk id="100" creationId="{FEEABA43-12F7-E7D6-E6BE-6005E5519322}"/>
          </ac:spMkLst>
        </pc:spChg>
        <pc:spChg chg="add del">
          <ac:chgData name="Manoj Sundar Ravichandran" userId="S::mravichandran@hof-university.de::453332ee-569c-4cda-ae19-79d852ef561a" providerId="AD" clId="Web-{DCA91B42-2F2C-4CFB-259E-213F0C068B12}" dt="2024-06-03T16:20:27.092" v="8"/>
          <ac:spMkLst>
            <pc:docMk/>
            <pc:sldMk cId="2265045271" sldId="272"/>
            <ac:spMk id="102" creationId="{0A88248A-F3B8-A540-C296-4A10F707533E}"/>
          </ac:spMkLst>
        </pc:spChg>
        <pc:spChg chg="add del">
          <ac:chgData name="Manoj Sundar Ravichandran" userId="S::mravichandran@hof-university.de::453332ee-569c-4cda-ae19-79d852ef561a" providerId="AD" clId="Web-{DCA91B42-2F2C-4CFB-259E-213F0C068B12}" dt="2024-06-03T16:20:27.092" v="8"/>
          <ac:spMkLst>
            <pc:docMk/>
            <pc:sldMk cId="2265045271" sldId="272"/>
            <ac:spMk id="104" creationId="{445AE426-7979-A4BD-381A-DC69348DF77A}"/>
          </ac:spMkLst>
        </pc:spChg>
        <pc:spChg chg="add del mod">
          <ac:chgData name="Manoj Sundar Ravichandran" userId="S::mravichandran@hof-university.de::453332ee-569c-4cda-ae19-79d852ef561a" providerId="AD" clId="Web-{DCA91B42-2F2C-4CFB-259E-213F0C068B12}" dt="2024-06-03T16:20:27.092" v="8"/>
          <ac:spMkLst>
            <pc:docMk/>
            <pc:sldMk cId="2265045271" sldId="272"/>
            <ac:spMk id="109" creationId="{7A976A27-C06A-29A9-AAC5-2D9500EFA129}"/>
          </ac:spMkLst>
        </pc:spChg>
        <pc:spChg chg="add del mod">
          <ac:chgData name="Manoj Sundar Ravichandran" userId="S::mravichandran@hof-university.de::453332ee-569c-4cda-ae19-79d852ef561a" providerId="AD" clId="Web-{DCA91B42-2F2C-4CFB-259E-213F0C068B12}" dt="2024-06-03T16:20:27.092" v="8"/>
          <ac:spMkLst>
            <pc:docMk/>
            <pc:sldMk cId="2265045271" sldId="272"/>
            <ac:spMk id="111" creationId="{1DFAA900-C4A1-A7BB-1F7A-708DE32FD309}"/>
          </ac:spMkLst>
        </pc:spChg>
        <pc:spChg chg="add del mod">
          <ac:chgData name="Manoj Sundar Ravichandran" userId="S::mravichandran@hof-university.de::453332ee-569c-4cda-ae19-79d852ef561a" providerId="AD" clId="Web-{DCA91B42-2F2C-4CFB-259E-213F0C068B12}" dt="2024-06-03T16:20:27.092" v="8"/>
          <ac:spMkLst>
            <pc:docMk/>
            <pc:sldMk cId="2265045271" sldId="272"/>
            <ac:spMk id="113" creationId="{A0B290BA-EF4E-C029-43C1-9191B4730D6E}"/>
          </ac:spMkLst>
        </pc:spChg>
        <pc:picChg chg="del">
          <ac:chgData name="Manoj Sundar Ravichandran" userId="S::mravichandran@hof-university.de::453332ee-569c-4cda-ae19-79d852ef561a" providerId="AD" clId="Web-{DCA91B42-2F2C-4CFB-259E-213F0C068B12}" dt="2024-06-03T16:19:24.620" v="0"/>
          <ac:picMkLst>
            <pc:docMk/>
            <pc:sldMk cId="2265045271" sldId="272"/>
            <ac:picMk id="7" creationId="{72825483-9543-138B-6177-812061E58CF7}"/>
          </ac:picMkLst>
        </pc:picChg>
      </pc:sldChg>
      <pc:sldChg chg="addSp delSp modSp">
        <pc:chgData name="Manoj Sundar Ravichandran" userId="S::mravichandran@hof-university.de::453332ee-569c-4cda-ae19-79d852ef561a" providerId="AD" clId="Web-{DCA91B42-2F2C-4CFB-259E-213F0C068B12}" dt="2024-06-03T16:31:28.085" v="58" actId="1076"/>
        <pc:sldMkLst>
          <pc:docMk/>
          <pc:sldMk cId="979090327" sldId="276"/>
        </pc:sldMkLst>
        <pc:spChg chg="del">
          <ac:chgData name="Manoj Sundar Ravichandran" userId="S::mravichandran@hof-university.de::453332ee-569c-4cda-ae19-79d852ef561a" providerId="AD" clId="Web-{DCA91B42-2F2C-4CFB-259E-213F0C068B12}" dt="2024-06-03T16:30:31.113" v="50"/>
          <ac:spMkLst>
            <pc:docMk/>
            <pc:sldMk cId="979090327" sldId="276"/>
            <ac:spMk id="25" creationId="{9F042166-EAC5-AA27-6021-F1BE586011E4}"/>
          </ac:spMkLst>
        </pc:spChg>
        <pc:spChg chg="add del">
          <ac:chgData name="Manoj Sundar Ravichandran" userId="S::mravichandran@hof-university.de::453332ee-569c-4cda-ae19-79d852ef561a" providerId="AD" clId="Web-{DCA91B42-2F2C-4CFB-259E-213F0C068B12}" dt="2024-06-03T16:30:46.427" v="52"/>
          <ac:spMkLst>
            <pc:docMk/>
            <pc:sldMk cId="979090327" sldId="276"/>
            <ac:spMk id="36" creationId="{9F042166-EAC5-AA27-6021-F1BE586011E4}"/>
          </ac:spMkLst>
        </pc:spChg>
        <pc:spChg chg="add del">
          <ac:chgData name="Manoj Sundar Ravichandran" userId="S::mravichandran@hof-university.de::453332ee-569c-4cda-ae19-79d852ef561a" providerId="AD" clId="Web-{DCA91B42-2F2C-4CFB-259E-213F0C068B12}" dt="2024-06-03T16:30:50.802" v="54"/>
          <ac:spMkLst>
            <pc:docMk/>
            <pc:sldMk cId="979090327" sldId="276"/>
            <ac:spMk id="37" creationId="{9F042166-EAC5-AA27-6021-F1BE586011E4}"/>
          </ac:spMkLst>
        </pc:spChg>
        <pc:spChg chg="add del">
          <ac:chgData name="Manoj Sundar Ravichandran" userId="S::mravichandran@hof-university.de::453332ee-569c-4cda-ae19-79d852ef561a" providerId="AD" clId="Web-{DCA91B42-2F2C-4CFB-259E-213F0C068B12}" dt="2024-06-03T16:31:03.725" v="56"/>
          <ac:spMkLst>
            <pc:docMk/>
            <pc:sldMk cId="979090327" sldId="276"/>
            <ac:spMk id="68" creationId="{9F042166-EAC5-AA27-6021-F1BE586011E4}"/>
          </ac:spMkLst>
        </pc:spChg>
        <pc:spChg chg="add mod">
          <ac:chgData name="Manoj Sundar Ravichandran" userId="S::mravichandran@hof-university.de::453332ee-569c-4cda-ae19-79d852ef561a" providerId="AD" clId="Web-{DCA91B42-2F2C-4CFB-259E-213F0C068B12}" dt="2024-06-03T16:31:28.085" v="58" actId="1076"/>
          <ac:spMkLst>
            <pc:docMk/>
            <pc:sldMk cId="979090327" sldId="276"/>
            <ac:spMk id="70" creationId="{8F212CAD-66B6-7B38-67F3-991CCF530522}"/>
          </ac:spMkLst>
        </pc:spChg>
      </pc:sldChg>
      <pc:sldChg chg="addSp delSp">
        <pc:chgData name="Manoj Sundar Ravichandran" userId="S::mravichandran@hof-university.de::453332ee-569c-4cda-ae19-79d852ef561a" providerId="AD" clId="Web-{DCA91B42-2F2C-4CFB-259E-213F0C068B12}" dt="2024-06-03T16:37:34.889" v="94"/>
        <pc:sldMkLst>
          <pc:docMk/>
          <pc:sldMk cId="758406290" sldId="298"/>
        </pc:sldMkLst>
        <pc:spChg chg="add del">
          <ac:chgData name="Manoj Sundar Ravichandran" userId="S::mravichandran@hof-university.de::453332ee-569c-4cda-ae19-79d852ef561a" providerId="AD" clId="Web-{DCA91B42-2F2C-4CFB-259E-213F0C068B12}" dt="2024-06-03T16:36:41.948" v="92"/>
          <ac:spMkLst>
            <pc:docMk/>
            <pc:sldMk cId="758406290" sldId="298"/>
            <ac:spMk id="2" creationId="{0E4CB903-0CA6-53F5-03E6-EC98E0A5BC7D}"/>
          </ac:spMkLst>
        </pc:spChg>
        <pc:spChg chg="add">
          <ac:chgData name="Manoj Sundar Ravichandran" userId="S::mravichandran@hof-university.de::453332ee-569c-4cda-ae19-79d852ef561a" providerId="AD" clId="Web-{DCA91B42-2F2C-4CFB-259E-213F0C068B12}" dt="2024-06-03T16:37:34.889" v="94"/>
          <ac:spMkLst>
            <pc:docMk/>
            <pc:sldMk cId="758406290" sldId="298"/>
            <ac:spMk id="5" creationId="{41FBE6F8-B183-FCAF-30EF-DDA81E2FD28D}"/>
          </ac:spMkLst>
        </pc:spChg>
      </pc:sldChg>
      <pc:sldChg chg="addSp delSp modSp">
        <pc:chgData name="Manoj Sundar Ravichandran" userId="S::mravichandran@hof-university.de::453332ee-569c-4cda-ae19-79d852ef561a" providerId="AD" clId="Web-{DCA91B42-2F2C-4CFB-259E-213F0C068B12}" dt="2024-06-03T16:36:09.446" v="90" actId="1076"/>
        <pc:sldMkLst>
          <pc:docMk/>
          <pc:sldMk cId="3387316557" sldId="312"/>
        </pc:sldMkLst>
        <pc:spChg chg="add del">
          <ac:chgData name="Manoj Sundar Ravichandran" userId="S::mravichandran@hof-university.de::453332ee-569c-4cda-ae19-79d852ef561a" providerId="AD" clId="Web-{DCA91B42-2F2C-4CFB-259E-213F0C068B12}" dt="2024-06-03T16:35:58.899" v="88"/>
          <ac:spMkLst>
            <pc:docMk/>
            <pc:sldMk cId="3387316557" sldId="312"/>
            <ac:spMk id="18" creationId="{80B9106F-7880-CC2B-BDE6-AD746529438B}"/>
          </ac:spMkLst>
        </pc:spChg>
        <pc:spChg chg="add mod">
          <ac:chgData name="Manoj Sundar Ravichandran" userId="S::mravichandran@hof-university.de::453332ee-569c-4cda-ae19-79d852ef561a" providerId="AD" clId="Web-{DCA91B42-2F2C-4CFB-259E-213F0C068B12}" dt="2024-06-03T16:36:09.446" v="90" actId="1076"/>
          <ac:spMkLst>
            <pc:docMk/>
            <pc:sldMk cId="3387316557" sldId="312"/>
            <ac:spMk id="20" creationId="{96C02716-26B2-B0A2-DCCC-2E8E193EF663}"/>
          </ac:spMkLst>
        </pc:spChg>
        <pc:spChg chg="del">
          <ac:chgData name="Manoj Sundar Ravichandran" userId="S::mravichandran@hof-university.de::453332ee-569c-4cda-ae19-79d852ef561a" providerId="AD" clId="Web-{DCA91B42-2F2C-4CFB-259E-213F0C068B12}" dt="2024-06-03T16:36:04.899" v="89"/>
          <ac:spMkLst>
            <pc:docMk/>
            <pc:sldMk cId="3387316557" sldId="312"/>
            <ac:spMk id="153" creationId="{0E4CB903-0CA6-53F5-03E6-EC98E0A5BC7D}"/>
          </ac:spMkLst>
        </pc:spChg>
      </pc:sldChg>
      <pc:sldChg chg="addSp delSp modSp">
        <pc:chgData name="Manoj Sundar Ravichandran" userId="S::mravichandran@hof-university.de::453332ee-569c-4cda-ae19-79d852ef561a" providerId="AD" clId="Web-{DCA91B42-2F2C-4CFB-259E-213F0C068B12}" dt="2024-06-03T16:31:54.946" v="62" actId="1076"/>
        <pc:sldMkLst>
          <pc:docMk/>
          <pc:sldMk cId="3912855313" sldId="324"/>
        </pc:sldMkLst>
        <pc:spChg chg="del">
          <ac:chgData name="Manoj Sundar Ravichandran" userId="S::mravichandran@hof-university.de::453332ee-569c-4cda-ae19-79d852ef561a" providerId="AD" clId="Web-{DCA91B42-2F2C-4CFB-259E-213F0C068B12}" dt="2024-06-03T16:31:49.493" v="61"/>
          <ac:spMkLst>
            <pc:docMk/>
            <pc:sldMk cId="3912855313" sldId="324"/>
            <ac:spMk id="2" creationId="{BC00FD76-98CE-5C73-8C1B-74C37417A1DA}"/>
          </ac:spMkLst>
        </pc:spChg>
        <pc:spChg chg="add mod">
          <ac:chgData name="Manoj Sundar Ravichandran" userId="S::mravichandran@hof-university.de::453332ee-569c-4cda-ae19-79d852ef561a" providerId="AD" clId="Web-{DCA91B42-2F2C-4CFB-259E-213F0C068B12}" dt="2024-06-03T16:31:54.946" v="62" actId="1076"/>
          <ac:spMkLst>
            <pc:docMk/>
            <pc:sldMk cId="3912855313" sldId="324"/>
            <ac:spMk id="5" creationId="{2989A72C-8948-2117-3D6E-BB087A955979}"/>
          </ac:spMkLst>
        </pc:spChg>
      </pc:sldChg>
      <pc:sldChg chg="addSp delSp modSp del">
        <pc:chgData name="Manoj Sundar Ravichandran" userId="S::mravichandran@hof-university.de::453332ee-569c-4cda-ae19-79d852ef561a" providerId="AD" clId="Web-{DCA91B42-2F2C-4CFB-259E-213F0C068B12}" dt="2024-06-03T16:44:22.273" v="104"/>
        <pc:sldMkLst>
          <pc:docMk/>
          <pc:sldMk cId="3433612566" sldId="325"/>
        </pc:sldMkLst>
        <pc:spChg chg="del">
          <ac:chgData name="Manoj Sundar Ravichandran" userId="S::mravichandran@hof-university.de::453332ee-569c-4cda-ae19-79d852ef561a" providerId="AD" clId="Web-{DCA91B42-2F2C-4CFB-259E-213F0C068B12}" dt="2024-06-03T16:32:18.354" v="65"/>
          <ac:spMkLst>
            <pc:docMk/>
            <pc:sldMk cId="3433612566" sldId="325"/>
            <ac:spMk id="2" creationId="{C0BF9481-6D48-9212-0A32-27EC552E9571}"/>
          </ac:spMkLst>
        </pc:spChg>
        <pc:spChg chg="add del">
          <ac:chgData name="Manoj Sundar Ravichandran" userId="S::mravichandran@hof-university.de::453332ee-569c-4cda-ae19-79d852ef561a" providerId="AD" clId="Web-{DCA91B42-2F2C-4CFB-259E-213F0C068B12}" dt="2024-06-03T16:32:06.978" v="64"/>
          <ac:spMkLst>
            <pc:docMk/>
            <pc:sldMk cId="3433612566" sldId="325"/>
            <ac:spMk id="4" creationId="{BC00FD76-98CE-5C73-8C1B-74C37417A1DA}"/>
          </ac:spMkLst>
        </pc:spChg>
        <pc:spChg chg="add mod">
          <ac:chgData name="Manoj Sundar Ravichandran" userId="S::mravichandran@hof-university.de::453332ee-569c-4cda-ae19-79d852ef561a" providerId="AD" clId="Web-{DCA91B42-2F2C-4CFB-259E-213F0C068B12}" dt="2024-06-03T16:32:33.089" v="67" actId="1076"/>
          <ac:spMkLst>
            <pc:docMk/>
            <pc:sldMk cId="3433612566" sldId="325"/>
            <ac:spMk id="6" creationId="{78143444-93C9-1DC1-0BD0-C9F3507E34EB}"/>
          </ac:spMkLst>
        </pc:spChg>
        <pc:spChg chg="add del">
          <ac:chgData name="Manoj Sundar Ravichandran" userId="S::mravichandran@hof-university.de::453332ee-569c-4cda-ae19-79d852ef561a" providerId="AD" clId="Web-{DCA91B42-2F2C-4CFB-259E-213F0C068B12}" dt="2024-06-03T16:33:34.390" v="76"/>
          <ac:spMkLst>
            <pc:docMk/>
            <pc:sldMk cId="3433612566" sldId="325"/>
            <ac:spMk id="7" creationId="{72D54A16-CE14-0630-EE55-8F4DE5921DA8}"/>
          </ac:spMkLst>
        </pc:spChg>
      </pc:sldChg>
      <pc:sldChg chg="addSp delSp modSp">
        <pc:chgData name="Manoj Sundar Ravichandran" userId="S::mravichandran@hof-university.de::453332ee-569c-4cda-ae19-79d852ef561a" providerId="AD" clId="Web-{DCA91B42-2F2C-4CFB-259E-213F0C068B12}" dt="2024-06-03T16:32:52.669" v="71" actId="1076"/>
        <pc:sldMkLst>
          <pc:docMk/>
          <pc:sldMk cId="1088235638" sldId="326"/>
        </pc:sldMkLst>
        <pc:spChg chg="del">
          <ac:chgData name="Manoj Sundar Ravichandran" userId="S::mravichandran@hof-university.de::453332ee-569c-4cda-ae19-79d852ef561a" providerId="AD" clId="Web-{DCA91B42-2F2C-4CFB-259E-213F0C068B12}" dt="2024-06-03T16:32:47.043" v="70"/>
          <ac:spMkLst>
            <pc:docMk/>
            <pc:sldMk cId="1088235638" sldId="326"/>
            <ac:spMk id="2" creationId="{D7DCA72A-0548-C94A-39E8-78CEC303D350}"/>
          </ac:spMkLst>
        </pc:spChg>
        <pc:spChg chg="add mod">
          <ac:chgData name="Manoj Sundar Ravichandran" userId="S::mravichandran@hof-university.de::453332ee-569c-4cda-ae19-79d852ef561a" providerId="AD" clId="Web-{DCA91B42-2F2C-4CFB-259E-213F0C068B12}" dt="2024-06-03T16:32:52.669" v="71" actId="1076"/>
          <ac:spMkLst>
            <pc:docMk/>
            <pc:sldMk cId="1088235638" sldId="326"/>
            <ac:spMk id="33" creationId="{6FE73B02-13E6-8B9D-A29C-E19F0330B519}"/>
          </ac:spMkLst>
        </pc:spChg>
      </pc:sldChg>
      <pc:sldChg chg="addSp delSp modSp">
        <pc:chgData name="Manoj Sundar Ravichandran" userId="S::mravichandran@hof-university.de::453332ee-569c-4cda-ae19-79d852ef561a" providerId="AD" clId="Web-{DCA91B42-2F2C-4CFB-259E-213F0C068B12}" dt="2024-06-03T16:34:29.831" v="84" actId="1076"/>
        <pc:sldMkLst>
          <pc:docMk/>
          <pc:sldMk cId="1911590651" sldId="328"/>
        </pc:sldMkLst>
        <pc:spChg chg="del">
          <ac:chgData name="Manoj Sundar Ravichandran" userId="S::mravichandran@hof-university.de::453332ee-569c-4cda-ae19-79d852ef561a" providerId="AD" clId="Web-{DCA91B42-2F2C-4CFB-259E-213F0C068B12}" dt="2024-06-03T16:33:15.858" v="74"/>
          <ac:spMkLst>
            <pc:docMk/>
            <pc:sldMk cId="1911590651" sldId="328"/>
            <ac:spMk id="2" creationId="{72D54A16-CE14-0630-EE55-8F4DE5921DA8}"/>
          </ac:spMkLst>
        </pc:spChg>
        <pc:spChg chg="add del">
          <ac:chgData name="Manoj Sundar Ravichandran" userId="S::mravichandran@hof-university.de::453332ee-569c-4cda-ae19-79d852ef561a" providerId="AD" clId="Web-{DCA91B42-2F2C-4CFB-259E-213F0C068B12}" dt="2024-06-03T16:33:11.138" v="73"/>
          <ac:spMkLst>
            <pc:docMk/>
            <pc:sldMk cId="1911590651" sldId="328"/>
            <ac:spMk id="4" creationId="{D7DCA72A-0548-C94A-39E8-78CEC303D350}"/>
          </ac:spMkLst>
        </pc:spChg>
        <pc:spChg chg="add mod">
          <ac:chgData name="Manoj Sundar Ravichandran" userId="S::mravichandran@hof-university.de::453332ee-569c-4cda-ae19-79d852ef561a" providerId="AD" clId="Web-{DCA91B42-2F2C-4CFB-259E-213F0C068B12}" dt="2024-06-03T16:34:29.831" v="84" actId="1076"/>
          <ac:spMkLst>
            <pc:docMk/>
            <pc:sldMk cId="1911590651" sldId="328"/>
            <ac:spMk id="6" creationId="{19D4B1C2-CBFA-5B02-1501-1EE545104174}"/>
          </ac:spMkLst>
        </pc:spChg>
      </pc:sldChg>
      <pc:sldChg chg="addSp delSp modSp">
        <pc:chgData name="Manoj Sundar Ravichandran" userId="S::mravichandran@hof-university.de::453332ee-569c-4cda-ae19-79d852ef561a" providerId="AD" clId="Web-{DCA91B42-2F2C-4CFB-259E-213F0C068B12}" dt="2024-06-03T16:34:20.596" v="83" actId="1076"/>
        <pc:sldMkLst>
          <pc:docMk/>
          <pc:sldMk cId="320888758" sldId="329"/>
        </pc:sldMkLst>
        <pc:spChg chg="del">
          <ac:chgData name="Manoj Sundar Ravichandran" userId="S::mravichandran@hof-university.de::453332ee-569c-4cda-ae19-79d852ef561a" providerId="AD" clId="Web-{DCA91B42-2F2C-4CFB-259E-213F0C068B12}" dt="2024-06-03T16:34:10.423" v="80"/>
          <ac:spMkLst>
            <pc:docMk/>
            <pc:sldMk cId="320888758" sldId="329"/>
            <ac:spMk id="2" creationId="{80B9106F-7880-CC2B-BDE6-AD746529438B}"/>
          </ac:spMkLst>
        </pc:spChg>
        <pc:spChg chg="add mod">
          <ac:chgData name="Manoj Sundar Ravichandran" userId="S::mravichandran@hof-university.de::453332ee-569c-4cda-ae19-79d852ef561a" providerId="AD" clId="Web-{DCA91B42-2F2C-4CFB-259E-213F0C068B12}" dt="2024-06-03T16:34:20.596" v="83" actId="1076"/>
          <ac:spMkLst>
            <pc:docMk/>
            <pc:sldMk cId="320888758" sldId="329"/>
            <ac:spMk id="5" creationId="{BA762A3C-28E9-043C-FD7F-560B58E2A3C9}"/>
          </ac:spMkLst>
        </pc:spChg>
      </pc:sldChg>
      <pc:sldChg chg="addSp delSp modSp">
        <pc:chgData name="Manoj Sundar Ravichandran" userId="S::mravichandran@hof-university.de::453332ee-569c-4cda-ae19-79d852ef561a" providerId="AD" clId="Web-{DCA91B42-2F2C-4CFB-259E-213F0C068B12}" dt="2024-06-03T16:42:05.858" v="103" actId="20577"/>
        <pc:sldMkLst>
          <pc:docMk/>
          <pc:sldMk cId="1526520874" sldId="330"/>
        </pc:sldMkLst>
        <pc:spChg chg="mod">
          <ac:chgData name="Manoj Sundar Ravichandran" userId="S::mravichandran@hof-university.de::453332ee-569c-4cda-ae19-79d852ef561a" providerId="AD" clId="Web-{DCA91B42-2F2C-4CFB-259E-213F0C068B12}" dt="2024-06-03T16:42:05.858" v="103" actId="20577"/>
          <ac:spMkLst>
            <pc:docMk/>
            <pc:sldMk cId="1526520874" sldId="330"/>
            <ac:spMk id="6" creationId="{326513AD-7772-61B5-937D-C05701F4FC12}"/>
          </ac:spMkLst>
        </pc:spChg>
        <pc:spChg chg="add">
          <ac:chgData name="Manoj Sundar Ravichandran" userId="S::mravichandran@hof-university.de::453332ee-569c-4cda-ae19-79d852ef561a" providerId="AD" clId="Web-{DCA91B42-2F2C-4CFB-259E-213F0C068B12}" dt="2024-06-03T16:36:56.637" v="93"/>
          <ac:spMkLst>
            <pc:docMk/>
            <pc:sldMk cId="1526520874" sldId="330"/>
            <ac:spMk id="25" creationId="{F207991A-5001-C779-685A-413225C253DA}"/>
          </ac:spMkLst>
        </pc:spChg>
        <pc:spChg chg="del">
          <ac:chgData name="Manoj Sundar Ravichandran" userId="S::mravichandran@hof-university.de::453332ee-569c-4cda-ae19-79d852ef561a" providerId="AD" clId="Web-{DCA91B42-2F2C-4CFB-259E-213F0C068B12}" dt="2024-06-03T16:37:54.656" v="95"/>
          <ac:spMkLst>
            <pc:docMk/>
            <pc:sldMk cId="1526520874" sldId="330"/>
            <ac:spMk id="153" creationId="{0E4CB903-0CA6-53F5-03E6-EC98E0A5BC7D}"/>
          </ac:spMkLst>
        </pc:spChg>
        <pc:graphicFrameChg chg="mod">
          <ac:chgData name="Manoj Sundar Ravichandran" userId="S::mravichandran@hof-university.de::453332ee-569c-4cda-ae19-79d852ef561a" providerId="AD" clId="Web-{DCA91B42-2F2C-4CFB-259E-213F0C068B12}" dt="2024-06-03T16:41:23.231" v="99" actId="1076"/>
          <ac:graphicFrameMkLst>
            <pc:docMk/>
            <pc:sldMk cId="1526520874" sldId="330"/>
            <ac:graphicFrameMk id="155" creationId="{7FD22F39-86B9-0A91-4AA4-671E2929979C}"/>
          </ac:graphicFrameMkLst>
        </pc:graphicFrameChg>
      </pc:sldChg>
      <pc:sldChg chg="addSp delSp modSp new mod ord modClrScheme chgLayout">
        <pc:chgData name="Manoj Sundar Ravichandran" userId="S::mravichandran@hof-university.de::453332ee-569c-4cda-ae19-79d852ef561a" providerId="AD" clId="Web-{DCA91B42-2F2C-4CFB-259E-213F0C068B12}" dt="2024-06-03T16:51:34.174" v="121" actId="1076"/>
        <pc:sldMkLst>
          <pc:docMk/>
          <pc:sldMk cId="3654428033" sldId="331"/>
        </pc:sldMkLst>
        <pc:spChg chg="del mod">
          <ac:chgData name="Manoj Sundar Ravichandran" userId="S::mravichandran@hof-university.de::453332ee-569c-4cda-ae19-79d852ef561a" providerId="AD" clId="Web-{DCA91B42-2F2C-4CFB-259E-213F0C068B12}" dt="2024-06-03T16:51:28.767" v="120"/>
          <ac:spMkLst>
            <pc:docMk/>
            <pc:sldMk cId="3654428033" sldId="331"/>
            <ac:spMk id="2" creationId="{494F914B-DD6E-217B-A10D-95C88EE0EAB1}"/>
          </ac:spMkLst>
        </pc:spChg>
        <pc:spChg chg="mod modVis">
          <ac:chgData name="Manoj Sundar Ravichandran" userId="S::mravichandran@hof-university.de::453332ee-569c-4cda-ae19-79d852ef561a" providerId="AD" clId="Web-{DCA91B42-2F2C-4CFB-259E-213F0C068B12}" dt="2024-06-03T16:50:26.092" v="116"/>
          <ac:spMkLst>
            <pc:docMk/>
            <pc:sldMk cId="3654428033" sldId="331"/>
            <ac:spMk id="3" creationId="{F8BA3C74-0D52-A010-99DA-86876C760A99}"/>
          </ac:spMkLst>
        </pc:spChg>
        <pc:spChg chg="add del">
          <ac:chgData name="Manoj Sundar Ravichandran" userId="S::mravichandran@hof-university.de::453332ee-569c-4cda-ae19-79d852ef561a" providerId="AD" clId="Web-{DCA91B42-2F2C-4CFB-259E-213F0C068B12}" dt="2024-06-03T16:50:26.092" v="116"/>
          <ac:spMkLst>
            <pc:docMk/>
            <pc:sldMk cId="3654428033" sldId="331"/>
            <ac:spMk id="4" creationId="{F2D6C569-9D24-26C2-2745-C4B306AAADF2}"/>
          </ac:spMkLst>
        </pc:spChg>
        <pc:spChg chg="add del">
          <ac:chgData name="Manoj Sundar Ravichandran" userId="S::mravichandran@hof-university.de::453332ee-569c-4cda-ae19-79d852ef561a" providerId="AD" clId="Web-{DCA91B42-2F2C-4CFB-259E-213F0C068B12}" dt="2024-06-03T16:50:26.092" v="116"/>
          <ac:spMkLst>
            <pc:docMk/>
            <pc:sldMk cId="3654428033" sldId="331"/>
            <ac:spMk id="5" creationId="{0AC9BB9D-F5BC-5E0B-F939-AA0CD85A33A6}"/>
          </ac:spMkLst>
        </pc:spChg>
        <pc:spChg chg="add del">
          <ac:chgData name="Manoj Sundar Ravichandran" userId="S::mravichandran@hof-university.de::453332ee-569c-4cda-ae19-79d852ef561a" providerId="AD" clId="Web-{DCA91B42-2F2C-4CFB-259E-213F0C068B12}" dt="2024-06-03T16:50:26.092" v="116"/>
          <ac:spMkLst>
            <pc:docMk/>
            <pc:sldMk cId="3654428033" sldId="331"/>
            <ac:spMk id="6" creationId="{9434BBCE-356F-6BF9-302A-50042A9D6D52}"/>
          </ac:spMkLst>
        </pc:spChg>
        <pc:spChg chg="add del">
          <ac:chgData name="Manoj Sundar Ravichandran" userId="S::mravichandran@hof-university.de::453332ee-569c-4cda-ae19-79d852ef561a" providerId="AD" clId="Web-{DCA91B42-2F2C-4CFB-259E-213F0C068B12}" dt="2024-06-03T16:50:26.092" v="116"/>
          <ac:spMkLst>
            <pc:docMk/>
            <pc:sldMk cId="3654428033" sldId="331"/>
            <ac:spMk id="7" creationId="{1955C2FA-FA5A-8B23-5394-AFF3099D2C4E}"/>
          </ac:spMkLst>
        </pc:spChg>
        <pc:spChg chg="del">
          <ac:chgData name="Manoj Sundar Ravichandran" userId="S::mravichandran@hof-university.de::453332ee-569c-4cda-ae19-79d852ef561a" providerId="AD" clId="Web-{DCA91B42-2F2C-4CFB-259E-213F0C068B12}" dt="2024-06-03T16:49:36.026" v="106"/>
          <ac:spMkLst>
            <pc:docMk/>
            <pc:sldMk cId="3654428033" sldId="331"/>
            <ac:spMk id="8" creationId="{5CB8DBFE-6AA7-7A7F-4BE2-6DABE00740D3}"/>
          </ac:spMkLst>
        </pc:spChg>
        <pc:spChg chg="add del mod">
          <ac:chgData name="Manoj Sundar Ravichandran" userId="S::mravichandran@hof-university.de::453332ee-569c-4cda-ae19-79d852ef561a" providerId="AD" clId="Web-{DCA91B42-2F2C-4CFB-259E-213F0C068B12}" dt="2024-06-03T16:50:05.872" v="111"/>
          <ac:spMkLst>
            <pc:docMk/>
            <pc:sldMk cId="3654428033" sldId="331"/>
            <ac:spMk id="11" creationId="{02739CD9-11F4-6E22-D579-EE2A9540A6F3}"/>
          </ac:spMkLst>
        </pc:spChg>
        <pc:spChg chg="add mod">
          <ac:chgData name="Manoj Sundar Ravichandran" userId="S::mravichandran@hof-university.de::453332ee-569c-4cda-ae19-79d852ef561a" providerId="AD" clId="Web-{DCA91B42-2F2C-4CFB-259E-213F0C068B12}" dt="2024-06-03T16:51:34.174" v="121" actId="1076"/>
          <ac:spMkLst>
            <pc:docMk/>
            <pc:sldMk cId="3654428033" sldId="331"/>
            <ac:spMk id="14" creationId="{A997D8BD-3ED2-AAD7-4D7D-72783D5F09B5}"/>
          </ac:spMkLst>
        </pc:spChg>
        <pc:spChg chg="add del">
          <ac:chgData name="Manoj Sundar Ravichandran" userId="S::mravichandran@hof-university.de::453332ee-569c-4cda-ae19-79d852ef561a" providerId="AD" clId="Web-{DCA91B42-2F2C-4CFB-259E-213F0C068B12}" dt="2024-06-03T16:50:26.092" v="115"/>
          <ac:spMkLst>
            <pc:docMk/>
            <pc:sldMk cId="3654428033" sldId="331"/>
            <ac:spMk id="17" creationId="{64BD7837-02D2-C19F-1081-06985696E204}"/>
          </ac:spMkLst>
        </pc:spChg>
        <pc:spChg chg="add del">
          <ac:chgData name="Manoj Sundar Ravichandran" userId="S::mravichandran@hof-university.de::453332ee-569c-4cda-ae19-79d852ef561a" providerId="AD" clId="Web-{DCA91B42-2F2C-4CFB-259E-213F0C068B12}" dt="2024-06-03T16:50:26.092" v="115"/>
          <ac:spMkLst>
            <pc:docMk/>
            <pc:sldMk cId="3654428033" sldId="331"/>
            <ac:spMk id="19" creationId="{F2C90C3D-0DDE-BBDA-051F-1F8795D59C6A}"/>
          </ac:spMkLst>
        </pc:spChg>
        <pc:spChg chg="add del">
          <ac:chgData name="Manoj Sundar Ravichandran" userId="S::mravichandran@hof-university.de::453332ee-569c-4cda-ae19-79d852ef561a" providerId="AD" clId="Web-{DCA91B42-2F2C-4CFB-259E-213F0C068B12}" dt="2024-06-03T16:50:26.092" v="115"/>
          <ac:spMkLst>
            <pc:docMk/>
            <pc:sldMk cId="3654428033" sldId="331"/>
            <ac:spMk id="21" creationId="{FC1A68D5-5034-837C-2147-64E8F609EA64}"/>
          </ac:spMkLst>
        </pc:spChg>
        <pc:spChg chg="add del">
          <ac:chgData name="Manoj Sundar Ravichandran" userId="S::mravichandran@hof-university.de::453332ee-569c-4cda-ae19-79d852ef561a" providerId="AD" clId="Web-{DCA91B42-2F2C-4CFB-259E-213F0C068B12}" dt="2024-06-03T16:50:26.092" v="115"/>
          <ac:spMkLst>
            <pc:docMk/>
            <pc:sldMk cId="3654428033" sldId="331"/>
            <ac:spMk id="23" creationId="{BF81E5C1-FEA1-4E7D-6353-2A677EAC725E}"/>
          </ac:spMkLst>
        </pc:spChg>
        <pc:picChg chg="add del mod ord modCrop">
          <ac:chgData name="Manoj Sundar Ravichandran" userId="S::mravichandran@hof-university.de::453332ee-569c-4cda-ae19-79d852ef561a" providerId="AD" clId="Web-{DCA91B42-2F2C-4CFB-259E-213F0C068B12}" dt="2024-06-03T16:49:58.121" v="110"/>
          <ac:picMkLst>
            <pc:docMk/>
            <pc:sldMk cId="3654428033" sldId="331"/>
            <ac:picMk id="9" creationId="{5DEE321C-10C2-5134-C8CB-D985ED5852EC}"/>
          </ac:picMkLst>
        </pc:picChg>
        <pc:picChg chg="add mod ord">
          <ac:chgData name="Manoj Sundar Ravichandran" userId="S::mravichandran@hof-university.de::453332ee-569c-4cda-ae19-79d852ef561a" providerId="AD" clId="Web-{DCA91B42-2F2C-4CFB-259E-213F0C068B12}" dt="2024-06-03T16:50:26.092" v="116"/>
          <ac:picMkLst>
            <pc:docMk/>
            <pc:sldMk cId="3654428033" sldId="331"/>
            <ac:picMk id="12" creationId="{1D9B331C-72C5-98D0-34B9-4AE598C90EED}"/>
          </ac:picMkLst>
        </pc:picChg>
      </pc:sldChg>
    </pc:docChg>
  </pc:docChgLst>
  <pc:docChgLst>
    <pc:chgData name="Manoj Sundar Ravichandran" userId="S::mravichandran@hof-university.de::453332ee-569c-4cda-ae19-79d852ef561a" providerId="AD" clId="Web-{99D3E720-86C9-5F26-3417-46FE123BC6BE}"/>
    <pc:docChg chg="delSld modSld">
      <pc:chgData name="Manoj Sundar Ravichandran" userId="S::mravichandran@hof-university.de::453332ee-569c-4cda-ae19-79d852ef561a" providerId="AD" clId="Web-{99D3E720-86C9-5F26-3417-46FE123BC6BE}" dt="2025-01-02T10:29:28.496" v="519" actId="20577"/>
      <pc:docMkLst>
        <pc:docMk/>
      </pc:docMkLst>
      <pc:sldChg chg="modSp">
        <pc:chgData name="Manoj Sundar Ravichandran" userId="S::mravichandran@hof-university.de::453332ee-569c-4cda-ae19-79d852ef561a" providerId="AD" clId="Web-{99D3E720-86C9-5F26-3417-46FE123BC6BE}" dt="2025-01-02T09:40:30.504" v="5"/>
        <pc:sldMkLst>
          <pc:docMk/>
          <pc:sldMk cId="2265045271" sldId="272"/>
        </pc:sldMkLst>
        <pc:picChg chg="ord">
          <ac:chgData name="Manoj Sundar Ravichandran" userId="S::mravichandran@hof-university.de::453332ee-569c-4cda-ae19-79d852ef561a" providerId="AD" clId="Web-{99D3E720-86C9-5F26-3417-46FE123BC6BE}" dt="2025-01-02T09:40:30.504" v="5"/>
          <ac:picMkLst>
            <pc:docMk/>
            <pc:sldMk cId="2265045271" sldId="272"/>
            <ac:picMk id="4" creationId="{597F4F00-B4BC-55AD-D85A-2620A77BE589}"/>
          </ac:picMkLst>
        </pc:picChg>
      </pc:sldChg>
      <pc:sldChg chg="modSp">
        <pc:chgData name="Manoj Sundar Ravichandran" userId="S::mravichandran@hof-university.de::453332ee-569c-4cda-ae19-79d852ef561a" providerId="AD" clId="Web-{99D3E720-86C9-5F26-3417-46FE123BC6BE}" dt="2025-01-02T09:55:12.633" v="25" actId="1076"/>
        <pc:sldMkLst>
          <pc:docMk/>
          <pc:sldMk cId="979090327" sldId="276"/>
        </pc:sldMkLst>
        <pc:graphicFrameChg chg="mod">
          <ac:chgData name="Manoj Sundar Ravichandran" userId="S::mravichandran@hof-university.de::453332ee-569c-4cda-ae19-79d852ef561a" providerId="AD" clId="Web-{99D3E720-86C9-5F26-3417-46FE123BC6BE}" dt="2025-01-02T09:55:12.633" v="25" actId="1076"/>
          <ac:graphicFrameMkLst>
            <pc:docMk/>
            <pc:sldMk cId="979090327" sldId="276"/>
            <ac:graphicFrameMk id="18" creationId="{9D969C9C-C7DE-F500-FE57-E0AE0EC32B1E}"/>
          </ac:graphicFrameMkLst>
        </pc:graphicFrameChg>
      </pc:sldChg>
      <pc:sldChg chg="addSp delSp modSp mod modClrScheme chgLayout">
        <pc:chgData name="Manoj Sundar Ravichandran" userId="S::mravichandran@hof-university.de::453332ee-569c-4cda-ae19-79d852ef561a" providerId="AD" clId="Web-{99D3E720-86C9-5F26-3417-46FE123BC6BE}" dt="2025-01-02T10:29:28.496" v="519" actId="20577"/>
        <pc:sldMkLst>
          <pc:docMk/>
          <pc:sldMk cId="3222987528" sldId="332"/>
        </pc:sldMkLst>
        <pc:spChg chg="del mod ord">
          <ac:chgData name="Manoj Sundar Ravichandran" userId="S::mravichandran@hof-university.de::453332ee-569c-4cda-ae19-79d852ef561a" providerId="AD" clId="Web-{99D3E720-86C9-5F26-3417-46FE123BC6BE}" dt="2025-01-02T09:50:26.432" v="19"/>
          <ac:spMkLst>
            <pc:docMk/>
            <pc:sldMk cId="3222987528" sldId="332"/>
            <ac:spMk id="2" creationId="{65404E41-8950-7BB1-FCAA-C0F00F29425C}"/>
          </ac:spMkLst>
        </pc:spChg>
        <pc:spChg chg="del">
          <ac:chgData name="Manoj Sundar Ravichandran" userId="S::mravichandran@hof-university.de::453332ee-569c-4cda-ae19-79d852ef561a" providerId="AD" clId="Web-{99D3E720-86C9-5F26-3417-46FE123BC6BE}" dt="2025-01-02T09:44:31.031" v="10"/>
          <ac:spMkLst>
            <pc:docMk/>
            <pc:sldMk cId="3222987528" sldId="332"/>
            <ac:spMk id="3" creationId="{82DBDB83-BB4D-CBD6-BABF-1A37FA42E2BC}"/>
          </ac:spMkLst>
        </pc:spChg>
        <pc:spChg chg="del">
          <ac:chgData name="Manoj Sundar Ravichandran" userId="S::mravichandran@hof-university.de::453332ee-569c-4cda-ae19-79d852ef561a" providerId="AD" clId="Web-{99D3E720-86C9-5F26-3417-46FE123BC6BE}" dt="2025-01-02T09:44:22.859" v="6"/>
          <ac:spMkLst>
            <pc:docMk/>
            <pc:sldMk cId="3222987528" sldId="332"/>
            <ac:spMk id="4" creationId="{AC8A8C6F-156E-A3AC-8E01-C186AF84A640}"/>
          </ac:spMkLst>
        </pc:spChg>
        <pc:spChg chg="mod ord">
          <ac:chgData name="Manoj Sundar Ravichandran" userId="S::mravichandran@hof-university.de::453332ee-569c-4cda-ae19-79d852ef561a" providerId="AD" clId="Web-{99D3E720-86C9-5F26-3417-46FE123BC6BE}" dt="2025-01-02T09:44:31.031" v="10"/>
          <ac:spMkLst>
            <pc:docMk/>
            <pc:sldMk cId="3222987528" sldId="332"/>
            <ac:spMk id="6" creationId="{92E36E3F-925A-08B3-0606-0DE743169A33}"/>
          </ac:spMkLst>
        </pc:spChg>
        <pc:spChg chg="mod">
          <ac:chgData name="Manoj Sundar Ravichandran" userId="S::mravichandran@hof-university.de::453332ee-569c-4cda-ae19-79d852ef561a" providerId="AD" clId="Web-{99D3E720-86C9-5F26-3417-46FE123BC6BE}" dt="2025-01-02T10:18:52.430" v="349" actId="1076"/>
          <ac:spMkLst>
            <pc:docMk/>
            <pc:sldMk cId="3222987528" sldId="332"/>
            <ac:spMk id="7" creationId="{012D371D-54E9-A245-C382-4F6CA0B48117}"/>
          </ac:spMkLst>
        </pc:spChg>
        <pc:spChg chg="add del mod">
          <ac:chgData name="Manoj Sundar Ravichandran" userId="S::mravichandran@hof-university.de::453332ee-569c-4cda-ae19-79d852ef561a" providerId="AD" clId="Web-{99D3E720-86C9-5F26-3417-46FE123BC6BE}" dt="2025-01-02T10:19:03.150" v="351"/>
          <ac:spMkLst>
            <pc:docMk/>
            <pc:sldMk cId="3222987528" sldId="332"/>
            <ac:spMk id="8" creationId="{43EA6CA0-CBA9-0CDF-E1A1-C845139CB3BD}"/>
          </ac:spMkLst>
        </pc:spChg>
        <pc:spChg chg="add mod">
          <ac:chgData name="Manoj Sundar Ravichandran" userId="S::mravichandran@hof-university.de::453332ee-569c-4cda-ae19-79d852ef561a" providerId="AD" clId="Web-{99D3E720-86C9-5F26-3417-46FE123BC6BE}" dt="2025-01-02T09:54:43.929" v="24" actId="1076"/>
          <ac:spMkLst>
            <pc:docMk/>
            <pc:sldMk cId="3222987528" sldId="332"/>
            <ac:spMk id="10" creationId="{E9FDC4EB-1C40-CED8-54D1-A212B40D67E6}"/>
          </ac:spMkLst>
        </pc:spChg>
        <pc:spChg chg="add mod">
          <ac:chgData name="Manoj Sundar Ravichandran" userId="S::mravichandran@hof-university.de::453332ee-569c-4cda-ae19-79d852ef561a" providerId="AD" clId="Web-{99D3E720-86C9-5F26-3417-46FE123BC6BE}" dt="2025-01-02T09:44:31.031" v="10"/>
          <ac:spMkLst>
            <pc:docMk/>
            <pc:sldMk cId="3222987528" sldId="332"/>
            <ac:spMk id="13" creationId="{B84CA679-C861-CDDC-816E-485028BB3154}"/>
          </ac:spMkLst>
        </pc:spChg>
        <pc:spChg chg="add mod">
          <ac:chgData name="Manoj Sundar Ravichandran" userId="S::mravichandran@hof-university.de::453332ee-569c-4cda-ae19-79d852ef561a" providerId="AD" clId="Web-{99D3E720-86C9-5F26-3417-46FE123BC6BE}" dt="2025-01-02T09:44:31.031" v="10"/>
          <ac:spMkLst>
            <pc:docMk/>
            <pc:sldMk cId="3222987528" sldId="332"/>
            <ac:spMk id="15" creationId="{B91B314B-66DA-82C3-7AEC-BEAC2A4D1273}"/>
          </ac:spMkLst>
        </pc:spChg>
        <pc:spChg chg="add mod">
          <ac:chgData name="Manoj Sundar Ravichandran" userId="S::mravichandran@hof-university.de::453332ee-569c-4cda-ae19-79d852ef561a" providerId="AD" clId="Web-{99D3E720-86C9-5F26-3417-46FE123BC6BE}" dt="2025-01-02T09:54:39.304" v="23" actId="1076"/>
          <ac:spMkLst>
            <pc:docMk/>
            <pc:sldMk cId="3222987528" sldId="332"/>
            <ac:spMk id="17" creationId="{65874C80-2DB3-A907-01AA-5A6665F63731}"/>
          </ac:spMkLst>
        </pc:spChg>
        <pc:spChg chg="add del mod">
          <ac:chgData name="Manoj Sundar Ravichandran" userId="S::mravichandran@hof-university.de::453332ee-569c-4cda-ae19-79d852ef561a" providerId="AD" clId="Web-{99D3E720-86C9-5F26-3417-46FE123BC6BE}" dt="2025-01-02T09:49:45.572" v="14"/>
          <ac:spMkLst>
            <pc:docMk/>
            <pc:sldMk cId="3222987528" sldId="332"/>
            <ac:spMk id="19" creationId="{10F6AA1C-D330-8BDF-0866-1B9C2C63BCE0}"/>
          </ac:spMkLst>
        </pc:spChg>
        <pc:spChg chg="add del mod">
          <ac:chgData name="Manoj Sundar Ravichandran" userId="S::mravichandran@hof-university.de::453332ee-569c-4cda-ae19-79d852ef561a" providerId="AD" clId="Web-{99D3E720-86C9-5F26-3417-46FE123BC6BE}" dt="2025-01-02T10:29:28.496" v="519" actId="20577"/>
          <ac:spMkLst>
            <pc:docMk/>
            <pc:sldMk cId="3222987528" sldId="332"/>
            <ac:spMk id="158" creationId="{74F39478-2C64-25C8-733A-0DD7BA3DE847}"/>
          </ac:spMkLst>
        </pc:spChg>
        <pc:spChg chg="add">
          <ac:chgData name="Manoj Sundar Ravichandran" userId="S::mravichandran@hof-university.de::453332ee-569c-4cda-ae19-79d852ef561a" providerId="AD" clId="Web-{99D3E720-86C9-5F26-3417-46FE123BC6BE}" dt="2025-01-02T10:17:33.957" v="306"/>
          <ac:spMkLst>
            <pc:docMk/>
            <pc:sldMk cId="3222987528" sldId="332"/>
            <ac:spMk id="160" creationId="{F4818DB4-1736-F434-6EFD-7DE5F4AAE711}"/>
          </ac:spMkLst>
        </pc:spChg>
        <pc:spChg chg="add del mod">
          <ac:chgData name="Manoj Sundar Ravichandran" userId="S::mravichandran@hof-university.de::453332ee-569c-4cda-ae19-79d852ef561a" providerId="AD" clId="Web-{99D3E720-86C9-5F26-3417-46FE123BC6BE}" dt="2025-01-02T10:18:55.321" v="350"/>
          <ac:spMkLst>
            <pc:docMk/>
            <pc:sldMk cId="3222987528" sldId="332"/>
            <ac:spMk id="162" creationId="{0F2A7217-6BEC-9F55-B700-175FA67770A2}"/>
          </ac:spMkLst>
        </pc:spChg>
        <pc:spChg chg="add del mod">
          <ac:chgData name="Manoj Sundar Ravichandran" userId="S::mravichandran@hof-university.de::453332ee-569c-4cda-ae19-79d852ef561a" providerId="AD" clId="Web-{99D3E720-86C9-5F26-3417-46FE123BC6BE}" dt="2025-01-02T10:19:16.056" v="354"/>
          <ac:spMkLst>
            <pc:docMk/>
            <pc:sldMk cId="3222987528" sldId="332"/>
            <ac:spMk id="164" creationId="{E89BCFBD-029B-8479-6FFE-7F35C4EE77D4}"/>
          </ac:spMkLst>
        </pc:spChg>
        <pc:spChg chg="add mod">
          <ac:chgData name="Manoj Sundar Ravichandran" userId="S::mravichandran@hof-university.de::453332ee-569c-4cda-ae19-79d852ef561a" providerId="AD" clId="Web-{99D3E720-86C9-5F26-3417-46FE123BC6BE}" dt="2025-01-02T10:20:01.308" v="370" actId="14100"/>
          <ac:spMkLst>
            <pc:docMk/>
            <pc:sldMk cId="3222987528" sldId="332"/>
            <ac:spMk id="165" creationId="{2830E1C5-6953-C54A-F883-A980E7C0CE43}"/>
          </ac:spMkLst>
        </pc:spChg>
        <pc:spChg chg="add mod">
          <ac:chgData name="Manoj Sundar Ravichandran" userId="S::mravichandran@hof-university.de::453332ee-569c-4cda-ae19-79d852ef561a" providerId="AD" clId="Web-{99D3E720-86C9-5F26-3417-46FE123BC6BE}" dt="2025-01-02T10:25:52.474" v="517" actId="20577"/>
          <ac:spMkLst>
            <pc:docMk/>
            <pc:sldMk cId="3222987528" sldId="332"/>
            <ac:spMk id="166" creationId="{AEFFBC10-117B-0099-576B-3F1E6844E56A}"/>
          </ac:spMkLst>
        </pc:spChg>
        <pc:graphicFrameChg chg="add del mod modGraphic">
          <ac:chgData name="Manoj Sundar Ravichandran" userId="S::mravichandran@hof-university.de::453332ee-569c-4cda-ae19-79d852ef561a" providerId="AD" clId="Web-{99D3E720-86C9-5F26-3417-46FE123BC6BE}" dt="2025-01-02T09:56:10.919" v="40"/>
          <ac:graphicFrameMkLst>
            <pc:docMk/>
            <pc:sldMk cId="3222987528" sldId="332"/>
            <ac:graphicFrameMk id="12" creationId="{996C745B-6865-9717-39A9-7D603D09DF6B}"/>
          </ac:graphicFrameMkLst>
        </pc:graphicFrameChg>
        <pc:graphicFrameChg chg="add del">
          <ac:chgData name="Manoj Sundar Ravichandran" userId="S::mravichandran@hof-university.de::453332ee-569c-4cda-ae19-79d852ef561a" providerId="AD" clId="Web-{99D3E720-86C9-5F26-3417-46FE123BC6BE}" dt="2025-01-02T09:55:59.372" v="36"/>
          <ac:graphicFrameMkLst>
            <pc:docMk/>
            <pc:sldMk cId="3222987528" sldId="332"/>
            <ac:graphicFrameMk id="129" creationId="{6EAF3F57-862B-41BA-FB7F-A4E17063970C}"/>
          </ac:graphicFrameMkLst>
        </pc:graphicFrameChg>
        <pc:picChg chg="add mod ord">
          <ac:chgData name="Manoj Sundar Ravichandran" userId="S::mravichandran@hof-university.de::453332ee-569c-4cda-ae19-79d852ef561a" providerId="AD" clId="Web-{99D3E720-86C9-5F26-3417-46FE123BC6BE}" dt="2025-01-02T09:44:31.031" v="10"/>
          <ac:picMkLst>
            <pc:docMk/>
            <pc:sldMk cId="3222987528" sldId="332"/>
            <ac:picMk id="5" creationId="{B1A93310-92F0-F0A0-4962-934EA1F76033}"/>
          </ac:picMkLst>
        </pc:picChg>
      </pc:sldChg>
      <pc:sldChg chg="addSp delSp modSp del addAnim delAnim modAnim">
        <pc:chgData name="Manoj Sundar Ravichandran" userId="S::mravichandran@hof-university.de::453332ee-569c-4cda-ae19-79d852ef561a" providerId="AD" clId="Web-{99D3E720-86C9-5F26-3417-46FE123BC6BE}" dt="2025-01-02T09:40:06.363" v="4"/>
        <pc:sldMkLst>
          <pc:docMk/>
          <pc:sldMk cId="595232908" sldId="333"/>
        </pc:sldMkLst>
        <pc:picChg chg="add mod">
          <ac:chgData name="Manoj Sundar Ravichandran" userId="S::mravichandran@hof-university.de::453332ee-569c-4cda-ae19-79d852ef561a" providerId="AD" clId="Web-{99D3E720-86C9-5F26-3417-46FE123BC6BE}" dt="2025-01-02T09:37:41.843" v="2"/>
          <ac:picMkLst>
            <pc:docMk/>
            <pc:sldMk cId="595232908" sldId="333"/>
            <ac:picMk id="6" creationId="{E874F785-6EC6-6711-F1C2-261EDA75E593}"/>
          </ac:picMkLst>
        </pc:picChg>
        <pc:picChg chg="del">
          <ac:chgData name="Manoj Sundar Ravichandran" userId="S::mravichandran@hof-university.de::453332ee-569c-4cda-ae19-79d852ef561a" providerId="AD" clId="Web-{99D3E720-86C9-5F26-3417-46FE123BC6BE}" dt="2025-01-02T09:37:32.405" v="1"/>
          <ac:picMkLst>
            <pc:docMk/>
            <pc:sldMk cId="595232908" sldId="333"/>
            <ac:picMk id="9" creationId="{1D72475D-2D77-168D-98A9-C26FC21B12E5}"/>
          </ac:picMkLst>
        </pc:picChg>
      </pc:sldChg>
    </pc:docChg>
  </pc:docChgLst>
  <pc:docChgLst>
    <pc:chgData name="Manoj Sundar Ravichandran" userId="S::mravichandran@hof-university.de::453332ee-569c-4cda-ae19-79d852ef561a" providerId="AD" clId="Web-{6499C0CB-7FD8-4A52-2EA1-585DC5D128E1}"/>
    <pc:docChg chg="addSld delSld modSld">
      <pc:chgData name="Manoj Sundar Ravichandran" userId="S::mravichandran@hof-university.de::453332ee-569c-4cda-ae19-79d852ef561a" providerId="AD" clId="Web-{6499C0CB-7FD8-4A52-2EA1-585DC5D128E1}" dt="2024-05-23T16:04:21.657" v="852"/>
      <pc:docMkLst>
        <pc:docMk/>
      </pc:docMkLst>
      <pc:sldChg chg="addSp delSp modSp mod modClrScheme chgLayout">
        <pc:chgData name="Manoj Sundar Ravichandran" userId="S::mravichandran@hof-university.de::453332ee-569c-4cda-ae19-79d852ef561a" providerId="AD" clId="Web-{6499C0CB-7FD8-4A52-2EA1-585DC5D128E1}" dt="2024-05-23T15:18:05.738" v="808" actId="20577"/>
        <pc:sldMkLst>
          <pc:docMk/>
          <pc:sldMk cId="2265045271" sldId="272"/>
        </pc:sldMkLst>
        <pc:spChg chg="mod">
          <ac:chgData name="Manoj Sundar Ravichandran" userId="S::mravichandran@hof-university.de::453332ee-569c-4cda-ae19-79d852ef561a" providerId="AD" clId="Web-{6499C0CB-7FD8-4A52-2EA1-585DC5D128E1}" dt="2024-05-23T15:18:05.738" v="808" actId="20577"/>
          <ac:spMkLst>
            <pc:docMk/>
            <pc:sldMk cId="2265045271" sldId="272"/>
            <ac:spMk id="3" creationId="{7D7CE20B-22FB-5030-9099-17B9B77641BC}"/>
          </ac:spMkLst>
        </pc:spChg>
        <pc:spChg chg="del">
          <ac:chgData name="Manoj Sundar Ravichandran" userId="S::mravichandran@hof-university.de::453332ee-569c-4cda-ae19-79d852ef561a" providerId="AD" clId="Web-{6499C0CB-7FD8-4A52-2EA1-585DC5D128E1}" dt="2024-05-23T11:23:19.064" v="36"/>
          <ac:spMkLst>
            <pc:docMk/>
            <pc:sldMk cId="2265045271" sldId="272"/>
            <ac:spMk id="9" creationId="{944C4AF2-E321-5619-2DA3-8D54EA8C8E0C}"/>
          </ac:spMkLst>
        </pc:spChg>
        <pc:spChg chg="mod ord">
          <ac:chgData name="Manoj Sundar Ravichandran" userId="S::mravichandran@hof-university.de::453332ee-569c-4cda-ae19-79d852ef561a" providerId="AD" clId="Web-{6499C0CB-7FD8-4A52-2EA1-585DC5D128E1}" dt="2024-05-23T12:19:40.238" v="449" actId="1076"/>
          <ac:spMkLst>
            <pc:docMk/>
            <pc:sldMk cId="2265045271" sldId="272"/>
            <ac:spMk id="10" creationId="{68F2A289-27C7-B841-95E9-2016AE39FC40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9:20.956" v="444"/>
          <ac:spMkLst>
            <pc:docMk/>
            <pc:sldMk cId="2265045271" sldId="272"/>
            <ac:spMk id="13" creationId="{F9AAD2C5-B1B3-F432-5EA1-7BBB6FD7D0BF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9:20.956" v="444"/>
          <ac:spMkLst>
            <pc:docMk/>
            <pc:sldMk cId="2265045271" sldId="272"/>
            <ac:spMk id="14" creationId="{BB5F9B9E-C490-466B-D9AC-0840D874B1D4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35.907" v="432"/>
          <ac:spMkLst>
            <pc:docMk/>
            <pc:sldMk cId="2265045271" sldId="272"/>
            <ac:spMk id="15" creationId="{F4C0C195-7AD6-768F-4FD2-7F741667BA2C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32.641" v="430"/>
          <ac:spMkLst>
            <pc:docMk/>
            <pc:sldMk cId="2265045271" sldId="272"/>
            <ac:spMk id="16" creationId="{C5423591-40A4-1124-D642-2EDE8D1E69D4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35.907" v="432"/>
          <ac:spMkLst>
            <pc:docMk/>
            <pc:sldMk cId="2265045271" sldId="272"/>
            <ac:spMk id="17" creationId="{A369ACB4-CD9E-DD9A-382D-AE614D8BE79C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32.641" v="430"/>
          <ac:spMkLst>
            <pc:docMk/>
            <pc:sldMk cId="2265045271" sldId="272"/>
            <ac:spMk id="18" creationId="{A0EA9487-84F8-77AB-C508-2DDF211EB16B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35.907" v="432"/>
          <ac:spMkLst>
            <pc:docMk/>
            <pc:sldMk cId="2265045271" sldId="272"/>
            <ac:spMk id="19" creationId="{5BB01376-7D47-C13A-B077-313FB13BFFFA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32.641" v="430"/>
          <ac:spMkLst>
            <pc:docMk/>
            <pc:sldMk cId="2265045271" sldId="272"/>
            <ac:spMk id="20" creationId="{A9797256-A25A-DDE6-0807-DD44E431B42E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35.907" v="432"/>
          <ac:spMkLst>
            <pc:docMk/>
            <pc:sldMk cId="2265045271" sldId="272"/>
            <ac:spMk id="21" creationId="{E6A3BEE4-1D94-B762-5823-EF8E8D16179B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32.641" v="430"/>
          <ac:spMkLst>
            <pc:docMk/>
            <pc:sldMk cId="2265045271" sldId="272"/>
            <ac:spMk id="22" creationId="{0288A202-10FD-0E45-6B3D-0F211EE95A97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35.907" v="432"/>
          <ac:spMkLst>
            <pc:docMk/>
            <pc:sldMk cId="2265045271" sldId="272"/>
            <ac:spMk id="23" creationId="{03CB9E23-CFC5-158B-33F6-BEEB97777FF9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32.641" v="430"/>
          <ac:spMkLst>
            <pc:docMk/>
            <pc:sldMk cId="2265045271" sldId="272"/>
            <ac:spMk id="24" creationId="{EC627C1E-20DF-6497-F10B-6A660941C509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35.907" v="432"/>
          <ac:spMkLst>
            <pc:docMk/>
            <pc:sldMk cId="2265045271" sldId="272"/>
            <ac:spMk id="25" creationId="{32FD0AE8-9838-EC67-F764-D48E18DADC8D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32.641" v="430"/>
          <ac:spMkLst>
            <pc:docMk/>
            <pc:sldMk cId="2265045271" sldId="272"/>
            <ac:spMk id="26" creationId="{58FB348C-4DA8-73FE-9FB9-DE8B97E2A9D2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40.251" v="434"/>
          <ac:spMkLst>
            <pc:docMk/>
            <pc:sldMk cId="2265045271" sldId="272"/>
            <ac:spMk id="27" creationId="{F9AAD2C5-B1B3-F432-5EA1-7BBB6FD7D0BF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40.251" v="434"/>
          <ac:spMkLst>
            <pc:docMk/>
            <pc:sldMk cId="2265045271" sldId="272"/>
            <ac:spMk id="28" creationId="{BB5F9B9E-C490-466B-D9AC-0840D874B1D4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40.251" v="434"/>
          <ac:spMkLst>
            <pc:docMk/>
            <pc:sldMk cId="2265045271" sldId="272"/>
            <ac:spMk id="29" creationId="{B4CE44CF-D121-5284-E495-6D5CBEB52790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40.251" v="434"/>
          <ac:spMkLst>
            <pc:docMk/>
            <pc:sldMk cId="2265045271" sldId="272"/>
            <ac:spMk id="30" creationId="{3C69EB26-B507-768E-E0BD-8DF3F0CB6DCD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40.251" v="434"/>
          <ac:spMkLst>
            <pc:docMk/>
            <pc:sldMk cId="2265045271" sldId="272"/>
            <ac:spMk id="31" creationId="{B809D05F-D6A8-5340-DCAC-D3E0B4769474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9:20.956" v="444"/>
          <ac:spMkLst>
            <pc:docMk/>
            <pc:sldMk cId="2265045271" sldId="272"/>
            <ac:spMk id="32" creationId="{B4CE44CF-D121-5284-E495-6D5CBEB52790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42.970" v="436"/>
          <ac:spMkLst>
            <pc:docMk/>
            <pc:sldMk cId="2265045271" sldId="272"/>
            <ac:spMk id="33" creationId="{DCA64932-991D-3DCF-C20F-4EE851FA3D69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42.970" v="436"/>
          <ac:spMkLst>
            <pc:docMk/>
            <pc:sldMk cId="2265045271" sldId="272"/>
            <ac:spMk id="34" creationId="{8BE047F3-78AC-0D38-A4C5-7BC57DA8A20D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42.970" v="436"/>
          <ac:spMkLst>
            <pc:docMk/>
            <pc:sldMk cId="2265045271" sldId="272"/>
            <ac:spMk id="35" creationId="{40CC4E78-12AC-716C-6ABD-5C1975ECC069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42.970" v="436"/>
          <ac:spMkLst>
            <pc:docMk/>
            <pc:sldMk cId="2265045271" sldId="272"/>
            <ac:spMk id="36" creationId="{06265C62-6488-B33E-DD34-D8BA602DF9FF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42.970" v="436"/>
          <ac:spMkLst>
            <pc:docMk/>
            <pc:sldMk cId="2265045271" sldId="272"/>
            <ac:spMk id="37" creationId="{0C165F20-C81D-ED76-65C0-0048B4E77D31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42.970" v="436"/>
          <ac:spMkLst>
            <pc:docMk/>
            <pc:sldMk cId="2265045271" sldId="272"/>
            <ac:spMk id="38" creationId="{A1F7419C-4A29-FE9C-B5EB-43E540E2DD3A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9:20.956" v="444"/>
          <ac:spMkLst>
            <pc:docMk/>
            <pc:sldMk cId="2265045271" sldId="272"/>
            <ac:spMk id="39" creationId="{3C69EB26-B507-768E-E0BD-8DF3F0CB6DCD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45.845" v="438"/>
          <ac:spMkLst>
            <pc:docMk/>
            <pc:sldMk cId="2265045271" sldId="272"/>
            <ac:spMk id="40" creationId="{9B134920-E2B0-5476-8AB6-DAA74738CC5B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45.845" v="438"/>
          <ac:spMkLst>
            <pc:docMk/>
            <pc:sldMk cId="2265045271" sldId="272"/>
            <ac:spMk id="41" creationId="{8C88A979-BED8-D941-027F-0970099F17EF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45.845" v="438"/>
          <ac:spMkLst>
            <pc:docMk/>
            <pc:sldMk cId="2265045271" sldId="272"/>
            <ac:spMk id="42" creationId="{AF62002D-3970-A4E5-6DC3-584983464365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45.845" v="438"/>
          <ac:spMkLst>
            <pc:docMk/>
            <pc:sldMk cId="2265045271" sldId="272"/>
            <ac:spMk id="43" creationId="{DCA149DC-CF2E-1B4C-883D-A910615CE077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45.845" v="438"/>
          <ac:spMkLst>
            <pc:docMk/>
            <pc:sldMk cId="2265045271" sldId="272"/>
            <ac:spMk id="44" creationId="{85001E9E-FA1A-4F8C-4140-9E2C7B67091A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45.845" v="438"/>
          <ac:spMkLst>
            <pc:docMk/>
            <pc:sldMk cId="2265045271" sldId="272"/>
            <ac:spMk id="45" creationId="{A696737B-F928-A1EC-88A3-E32C51093A15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45.845" v="438"/>
          <ac:spMkLst>
            <pc:docMk/>
            <pc:sldMk cId="2265045271" sldId="272"/>
            <ac:spMk id="46" creationId="{A1B34AB3-21AB-C115-7265-5B62A8EAE63B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9:20.956" v="444"/>
          <ac:spMkLst>
            <pc:docMk/>
            <pc:sldMk cId="2265045271" sldId="272"/>
            <ac:spMk id="47" creationId="{B809D05F-D6A8-5340-DCAC-D3E0B4769474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56.767" v="440"/>
          <ac:spMkLst>
            <pc:docMk/>
            <pc:sldMk cId="2265045271" sldId="272"/>
            <ac:spMk id="48" creationId="{517D618C-A085-1D75-708B-4724408A311F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56.767" v="440"/>
          <ac:spMkLst>
            <pc:docMk/>
            <pc:sldMk cId="2265045271" sldId="272"/>
            <ac:spMk id="49" creationId="{827163F8-1F9D-95C7-7745-691389367F6C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9:09.830" v="442"/>
          <ac:spMkLst>
            <pc:docMk/>
            <pc:sldMk cId="2265045271" sldId="272"/>
            <ac:spMk id="52" creationId="{C5423591-40A4-1124-D642-2EDE8D1E69D4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9:09.830" v="442"/>
          <ac:spMkLst>
            <pc:docMk/>
            <pc:sldMk cId="2265045271" sldId="272"/>
            <ac:spMk id="53" creationId="{A0EA9487-84F8-77AB-C508-2DDF211EB16B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9:09.830" v="442"/>
          <ac:spMkLst>
            <pc:docMk/>
            <pc:sldMk cId="2265045271" sldId="272"/>
            <ac:spMk id="54" creationId="{A9797256-A25A-DDE6-0807-DD44E431B42E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9:09.830" v="442"/>
          <ac:spMkLst>
            <pc:docMk/>
            <pc:sldMk cId="2265045271" sldId="272"/>
            <ac:spMk id="55" creationId="{0288A202-10FD-0E45-6B3D-0F211EE95A97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9:09.830" v="442"/>
          <ac:spMkLst>
            <pc:docMk/>
            <pc:sldMk cId="2265045271" sldId="272"/>
            <ac:spMk id="56" creationId="{EC627C1E-20DF-6497-F10B-6A660941C509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9:09.830" v="442"/>
          <ac:spMkLst>
            <pc:docMk/>
            <pc:sldMk cId="2265045271" sldId="272"/>
            <ac:spMk id="57" creationId="{58FB348C-4DA8-73FE-9FB9-DE8B97E2A9D2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9:24.456" v="446"/>
          <ac:spMkLst>
            <pc:docMk/>
            <pc:sldMk cId="2265045271" sldId="272"/>
            <ac:spMk id="58" creationId="{C5423591-40A4-1124-D642-2EDE8D1E69D4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9:24.456" v="446"/>
          <ac:spMkLst>
            <pc:docMk/>
            <pc:sldMk cId="2265045271" sldId="272"/>
            <ac:spMk id="59" creationId="{A0EA9487-84F8-77AB-C508-2DDF211EB16B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9:24.456" v="446"/>
          <ac:spMkLst>
            <pc:docMk/>
            <pc:sldMk cId="2265045271" sldId="272"/>
            <ac:spMk id="60" creationId="{A9797256-A25A-DDE6-0807-DD44E431B42E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9:24.456" v="446"/>
          <ac:spMkLst>
            <pc:docMk/>
            <pc:sldMk cId="2265045271" sldId="272"/>
            <ac:spMk id="61" creationId="{0288A202-10FD-0E45-6B3D-0F211EE95A97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9:24.456" v="446"/>
          <ac:spMkLst>
            <pc:docMk/>
            <pc:sldMk cId="2265045271" sldId="272"/>
            <ac:spMk id="62" creationId="{EC627C1E-20DF-6497-F10B-6A660941C509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9:24.456" v="446"/>
          <ac:spMkLst>
            <pc:docMk/>
            <pc:sldMk cId="2265045271" sldId="272"/>
            <ac:spMk id="63" creationId="{58FB348C-4DA8-73FE-9FB9-DE8B97E2A9D2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9:31.862" v="448"/>
          <ac:spMkLst>
            <pc:docMk/>
            <pc:sldMk cId="2265045271" sldId="272"/>
            <ac:spMk id="65" creationId="{F9AAD2C5-B1B3-F432-5EA1-7BBB6FD7D0BF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9:31.862" v="448"/>
          <ac:spMkLst>
            <pc:docMk/>
            <pc:sldMk cId="2265045271" sldId="272"/>
            <ac:spMk id="66" creationId="{BB5F9B9E-C490-466B-D9AC-0840D874B1D4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9:31.862" v="448"/>
          <ac:spMkLst>
            <pc:docMk/>
            <pc:sldMk cId="2265045271" sldId="272"/>
            <ac:spMk id="67" creationId="{B4CE44CF-D121-5284-E495-6D5CBEB52790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9:31.862" v="448"/>
          <ac:spMkLst>
            <pc:docMk/>
            <pc:sldMk cId="2265045271" sldId="272"/>
            <ac:spMk id="68" creationId="{3C69EB26-B507-768E-E0BD-8DF3F0CB6DCD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9:31.862" v="448"/>
          <ac:spMkLst>
            <pc:docMk/>
            <pc:sldMk cId="2265045271" sldId="272"/>
            <ac:spMk id="69" creationId="{B809D05F-D6A8-5340-DCAC-D3E0B4769474}"/>
          </ac:spMkLst>
        </pc:spChg>
        <pc:picChg chg="add del">
          <ac:chgData name="Manoj Sundar Ravichandran" userId="S::mravichandran@hof-university.de::453332ee-569c-4cda-ae19-79d852ef561a" providerId="AD" clId="Web-{6499C0CB-7FD8-4A52-2EA1-585DC5D128E1}" dt="2024-05-23T12:18:32.641" v="430"/>
          <ac:picMkLst>
            <pc:docMk/>
            <pc:sldMk cId="2265045271" sldId="272"/>
            <ac:picMk id="12" creationId="{762B983B-4439-5C88-3FBB-F4D60FAE8A4B}"/>
          </ac:picMkLst>
        </pc:picChg>
        <pc:picChg chg="add del">
          <ac:chgData name="Manoj Sundar Ravichandran" userId="S::mravichandran@hof-university.de::453332ee-569c-4cda-ae19-79d852ef561a" providerId="AD" clId="Web-{6499C0CB-7FD8-4A52-2EA1-585DC5D128E1}" dt="2024-05-23T12:19:24.456" v="446"/>
          <ac:picMkLst>
            <pc:docMk/>
            <pc:sldMk cId="2265045271" sldId="272"/>
            <ac:picMk id="50" creationId="{762B983B-4439-5C88-3FBB-F4D60FAE8A4B}"/>
          </ac:picMkLst>
        </pc:picChg>
        <pc:picChg chg="add del">
          <ac:chgData name="Manoj Sundar Ravichandran" userId="S::mravichandran@hof-university.de::453332ee-569c-4cda-ae19-79d852ef561a" providerId="AD" clId="Web-{6499C0CB-7FD8-4A52-2EA1-585DC5D128E1}" dt="2024-05-23T12:19:09.830" v="442"/>
          <ac:picMkLst>
            <pc:docMk/>
            <pc:sldMk cId="2265045271" sldId="272"/>
            <ac:picMk id="51" creationId="{762B983B-4439-5C88-3FBB-F4D60FAE8A4B}"/>
          </ac:picMkLst>
        </pc:picChg>
      </pc:sldChg>
      <pc:sldChg chg="addSp delSp modSp mod modClrScheme chgLayout">
        <pc:chgData name="Manoj Sundar Ravichandran" userId="S::mravichandran@hof-university.de::453332ee-569c-4cda-ae19-79d852ef561a" providerId="AD" clId="Web-{6499C0CB-7FD8-4A52-2EA1-585DC5D128E1}" dt="2024-05-23T15:12:22.118" v="803" actId="20577"/>
        <pc:sldMkLst>
          <pc:docMk/>
          <pc:sldMk cId="979090327" sldId="276"/>
        </pc:sldMkLst>
        <pc:spChg chg="mod">
          <ac:chgData name="Manoj Sundar Ravichandran" userId="S::mravichandran@hof-university.de::453332ee-569c-4cda-ae19-79d852ef561a" providerId="AD" clId="Web-{6499C0CB-7FD8-4A52-2EA1-585DC5D128E1}" dt="2024-05-23T12:20:11.489" v="450"/>
          <ac:spMkLst>
            <pc:docMk/>
            <pc:sldMk cId="979090327" sldId="276"/>
            <ac:spMk id="2" creationId="{43132FB6-B625-6447-9FCC-4FB309BFB014}"/>
          </ac:spMkLst>
        </pc:spChg>
        <pc:spChg chg="mod">
          <ac:chgData name="Manoj Sundar Ravichandran" userId="S::mravichandran@hof-university.de::453332ee-569c-4cda-ae19-79d852ef561a" providerId="AD" clId="Web-{6499C0CB-7FD8-4A52-2EA1-585DC5D128E1}" dt="2024-05-23T12:20:11.489" v="450"/>
          <ac:spMkLst>
            <pc:docMk/>
            <pc:sldMk cId="979090327" sldId="276"/>
            <ac:spMk id="3" creationId="{7E881EA1-694B-1847-A5BB-60730AD03CB1}"/>
          </ac:spMkLst>
        </pc:spChg>
        <pc:spChg chg="mod">
          <ac:chgData name="Manoj Sundar Ravichandran" userId="S::mravichandran@hof-university.de::453332ee-569c-4cda-ae19-79d852ef561a" providerId="AD" clId="Web-{6499C0CB-7FD8-4A52-2EA1-585DC5D128E1}" dt="2024-05-23T12:20:11.489" v="450"/>
          <ac:spMkLst>
            <pc:docMk/>
            <pc:sldMk cId="979090327" sldId="276"/>
            <ac:spMk id="4" creationId="{4220DD06-2962-3614-EBAF-2CC7C9A3EEBF}"/>
          </ac:spMkLst>
        </pc:spChg>
        <pc:spChg chg="del mod ord">
          <ac:chgData name="Manoj Sundar Ravichandran" userId="S::mravichandran@hof-university.de::453332ee-569c-4cda-ae19-79d852ef561a" providerId="AD" clId="Web-{6499C0CB-7FD8-4A52-2EA1-585DC5D128E1}" dt="2024-05-23T12:20:28.521" v="461"/>
          <ac:spMkLst>
            <pc:docMk/>
            <pc:sldMk cId="979090327" sldId="276"/>
            <ac:spMk id="5" creationId="{14453ADC-0B7D-A6A1-6AB2-1BD9DAD8C8BF}"/>
          </ac:spMkLst>
        </pc:spChg>
        <pc:spChg chg="del mod">
          <ac:chgData name="Manoj Sundar Ravichandran" userId="S::mravichandran@hof-university.de::453332ee-569c-4cda-ae19-79d852ef561a" providerId="AD" clId="Web-{6499C0CB-7FD8-4A52-2EA1-585DC5D128E1}" dt="2024-05-23T12:20:11.489" v="450"/>
          <ac:spMkLst>
            <pc:docMk/>
            <pc:sldMk cId="979090327" sldId="276"/>
            <ac:spMk id="7" creationId="{3178C3DB-A3ED-C900-C4C8-5608C4C5D973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20:38.287" v="463"/>
          <ac:spMkLst>
            <pc:docMk/>
            <pc:sldMk cId="979090327" sldId="276"/>
            <ac:spMk id="13" creationId="{51C38FB5-D5D8-54E1-4D24-9DD97BDCC753}"/>
          </ac:spMkLst>
        </pc:spChg>
        <pc:spChg chg="add mod">
          <ac:chgData name="Manoj Sundar Ravichandran" userId="S::mravichandran@hof-university.de::453332ee-569c-4cda-ae19-79d852ef561a" providerId="AD" clId="Web-{6499C0CB-7FD8-4A52-2EA1-585DC5D128E1}" dt="2024-05-23T15:12:22.118" v="803" actId="20577"/>
          <ac:spMkLst>
            <pc:docMk/>
            <pc:sldMk cId="979090327" sldId="276"/>
            <ac:spMk id="15" creationId="{04653620-934E-1DD7-1E24-BF313824DA6A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20:34.130" v="462"/>
          <ac:spMkLst>
            <pc:docMk/>
            <pc:sldMk cId="979090327" sldId="276"/>
            <ac:spMk id="17" creationId="{A4EDAD9D-31AF-1FC9-5FE6-995EB9742992}"/>
          </ac:spMkLst>
        </pc:spChg>
        <pc:graphicFrameChg chg="add mod">
          <ac:chgData name="Manoj Sundar Ravichandran" userId="S::mravichandran@hof-university.de::453332ee-569c-4cda-ae19-79d852ef561a" providerId="AD" clId="Web-{6499C0CB-7FD8-4A52-2EA1-585DC5D128E1}" dt="2024-05-23T12:20:11.489" v="450"/>
          <ac:graphicFrameMkLst>
            <pc:docMk/>
            <pc:sldMk cId="979090327" sldId="276"/>
            <ac:graphicFrameMk id="9" creationId="{82D46ADE-EFA7-E8EA-FF7F-81EEFAD86D01}"/>
          </ac:graphicFrameMkLst>
        </pc:graphicFrameChg>
      </pc:sldChg>
      <pc:sldChg chg="del">
        <pc:chgData name="Manoj Sundar Ravichandran" userId="S::mravichandran@hof-university.de::453332ee-569c-4cda-ae19-79d852ef561a" providerId="AD" clId="Web-{6499C0CB-7FD8-4A52-2EA1-585DC5D128E1}" dt="2024-05-23T15:17:49.456" v="804"/>
        <pc:sldMkLst>
          <pc:docMk/>
          <pc:sldMk cId="1397383095" sldId="277"/>
        </pc:sldMkLst>
      </pc:sldChg>
      <pc:sldChg chg="delSp modSp del">
        <pc:chgData name="Manoj Sundar Ravichandran" userId="S::mravichandran@hof-university.de::453332ee-569c-4cda-ae19-79d852ef561a" providerId="AD" clId="Web-{6499C0CB-7FD8-4A52-2EA1-585DC5D128E1}" dt="2024-05-23T11:24:34.598" v="47"/>
        <pc:sldMkLst>
          <pc:docMk/>
          <pc:sldMk cId="3079740182" sldId="280"/>
        </pc:sldMkLst>
        <pc:spChg chg="del mod">
          <ac:chgData name="Manoj Sundar Ravichandran" userId="S::mravichandran@hof-university.de::453332ee-569c-4cda-ae19-79d852ef561a" providerId="AD" clId="Web-{6499C0CB-7FD8-4A52-2EA1-585DC5D128E1}" dt="2024-05-23T11:24:00.925" v="43"/>
          <ac:spMkLst>
            <pc:docMk/>
            <pc:sldMk cId="3079740182" sldId="280"/>
            <ac:spMk id="2" creationId="{ED543207-428C-B452-324A-FCDD8A32D6E4}"/>
          </ac:spMkLst>
        </pc:spChg>
        <pc:spChg chg="del mod">
          <ac:chgData name="Manoj Sundar Ravichandran" userId="S::mravichandran@hof-university.de::453332ee-569c-4cda-ae19-79d852ef561a" providerId="AD" clId="Web-{6499C0CB-7FD8-4A52-2EA1-585DC5D128E1}" dt="2024-05-23T11:24:30.739" v="46"/>
          <ac:spMkLst>
            <pc:docMk/>
            <pc:sldMk cId="3079740182" sldId="280"/>
            <ac:spMk id="4" creationId="{33FFE5B7-11C9-34C2-CC63-A1317223AFD8}"/>
          </ac:spMkLst>
        </pc:spChg>
        <pc:spChg chg="del">
          <ac:chgData name="Manoj Sundar Ravichandran" userId="S::mravichandran@hof-university.de::453332ee-569c-4cda-ae19-79d852ef561a" providerId="AD" clId="Web-{6499C0CB-7FD8-4A52-2EA1-585DC5D128E1}" dt="2024-05-23T11:24:07.957" v="44"/>
          <ac:spMkLst>
            <pc:docMk/>
            <pc:sldMk cId="3079740182" sldId="280"/>
            <ac:spMk id="18" creationId="{547F2A27-C711-397D-D752-5593ECD22ECE}"/>
          </ac:spMkLst>
        </pc:spChg>
      </pc:sldChg>
      <pc:sldChg chg="del">
        <pc:chgData name="Manoj Sundar Ravichandran" userId="S::mravichandran@hof-university.de::453332ee-569c-4cda-ae19-79d852ef561a" providerId="AD" clId="Web-{6499C0CB-7FD8-4A52-2EA1-585DC5D128E1}" dt="2024-05-23T14:14:18.778" v="615"/>
        <pc:sldMkLst>
          <pc:docMk/>
          <pc:sldMk cId="2460515594" sldId="281"/>
        </pc:sldMkLst>
      </pc:sldChg>
      <pc:sldChg chg="del">
        <pc:chgData name="Manoj Sundar Ravichandran" userId="S::mravichandran@hof-university.de::453332ee-569c-4cda-ae19-79d852ef561a" providerId="AD" clId="Web-{6499C0CB-7FD8-4A52-2EA1-585DC5D128E1}" dt="2024-05-23T11:25:29.694" v="55"/>
        <pc:sldMkLst>
          <pc:docMk/>
          <pc:sldMk cId="2880050546" sldId="294"/>
        </pc:sldMkLst>
      </pc:sldChg>
      <pc:sldChg chg="del">
        <pc:chgData name="Manoj Sundar Ravichandran" userId="S::mravichandran@hof-university.de::453332ee-569c-4cda-ae19-79d852ef561a" providerId="AD" clId="Web-{6499C0CB-7FD8-4A52-2EA1-585DC5D128E1}" dt="2024-05-23T15:17:52.394" v="805"/>
        <pc:sldMkLst>
          <pc:docMk/>
          <pc:sldMk cId="2935229500" sldId="295"/>
        </pc:sldMkLst>
      </pc:sldChg>
      <pc:sldChg chg="new">
        <pc:chgData name="Manoj Sundar Ravichandran" userId="S::mravichandran@hof-university.de::453332ee-569c-4cda-ae19-79d852ef561a" providerId="AD" clId="Web-{6499C0CB-7FD8-4A52-2EA1-585DC5D128E1}" dt="2024-05-23T11:24:39.676" v="48"/>
        <pc:sldMkLst>
          <pc:docMk/>
          <pc:sldMk cId="2295153978" sldId="296"/>
        </pc:sldMkLst>
      </pc:sldChg>
      <pc:sldChg chg="del">
        <pc:chgData name="Manoj Sundar Ravichandran" userId="S::mravichandran@hof-university.de::453332ee-569c-4cda-ae19-79d852ef561a" providerId="AD" clId="Web-{6499C0CB-7FD8-4A52-2EA1-585DC5D128E1}" dt="2024-05-23T11:23:43.002" v="40"/>
        <pc:sldMkLst>
          <pc:docMk/>
          <pc:sldMk cId="4261157552" sldId="296"/>
        </pc:sldMkLst>
      </pc:sldChg>
      <pc:sldChg chg="new del">
        <pc:chgData name="Manoj Sundar Ravichandran" userId="S::mravichandran@hof-university.de::453332ee-569c-4cda-ae19-79d852ef561a" providerId="AD" clId="Web-{6499C0CB-7FD8-4A52-2EA1-585DC5D128E1}" dt="2024-05-23T11:23:40.112" v="39"/>
        <pc:sldMkLst>
          <pc:docMk/>
          <pc:sldMk cId="1121106115" sldId="297"/>
        </pc:sldMkLst>
      </pc:sldChg>
      <pc:sldChg chg="addSp delSp modSp new mod modClrScheme chgLayout">
        <pc:chgData name="Manoj Sundar Ravichandran" userId="S::mravichandran@hof-university.de::453332ee-569c-4cda-ae19-79d852ef561a" providerId="AD" clId="Web-{6499C0CB-7FD8-4A52-2EA1-585DC5D128E1}" dt="2024-05-23T16:04:21.657" v="852"/>
        <pc:sldMkLst>
          <pc:docMk/>
          <pc:sldMk cId="2969681313" sldId="297"/>
        </pc:sldMkLst>
        <pc:spChg chg="del mod ord">
          <ac:chgData name="Manoj Sundar Ravichandran" userId="S::mravichandran@hof-university.de::453332ee-569c-4cda-ae19-79d852ef561a" providerId="AD" clId="Web-{6499C0CB-7FD8-4A52-2EA1-585DC5D128E1}" dt="2024-05-23T12:15:55.698" v="407"/>
          <ac:spMkLst>
            <pc:docMk/>
            <pc:sldMk cId="2969681313" sldId="297"/>
            <ac:spMk id="2" creationId="{D6991A68-74F0-1A09-87BA-C5B711AB76EB}"/>
          </ac:spMkLst>
        </pc:spChg>
        <pc:spChg chg="del">
          <ac:chgData name="Manoj Sundar Ravichandran" userId="S::mravichandran@hof-university.de::453332ee-569c-4cda-ae19-79d852ef561a" providerId="AD" clId="Web-{6499C0CB-7FD8-4A52-2EA1-585DC5D128E1}" dt="2024-05-23T12:15:43.354" v="405"/>
          <ac:spMkLst>
            <pc:docMk/>
            <pc:sldMk cId="2969681313" sldId="297"/>
            <ac:spMk id="3" creationId="{1B3A415A-E91E-ECFF-1382-377D97C2ABF6}"/>
          </ac:spMkLst>
        </pc:spChg>
        <pc:spChg chg="del">
          <ac:chgData name="Manoj Sundar Ravichandran" userId="S::mravichandran@hof-university.de::453332ee-569c-4cda-ae19-79d852ef561a" providerId="AD" clId="Web-{6499C0CB-7FD8-4A52-2EA1-585DC5D128E1}" dt="2024-05-23T12:15:43.354" v="405"/>
          <ac:spMkLst>
            <pc:docMk/>
            <pc:sldMk cId="2969681313" sldId="297"/>
            <ac:spMk id="4" creationId="{FA6879A8-FF4F-4B70-740B-E2E92A0E81D3}"/>
          </ac:spMkLst>
        </pc:spChg>
        <pc:spChg chg="del">
          <ac:chgData name="Manoj Sundar Ravichandran" userId="S::mravichandran@hof-university.de::453332ee-569c-4cda-ae19-79d852ef561a" providerId="AD" clId="Web-{6499C0CB-7FD8-4A52-2EA1-585DC5D128E1}" dt="2024-05-23T12:15:43.354" v="405"/>
          <ac:spMkLst>
            <pc:docMk/>
            <pc:sldMk cId="2969681313" sldId="297"/>
            <ac:spMk id="5" creationId="{B5E8A094-0368-9506-E868-F4E20CC49F7F}"/>
          </ac:spMkLst>
        </pc:spChg>
        <pc:spChg chg="del mod ord">
          <ac:chgData name="Manoj Sundar Ravichandran" userId="S::mravichandran@hof-university.de::453332ee-569c-4cda-ae19-79d852ef561a" providerId="AD" clId="Web-{6499C0CB-7FD8-4A52-2EA1-585DC5D128E1}" dt="2024-05-23T12:17:10.107" v="419"/>
          <ac:spMkLst>
            <pc:docMk/>
            <pc:sldMk cId="2969681313" sldId="297"/>
            <ac:spMk id="6" creationId="{0DD6695B-E177-D51D-8E91-49476A0635F6}"/>
          </ac:spMkLst>
        </pc:spChg>
        <pc:spChg chg="del">
          <ac:chgData name="Manoj Sundar Ravichandran" userId="S::mravichandran@hof-university.de::453332ee-569c-4cda-ae19-79d852ef561a" providerId="AD" clId="Web-{6499C0CB-7FD8-4A52-2EA1-585DC5D128E1}" dt="2024-05-23T11:25:54.179" v="60"/>
          <ac:spMkLst>
            <pc:docMk/>
            <pc:sldMk cId="2969681313" sldId="297"/>
            <ac:spMk id="7" creationId="{63FA8FC4-4282-1C32-B278-8EF9D92B2138}"/>
          </ac:spMkLst>
        </pc:spChg>
        <pc:spChg chg="add mod ord">
          <ac:chgData name="Manoj Sundar Ravichandran" userId="S::mravichandran@hof-university.de::453332ee-569c-4cda-ae19-79d852ef561a" providerId="AD" clId="Web-{6499C0CB-7FD8-4A52-2EA1-585DC5D128E1}" dt="2024-05-23T12:18:05.359" v="425"/>
          <ac:spMkLst>
            <pc:docMk/>
            <pc:sldMk cId="2969681313" sldId="297"/>
            <ac:spMk id="13" creationId="{DE305731-8A7E-D309-F490-8D0732BAB42F}"/>
          </ac:spMkLst>
        </pc:spChg>
        <pc:spChg chg="add mod ord">
          <ac:chgData name="Manoj Sundar Ravichandran" userId="S::mravichandran@hof-university.de::453332ee-569c-4cda-ae19-79d852ef561a" providerId="AD" clId="Web-{6499C0CB-7FD8-4A52-2EA1-585DC5D128E1}" dt="2024-05-23T12:18:05.359" v="425"/>
          <ac:spMkLst>
            <pc:docMk/>
            <pc:sldMk cId="2969681313" sldId="297"/>
            <ac:spMk id="15" creationId="{F3E691BA-C39D-1369-EA89-7E0E515DC578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5:55.698" v="407"/>
          <ac:spMkLst>
            <pc:docMk/>
            <pc:sldMk cId="2969681313" sldId="297"/>
            <ac:spMk id="17" creationId="{980D7283-5E50-4C0B-13E1-A5954BE116D1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5:55.698" v="407"/>
          <ac:spMkLst>
            <pc:docMk/>
            <pc:sldMk cId="2969681313" sldId="297"/>
            <ac:spMk id="19" creationId="{D5D42B6A-2F81-4D6B-19A1-1B2BE03342D5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5:55.698" v="407"/>
          <ac:spMkLst>
            <pc:docMk/>
            <pc:sldMk cId="2969681313" sldId="297"/>
            <ac:spMk id="21" creationId="{1BD2BF89-6CC2-934B-9697-A3AD646B56E8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5:55.698" v="407"/>
          <ac:spMkLst>
            <pc:docMk/>
            <pc:sldMk cId="2969681313" sldId="297"/>
            <ac:spMk id="29" creationId="{13942D41-C8DC-D16A-7A08-709A8E8EB120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6:51.231" v="416"/>
          <ac:spMkLst>
            <pc:docMk/>
            <pc:sldMk cId="2969681313" sldId="297"/>
            <ac:spMk id="35" creationId="{DF6CAB93-3F1B-DA86-7F8C-7354E5A8511E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6:51.231" v="416"/>
          <ac:spMkLst>
            <pc:docMk/>
            <pc:sldMk cId="2969681313" sldId="297"/>
            <ac:spMk id="37" creationId="{B5E5551C-666E-80F0-1BCD-331240E4040D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6:42.606" v="413"/>
          <ac:spMkLst>
            <pc:docMk/>
            <pc:sldMk cId="2969681313" sldId="297"/>
            <ac:spMk id="42" creationId="{47C493DE-4773-7718-C874-D026B8B57ACA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6:42.606" v="413"/>
          <ac:spMkLst>
            <pc:docMk/>
            <pc:sldMk cId="2969681313" sldId="297"/>
            <ac:spMk id="44" creationId="{FA92C996-436A-26D8-119A-9F649F7C3CAD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6:42.606" v="413"/>
          <ac:spMkLst>
            <pc:docMk/>
            <pc:sldMk cId="2969681313" sldId="297"/>
            <ac:spMk id="46" creationId="{17C55E9E-D39E-A09C-8D56-BE312538BCCB}"/>
          </ac:spMkLst>
        </pc:spChg>
        <pc:spChg chg="add del">
          <ac:chgData name="Manoj Sundar Ravichandran" userId="S::mravichandran@hof-university.de::453332ee-569c-4cda-ae19-79d852ef561a" providerId="AD" clId="Web-{6499C0CB-7FD8-4A52-2EA1-585DC5D128E1}" dt="2024-05-23T12:16:51.200" v="415"/>
          <ac:spMkLst>
            <pc:docMk/>
            <pc:sldMk cId="2969681313" sldId="297"/>
            <ac:spMk id="48" creationId="{5AB34049-CC48-5190-4166-654C30534697}"/>
          </ac:spMkLst>
        </pc:spChg>
        <pc:spChg chg="add del">
          <ac:chgData name="Manoj Sundar Ravichandran" userId="S::mravichandran@hof-university.de::453332ee-569c-4cda-ae19-79d852ef561a" providerId="AD" clId="Web-{6499C0CB-7FD8-4A52-2EA1-585DC5D128E1}" dt="2024-05-23T12:16:51.200" v="415"/>
          <ac:spMkLst>
            <pc:docMk/>
            <pc:sldMk cId="2969681313" sldId="297"/>
            <ac:spMk id="49" creationId="{0B93313A-29E9-EF78-97BE-09F61D2DF60B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7:20.592" v="421"/>
          <ac:spMkLst>
            <pc:docMk/>
            <pc:sldMk cId="2969681313" sldId="297"/>
            <ac:spMk id="51" creationId="{EC079CC8-B42D-2F38-0BEB-19EB3142A3AA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7:14.592" v="420"/>
          <ac:spMkLst>
            <pc:docMk/>
            <pc:sldMk cId="2969681313" sldId="297"/>
            <ac:spMk id="52" creationId="{EEF7E56A-1800-8831-B663-C6AACD85A110}"/>
          </ac:spMkLst>
        </pc:spChg>
        <pc:spChg chg="add mod">
          <ac:chgData name="Manoj Sundar Ravichandran" userId="S::mravichandran@hof-university.de::453332ee-569c-4cda-ae19-79d852ef561a" providerId="AD" clId="Web-{6499C0CB-7FD8-4A52-2EA1-585DC5D128E1}" dt="2024-05-23T12:23:03.527" v="483" actId="20577"/>
          <ac:spMkLst>
            <pc:docMk/>
            <pc:sldMk cId="2969681313" sldId="297"/>
            <ac:spMk id="53" creationId="{FF1CD1FF-A053-36A9-4252-6726B6ED6C7B}"/>
          </ac:spMkLst>
        </pc:spChg>
        <pc:spChg chg="add del">
          <ac:chgData name="Manoj Sundar Ravichandran" userId="S::mravichandran@hof-university.de::453332ee-569c-4cda-ae19-79d852ef561a" providerId="AD" clId="Web-{6499C0CB-7FD8-4A52-2EA1-585DC5D128E1}" dt="2024-05-23T12:17:41.280" v="423"/>
          <ac:spMkLst>
            <pc:docMk/>
            <pc:sldMk cId="2969681313" sldId="297"/>
            <ac:spMk id="58" creationId="{392846C0-E02E-1412-0DE0-B410502BCC11}"/>
          </ac:spMkLst>
        </pc:spChg>
        <pc:spChg chg="add del">
          <ac:chgData name="Manoj Sundar Ravichandran" userId="S::mravichandran@hof-university.de::453332ee-569c-4cda-ae19-79d852ef561a" providerId="AD" clId="Web-{6499C0CB-7FD8-4A52-2EA1-585DC5D128E1}" dt="2024-05-23T12:17:41.280" v="423"/>
          <ac:spMkLst>
            <pc:docMk/>
            <pc:sldMk cId="2969681313" sldId="297"/>
            <ac:spMk id="60" creationId="{27B92473-A636-E9B2-5862-27A7B5C9F9D4}"/>
          </ac:spMkLst>
        </pc:spChg>
        <pc:spChg chg="add del">
          <ac:chgData name="Manoj Sundar Ravichandran" userId="S::mravichandran@hof-university.de::453332ee-569c-4cda-ae19-79d852ef561a" providerId="AD" clId="Web-{6499C0CB-7FD8-4A52-2EA1-585DC5D128E1}" dt="2024-05-23T12:17:41.280" v="423"/>
          <ac:spMkLst>
            <pc:docMk/>
            <pc:sldMk cId="2969681313" sldId="297"/>
            <ac:spMk id="62" creationId="{39091DAD-BFC8-AE48-2771-C394B7C486DC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05.359" v="425"/>
          <ac:spMkLst>
            <pc:docMk/>
            <pc:sldMk cId="2969681313" sldId="297"/>
            <ac:spMk id="64" creationId="{433FCF02-B434-7CE4-6055-B8AD61E7C4E9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05.359" v="425"/>
          <ac:spMkLst>
            <pc:docMk/>
            <pc:sldMk cId="2969681313" sldId="297"/>
            <ac:spMk id="65" creationId="{3D9C472F-3774-FE88-E122-8364324BF5FF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2:18:05.359" v="425"/>
          <ac:spMkLst>
            <pc:docMk/>
            <pc:sldMk cId="2969681313" sldId="297"/>
            <ac:spMk id="66" creationId="{3CA74C23-E967-88AD-39B7-FAA5DA4E68C9}"/>
          </ac:spMkLst>
        </pc:spChg>
        <pc:spChg chg="add del">
          <ac:chgData name="Manoj Sundar Ravichandran" userId="S::mravichandran@hof-university.de::453332ee-569c-4cda-ae19-79d852ef561a" providerId="AD" clId="Web-{6499C0CB-7FD8-4A52-2EA1-585DC5D128E1}" dt="2024-05-23T12:21:29.133" v="464"/>
          <ac:spMkLst>
            <pc:docMk/>
            <pc:sldMk cId="2969681313" sldId="297"/>
            <ac:spMk id="68" creationId="{392846C0-E02E-1412-0DE0-B410502BCC11}"/>
          </ac:spMkLst>
        </pc:spChg>
        <pc:spChg chg="add del">
          <ac:chgData name="Manoj Sundar Ravichandran" userId="S::mravichandran@hof-university.de::453332ee-569c-4cda-ae19-79d852ef561a" providerId="AD" clId="Web-{6499C0CB-7FD8-4A52-2EA1-585DC5D128E1}" dt="2024-05-23T12:18:16.125" v="428"/>
          <ac:spMkLst>
            <pc:docMk/>
            <pc:sldMk cId="2969681313" sldId="297"/>
            <ac:spMk id="69" creationId="{27B92473-A636-E9B2-5862-27A7B5C9F9D4}"/>
          </ac:spMkLst>
        </pc:spChg>
        <pc:spChg chg="add del">
          <ac:chgData name="Manoj Sundar Ravichandran" userId="S::mravichandran@hof-university.de::453332ee-569c-4cda-ae19-79d852ef561a" providerId="AD" clId="Web-{6499C0CB-7FD8-4A52-2EA1-585DC5D128E1}" dt="2024-05-23T12:18:11.703" v="427"/>
          <ac:spMkLst>
            <pc:docMk/>
            <pc:sldMk cId="2969681313" sldId="297"/>
            <ac:spMk id="70" creationId="{39091DAD-BFC8-AE48-2771-C394B7C486DC}"/>
          </ac:spMkLst>
        </pc:spChg>
        <pc:spChg chg="add del">
          <ac:chgData name="Manoj Sundar Ravichandran" userId="S::mravichandran@hof-university.de::453332ee-569c-4cda-ae19-79d852ef561a" providerId="AD" clId="Web-{6499C0CB-7FD8-4A52-2EA1-585DC5D128E1}" dt="2024-05-23T16:04:21.657" v="852"/>
          <ac:spMkLst>
            <pc:docMk/>
            <pc:sldMk cId="2969681313" sldId="297"/>
            <ac:spMk id="73" creationId="{CBBF353E-F418-5CD8-BAE7-C34210D6E5B0}"/>
          </ac:spMkLst>
        </pc:spChg>
        <pc:spChg chg="add del">
          <ac:chgData name="Manoj Sundar Ravichandran" userId="S::mravichandran@hof-university.de::453332ee-569c-4cda-ae19-79d852ef561a" providerId="AD" clId="Web-{6499C0CB-7FD8-4A52-2EA1-585DC5D128E1}" dt="2024-05-23T12:21:39.305" v="466"/>
          <ac:spMkLst>
            <pc:docMk/>
            <pc:sldMk cId="2969681313" sldId="297"/>
            <ac:spMk id="75" creationId="{BACF8EA1-02C2-62FD-581C-9AA4AD85DF35}"/>
          </ac:spMkLst>
        </pc:spChg>
        <pc:spChg chg="add del">
          <ac:chgData name="Manoj Sundar Ravichandran" userId="S::mravichandran@hof-university.de::453332ee-569c-4cda-ae19-79d852ef561a" providerId="AD" clId="Web-{6499C0CB-7FD8-4A52-2EA1-585DC5D128E1}" dt="2024-05-23T12:21:35.539" v="465"/>
          <ac:spMkLst>
            <pc:docMk/>
            <pc:sldMk cId="2969681313" sldId="297"/>
            <ac:spMk id="77" creationId="{D0A2CABB-D968-EB76-1EC7-42BB7EBF09CF}"/>
          </ac:spMkLst>
        </pc:spChg>
        <pc:graphicFrameChg chg="add del mod ord modGraphic">
          <ac:chgData name="Manoj Sundar Ravichandran" userId="S::mravichandran@hof-university.de::453332ee-569c-4cda-ae19-79d852ef561a" providerId="AD" clId="Web-{6499C0CB-7FD8-4A52-2EA1-585DC5D128E1}" dt="2024-05-23T12:15:50.760" v="406"/>
          <ac:graphicFrameMkLst>
            <pc:docMk/>
            <pc:sldMk cId="2969681313" sldId="297"/>
            <ac:graphicFrameMk id="8" creationId="{3FA161EC-3B1A-8B59-8AD4-D538B645B666}"/>
          </ac:graphicFrameMkLst>
        </pc:graphicFrameChg>
        <pc:graphicFrameChg chg="add mod modGraphic">
          <ac:chgData name="Manoj Sundar Ravichandran" userId="S::mravichandran@hof-university.de::453332ee-569c-4cda-ae19-79d852ef561a" providerId="AD" clId="Web-{6499C0CB-7FD8-4A52-2EA1-585DC5D128E1}" dt="2024-05-23T12:21:29.133" v="464"/>
          <ac:graphicFrameMkLst>
            <pc:docMk/>
            <pc:sldMk cId="2969681313" sldId="297"/>
            <ac:graphicFrameMk id="31" creationId="{17BC093E-E4DD-24C5-1AC3-5ED7A042D1F8}"/>
          </ac:graphicFrameMkLst>
        </pc:graphicFrameChg>
      </pc:sldChg>
      <pc:sldChg chg="addSp delSp modSp new mod modClrScheme chgLayout">
        <pc:chgData name="Manoj Sundar Ravichandran" userId="S::mravichandran@hof-university.de::453332ee-569c-4cda-ae19-79d852ef561a" providerId="AD" clId="Web-{6499C0CB-7FD8-4A52-2EA1-585DC5D128E1}" dt="2024-05-23T13:04:26.485" v="507" actId="1076"/>
        <pc:sldMkLst>
          <pc:docMk/>
          <pc:sldMk cId="758406290" sldId="298"/>
        </pc:sldMkLst>
        <pc:spChg chg="mod ord">
          <ac:chgData name="Manoj Sundar Ravichandran" userId="S::mravichandran@hof-university.de::453332ee-569c-4cda-ae19-79d852ef561a" providerId="AD" clId="Web-{6499C0CB-7FD8-4A52-2EA1-585DC5D128E1}" dt="2024-05-23T12:15:13.228" v="404"/>
          <ac:spMkLst>
            <pc:docMk/>
            <pc:sldMk cId="758406290" sldId="298"/>
            <ac:spMk id="2" creationId="{265BFE4C-77E3-B909-EFF3-8D7CA9021DA2}"/>
          </ac:spMkLst>
        </pc:spChg>
        <pc:spChg chg="mod">
          <ac:chgData name="Manoj Sundar Ravichandran" userId="S::mravichandran@hof-university.de::453332ee-569c-4cda-ae19-79d852ef561a" providerId="AD" clId="Web-{6499C0CB-7FD8-4A52-2EA1-585DC5D128E1}" dt="2024-05-23T12:15:13.228" v="404"/>
          <ac:spMkLst>
            <pc:docMk/>
            <pc:sldMk cId="758406290" sldId="298"/>
            <ac:spMk id="3" creationId="{8942FCD0-DB2B-0960-A110-F7354A87B1B4}"/>
          </ac:spMkLst>
        </pc:spChg>
        <pc:spChg chg="add del">
          <ac:chgData name="Manoj Sundar Ravichandran" userId="S::mravichandran@hof-university.de::453332ee-569c-4cda-ae19-79d852ef561a" providerId="AD" clId="Web-{6499C0CB-7FD8-4A52-2EA1-585DC5D128E1}" dt="2024-05-23T12:15:13.228" v="404"/>
          <ac:spMkLst>
            <pc:docMk/>
            <pc:sldMk cId="758406290" sldId="298"/>
            <ac:spMk id="4" creationId="{6717858B-DE15-C499-5141-7E38D916A65D}"/>
          </ac:spMkLst>
        </pc:spChg>
        <pc:spChg chg="add del">
          <ac:chgData name="Manoj Sundar Ravichandran" userId="S::mravichandran@hof-university.de::453332ee-569c-4cda-ae19-79d852ef561a" providerId="AD" clId="Web-{6499C0CB-7FD8-4A52-2EA1-585DC5D128E1}" dt="2024-05-23T12:15:13.228" v="404"/>
          <ac:spMkLst>
            <pc:docMk/>
            <pc:sldMk cId="758406290" sldId="298"/>
            <ac:spMk id="5" creationId="{08CED6AC-9E35-975F-2D17-D69E981D0B87}"/>
          </ac:spMkLst>
        </pc:spChg>
        <pc:spChg chg="add mod">
          <ac:chgData name="Manoj Sundar Ravichandran" userId="S::mravichandran@hof-university.de::453332ee-569c-4cda-ae19-79d852ef561a" providerId="AD" clId="Web-{6499C0CB-7FD8-4A52-2EA1-585DC5D128E1}" dt="2024-05-23T13:04:26.485" v="507" actId="1076"/>
          <ac:spMkLst>
            <pc:docMk/>
            <pc:sldMk cId="758406290" sldId="298"/>
            <ac:spMk id="5" creationId="{7837ED31-7DE0-FD4B-B766-E0C6EF51EBF8}"/>
          </ac:spMkLst>
        </pc:spChg>
        <pc:spChg chg="mod">
          <ac:chgData name="Manoj Sundar Ravichandran" userId="S::mravichandran@hof-university.de::453332ee-569c-4cda-ae19-79d852ef561a" providerId="AD" clId="Web-{6499C0CB-7FD8-4A52-2EA1-585DC5D128E1}" dt="2024-05-23T12:15:13.228" v="404"/>
          <ac:spMkLst>
            <pc:docMk/>
            <pc:sldMk cId="758406290" sldId="298"/>
            <ac:spMk id="6" creationId="{FBB55F25-6F76-BF06-EA94-44127C879D8E}"/>
          </ac:spMkLst>
        </pc:spChg>
        <pc:spChg chg="del">
          <ac:chgData name="Manoj Sundar Ravichandran" userId="S::mravichandran@hof-university.de::453332ee-569c-4cda-ae19-79d852ef561a" providerId="AD" clId="Web-{6499C0CB-7FD8-4A52-2EA1-585DC5D128E1}" dt="2024-05-23T12:14:44.383" v="400"/>
          <ac:spMkLst>
            <pc:docMk/>
            <pc:sldMk cId="758406290" sldId="298"/>
            <ac:spMk id="7" creationId="{F7796E43-F415-07F1-5000-5165C1F07D44}"/>
          </ac:spMkLst>
        </pc:spChg>
        <pc:spChg chg="del">
          <ac:chgData name="Manoj Sundar Ravichandran" userId="S::mravichandran@hof-university.de::453332ee-569c-4cda-ae19-79d852ef561a" providerId="AD" clId="Web-{6499C0CB-7FD8-4A52-2EA1-585DC5D128E1}" dt="2024-05-23T12:15:03.399" v="401"/>
          <ac:spMkLst>
            <pc:docMk/>
            <pc:sldMk cId="758406290" sldId="298"/>
            <ac:spMk id="8" creationId="{35391577-2849-23DE-D22E-836BC71747A4}"/>
          </ac:spMkLst>
        </pc:spChg>
        <pc:spChg chg="add del">
          <ac:chgData name="Manoj Sundar Ravichandran" userId="S::mravichandran@hof-university.de::453332ee-569c-4cda-ae19-79d852ef561a" providerId="AD" clId="Web-{6499C0CB-7FD8-4A52-2EA1-585DC5D128E1}" dt="2024-05-23T12:15:13.212" v="403"/>
          <ac:spMkLst>
            <pc:docMk/>
            <pc:sldMk cId="758406290" sldId="298"/>
            <ac:spMk id="14" creationId="{BADF684E-A809-7A26-8731-4A10D69489B7}"/>
          </ac:spMkLst>
        </pc:spChg>
        <pc:spChg chg="add del">
          <ac:chgData name="Manoj Sundar Ravichandran" userId="S::mravichandran@hof-university.de::453332ee-569c-4cda-ae19-79d852ef561a" providerId="AD" clId="Web-{6499C0CB-7FD8-4A52-2EA1-585DC5D128E1}" dt="2024-05-23T12:15:13.212" v="403"/>
          <ac:spMkLst>
            <pc:docMk/>
            <pc:sldMk cId="758406290" sldId="298"/>
            <ac:spMk id="16" creationId="{9E4F76C8-7AA8-19C8-2699-C73E05AB8A1E}"/>
          </ac:spMkLst>
        </pc:spChg>
        <pc:spChg chg="add del">
          <ac:chgData name="Manoj Sundar Ravichandran" userId="S::mravichandran@hof-university.de::453332ee-569c-4cda-ae19-79d852ef561a" providerId="AD" clId="Web-{6499C0CB-7FD8-4A52-2EA1-585DC5D128E1}" dt="2024-05-23T12:15:13.212" v="403"/>
          <ac:spMkLst>
            <pc:docMk/>
            <pc:sldMk cId="758406290" sldId="298"/>
            <ac:spMk id="18" creationId="{1FC2D41C-85BA-F572-FC35-5AF5CDFE7EE6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3:03:29.264" v="501"/>
          <ac:spMkLst>
            <pc:docMk/>
            <pc:sldMk cId="758406290" sldId="298"/>
            <ac:spMk id="20" creationId="{3AA40AE8-66BE-B637-799D-AFB6687B0C9F}"/>
          </ac:spMkLst>
        </pc:spChg>
        <pc:spChg chg="add mod">
          <ac:chgData name="Manoj Sundar Ravichandran" userId="S::mravichandran@hof-university.de::453332ee-569c-4cda-ae19-79d852ef561a" providerId="AD" clId="Web-{6499C0CB-7FD8-4A52-2EA1-585DC5D128E1}" dt="2024-05-23T12:22:27.822" v="468"/>
          <ac:spMkLst>
            <pc:docMk/>
            <pc:sldMk cId="758406290" sldId="298"/>
            <ac:spMk id="21" creationId="{5B4AE3F9-2B06-AE8A-634A-F40BCDD3700B}"/>
          </ac:spMkLst>
        </pc:spChg>
        <pc:spChg chg="add mod">
          <ac:chgData name="Manoj Sundar Ravichandran" userId="S::mravichandran@hof-university.de::453332ee-569c-4cda-ae19-79d852ef561a" providerId="AD" clId="Web-{6499C0CB-7FD8-4A52-2EA1-585DC5D128E1}" dt="2024-05-23T12:15:13.228" v="404"/>
          <ac:spMkLst>
            <pc:docMk/>
            <pc:sldMk cId="758406290" sldId="298"/>
            <ac:spMk id="22" creationId="{AA28F7CD-2B48-205E-E88F-3D3926753D39}"/>
          </ac:spMkLst>
        </pc:spChg>
        <pc:picChg chg="add mod ord">
          <ac:chgData name="Manoj Sundar Ravichandran" userId="S::mravichandran@hof-university.de::453332ee-569c-4cda-ae19-79d852ef561a" providerId="AD" clId="Web-{6499C0CB-7FD8-4A52-2EA1-585DC5D128E1}" dt="2024-05-23T12:22:41.760" v="471" actId="1076"/>
          <ac:picMkLst>
            <pc:docMk/>
            <pc:sldMk cId="758406290" sldId="298"/>
            <ac:picMk id="9" creationId="{56640D12-3D22-EBEB-4BEB-342C4E0E788C}"/>
          </ac:picMkLst>
        </pc:picChg>
      </pc:sldChg>
      <pc:sldChg chg="addSp delSp modSp new mod modClrScheme chgLayout">
        <pc:chgData name="Manoj Sundar Ravichandran" userId="S::mravichandran@hof-university.de::453332ee-569c-4cda-ae19-79d852ef561a" providerId="AD" clId="Web-{6499C0CB-7FD8-4A52-2EA1-585DC5D128E1}" dt="2024-05-23T14:13:09.088" v="614" actId="1076"/>
        <pc:sldMkLst>
          <pc:docMk/>
          <pc:sldMk cId="4010891399" sldId="299"/>
        </pc:sldMkLst>
        <pc:spChg chg="mod ord">
          <ac:chgData name="Manoj Sundar Ravichandran" userId="S::mravichandran@hof-university.de::453332ee-569c-4cda-ae19-79d852ef561a" providerId="AD" clId="Web-{6499C0CB-7FD8-4A52-2EA1-585DC5D128E1}" dt="2024-05-23T14:12:17.836" v="606"/>
          <ac:spMkLst>
            <pc:docMk/>
            <pc:sldMk cId="4010891399" sldId="299"/>
            <ac:spMk id="2" creationId="{BBC1E025-0431-D343-EF30-37243CECDABB}"/>
          </ac:spMkLst>
        </pc:spChg>
        <pc:spChg chg="mod ord">
          <ac:chgData name="Manoj Sundar Ravichandran" userId="S::mravichandran@hof-university.de::453332ee-569c-4cda-ae19-79d852ef561a" providerId="AD" clId="Web-{6499C0CB-7FD8-4A52-2EA1-585DC5D128E1}" dt="2024-05-23T14:12:17.836" v="606"/>
          <ac:spMkLst>
            <pc:docMk/>
            <pc:sldMk cId="4010891399" sldId="299"/>
            <ac:spMk id="3" creationId="{E2E79836-8088-677C-C1B4-8B95A1A52179}"/>
          </ac:spMkLst>
        </pc:spChg>
        <pc:spChg chg="add del">
          <ac:chgData name="Manoj Sundar Ravichandran" userId="S::mravichandran@hof-university.de::453332ee-569c-4cda-ae19-79d852ef561a" providerId="AD" clId="Web-{6499C0CB-7FD8-4A52-2EA1-585DC5D128E1}" dt="2024-05-23T14:11:05.099" v="599"/>
          <ac:spMkLst>
            <pc:docMk/>
            <pc:sldMk cId="4010891399" sldId="299"/>
            <ac:spMk id="4" creationId="{2909E689-92F3-C6A9-F8B7-99503DF8BA62}"/>
          </ac:spMkLst>
        </pc:spChg>
        <pc:spChg chg="add del">
          <ac:chgData name="Manoj Sundar Ravichandran" userId="S::mravichandran@hof-university.de::453332ee-569c-4cda-ae19-79d852ef561a" providerId="AD" clId="Web-{6499C0CB-7FD8-4A52-2EA1-585DC5D128E1}" dt="2024-05-23T14:11:05.099" v="599"/>
          <ac:spMkLst>
            <pc:docMk/>
            <pc:sldMk cId="4010891399" sldId="299"/>
            <ac:spMk id="5" creationId="{0DBB0654-184C-C769-AEDE-F9A554E82075}"/>
          </ac:spMkLst>
        </pc:spChg>
        <pc:spChg chg="mod">
          <ac:chgData name="Manoj Sundar Ravichandran" userId="S::mravichandran@hof-university.de::453332ee-569c-4cda-ae19-79d852ef561a" providerId="AD" clId="Web-{6499C0CB-7FD8-4A52-2EA1-585DC5D128E1}" dt="2024-05-23T14:12:44.415" v="611"/>
          <ac:spMkLst>
            <pc:docMk/>
            <pc:sldMk cId="4010891399" sldId="299"/>
            <ac:spMk id="6" creationId="{7F39B941-85A1-D632-F783-43B053DF227B}"/>
          </ac:spMkLst>
        </pc:spChg>
        <pc:spChg chg="del">
          <ac:chgData name="Manoj Sundar Ravichandran" userId="S::mravichandran@hof-university.de::453332ee-569c-4cda-ae19-79d852ef561a" providerId="AD" clId="Web-{6499C0CB-7FD8-4A52-2EA1-585DC5D128E1}" dt="2024-05-23T14:01:11.780" v="509"/>
          <ac:spMkLst>
            <pc:docMk/>
            <pc:sldMk cId="4010891399" sldId="299"/>
            <ac:spMk id="7" creationId="{90421FBB-3560-EAD3-FF5F-C3FF0EC147EB}"/>
          </ac:spMkLst>
        </pc:spChg>
        <pc:spChg chg="add del mod ord">
          <ac:chgData name="Manoj Sundar Ravichandran" userId="S::mravichandran@hof-university.de::453332ee-569c-4cda-ae19-79d852ef561a" providerId="AD" clId="Web-{6499C0CB-7FD8-4A52-2EA1-585DC5D128E1}" dt="2024-05-23T14:11:44.366" v="604"/>
          <ac:spMkLst>
            <pc:docMk/>
            <pc:sldMk cId="4010891399" sldId="299"/>
            <ac:spMk id="8" creationId="{6E1D9E85-24BA-1CD2-B0F2-64080B004C86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10:57.427" v="596"/>
          <ac:spMkLst>
            <pc:docMk/>
            <pc:sldMk cId="4010891399" sldId="299"/>
            <ac:spMk id="13" creationId="{FFE00F8A-3D4F-1DDF-CDF2-AB67C230DEB9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10:52.458" v="594"/>
          <ac:spMkLst>
            <pc:docMk/>
            <pc:sldMk cId="4010891399" sldId="299"/>
            <ac:spMk id="14" creationId="{D53A05F9-BD2A-1F07-1F33-82C6C471B6A9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10:57.427" v="596"/>
          <ac:spMkLst>
            <pc:docMk/>
            <pc:sldMk cId="4010891399" sldId="299"/>
            <ac:spMk id="15" creationId="{35D0752A-5BA6-5176-5585-AD3F17254952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10:52.458" v="594"/>
          <ac:spMkLst>
            <pc:docMk/>
            <pc:sldMk cId="4010891399" sldId="299"/>
            <ac:spMk id="16" creationId="{824BFD6B-B88B-BA37-3F50-CDC1F13874FC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10:57.427" v="596"/>
          <ac:spMkLst>
            <pc:docMk/>
            <pc:sldMk cId="4010891399" sldId="299"/>
            <ac:spMk id="17" creationId="{F138B819-DFDC-8CE6-783E-BC9CBB8AD2D4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10:52.458" v="594"/>
          <ac:spMkLst>
            <pc:docMk/>
            <pc:sldMk cId="4010891399" sldId="299"/>
            <ac:spMk id="18" creationId="{58D437E5-F601-CF9D-23A7-BF6B45012F88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10:57.427" v="596"/>
          <ac:spMkLst>
            <pc:docMk/>
            <pc:sldMk cId="4010891399" sldId="299"/>
            <ac:spMk id="19" creationId="{8951D6E1-B1BF-C206-35F2-8E17FDF5EF3D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10:52.458" v="594"/>
          <ac:spMkLst>
            <pc:docMk/>
            <pc:sldMk cId="4010891399" sldId="299"/>
            <ac:spMk id="20" creationId="{26C67B50-A9A1-7852-90C0-F7600E62D657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10:57.427" v="596"/>
          <ac:spMkLst>
            <pc:docMk/>
            <pc:sldMk cId="4010891399" sldId="299"/>
            <ac:spMk id="21" creationId="{0691CA2F-CA02-7EEC-B670-E682D460A994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10:57.427" v="596"/>
          <ac:spMkLst>
            <pc:docMk/>
            <pc:sldMk cId="4010891399" sldId="299"/>
            <ac:spMk id="23" creationId="{A40FF97A-7A89-878F-254E-F4FE5073A982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11:05.084" v="598"/>
          <ac:spMkLst>
            <pc:docMk/>
            <pc:sldMk cId="4010891399" sldId="299"/>
            <ac:spMk id="25" creationId="{4042FB42-86A3-871C-0199-842077BBDED9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11:05.084" v="598"/>
          <ac:spMkLst>
            <pc:docMk/>
            <pc:sldMk cId="4010891399" sldId="299"/>
            <ac:spMk id="26" creationId="{127BAE85-643B-00FD-CE34-86BDE433902A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11:05.084" v="598"/>
          <ac:spMkLst>
            <pc:docMk/>
            <pc:sldMk cId="4010891399" sldId="299"/>
            <ac:spMk id="27" creationId="{0259B87D-AF7E-740C-AF64-2A9132EA1262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11:44.366" v="604"/>
          <ac:spMkLst>
            <pc:docMk/>
            <pc:sldMk cId="4010891399" sldId="299"/>
            <ac:spMk id="29" creationId="{5614B6E2-7057-730D-7D75-57D08AF01328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11:44.366" v="604"/>
          <ac:spMkLst>
            <pc:docMk/>
            <pc:sldMk cId="4010891399" sldId="299"/>
            <ac:spMk id="30" creationId="{E0300AF3-555E-B3E5-5D41-D9FBD9D97232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11:44.366" v="604"/>
          <ac:spMkLst>
            <pc:docMk/>
            <pc:sldMk cId="4010891399" sldId="299"/>
            <ac:spMk id="31" creationId="{B3478282-C23E-76DE-37D8-840E340A93D9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11:15.022" v="600"/>
          <ac:spMkLst>
            <pc:docMk/>
            <pc:sldMk cId="4010891399" sldId="299"/>
            <ac:spMk id="32" creationId="{56476B15-8479-B9D4-60F9-73E9D69824EB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11:44.304" v="603"/>
          <ac:spMkLst>
            <pc:docMk/>
            <pc:sldMk cId="4010891399" sldId="299"/>
            <ac:spMk id="37" creationId="{6196DFCE-49ED-5A2E-79A6-E3737C20A8DE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11:44.304" v="603"/>
          <ac:spMkLst>
            <pc:docMk/>
            <pc:sldMk cId="4010891399" sldId="299"/>
            <ac:spMk id="39" creationId="{2F7153B5-AD8C-3431-D2B0-A8906483695E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11:44.304" v="603"/>
          <ac:spMkLst>
            <pc:docMk/>
            <pc:sldMk cId="4010891399" sldId="299"/>
            <ac:spMk id="41" creationId="{97B3F11D-5CC1-309C-C0C6-8C1599173504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12:17.836" v="606"/>
          <ac:spMkLst>
            <pc:docMk/>
            <pc:sldMk cId="4010891399" sldId="299"/>
            <ac:spMk id="43" creationId="{04B6B2F3-D26F-52C2-072B-92CD7B88946D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12:17.836" v="606"/>
          <ac:spMkLst>
            <pc:docMk/>
            <pc:sldMk cId="4010891399" sldId="299"/>
            <ac:spMk id="44" creationId="{946362E7-4BBA-6DE6-3D71-EBAB03A53AE7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12:44.415" v="611"/>
          <ac:spMkLst>
            <pc:docMk/>
            <pc:sldMk cId="4010891399" sldId="299"/>
            <ac:spMk id="50" creationId="{29523BD1-6464-2988-CC43-8D2D98D116A9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12:44.415" v="611"/>
          <ac:spMkLst>
            <pc:docMk/>
            <pc:sldMk cId="4010891399" sldId="299"/>
            <ac:spMk id="52" creationId="{73BA1B75-6ABB-2E9E-F6B9-6B4992B9DEF7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12:44.415" v="611"/>
          <ac:spMkLst>
            <pc:docMk/>
            <pc:sldMk cId="4010891399" sldId="299"/>
            <ac:spMk id="54" creationId="{04CD0F57-B868-886E-B91E-8C7DA7AB4D6E}"/>
          </ac:spMkLst>
        </pc:spChg>
        <pc:spChg chg="add del">
          <ac:chgData name="Manoj Sundar Ravichandran" userId="S::mravichandran@hof-university.de::453332ee-569c-4cda-ae19-79d852ef561a" providerId="AD" clId="Web-{6499C0CB-7FD8-4A52-2EA1-585DC5D128E1}" dt="2024-05-23T14:12:57.822" v="613"/>
          <ac:spMkLst>
            <pc:docMk/>
            <pc:sldMk cId="4010891399" sldId="299"/>
            <ac:spMk id="59" creationId="{AB550F05-0259-D78A-0671-B3F36C8B0D3D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12:57.822" v="613"/>
          <ac:spMkLst>
            <pc:docMk/>
            <pc:sldMk cId="4010891399" sldId="299"/>
            <ac:spMk id="61" creationId="{920E9236-B8F2-8118-6BD1-1E726A9843DA}"/>
          </ac:spMkLst>
        </pc:spChg>
        <pc:spChg chg="add del">
          <ac:chgData name="Manoj Sundar Ravichandran" userId="S::mravichandran@hof-university.de::453332ee-569c-4cda-ae19-79d852ef561a" providerId="AD" clId="Web-{6499C0CB-7FD8-4A52-2EA1-585DC5D128E1}" dt="2024-05-23T14:12:57.822" v="613"/>
          <ac:spMkLst>
            <pc:docMk/>
            <pc:sldMk cId="4010891399" sldId="299"/>
            <ac:spMk id="63" creationId="{51DE7901-E324-0796-15AC-F6535006E808}"/>
          </ac:spMkLst>
        </pc:spChg>
        <pc:spChg chg="add">
          <ac:chgData name="Manoj Sundar Ravichandran" userId="S::mravichandran@hof-university.de::453332ee-569c-4cda-ae19-79d852ef561a" providerId="AD" clId="Web-{6499C0CB-7FD8-4A52-2EA1-585DC5D128E1}" dt="2024-05-23T14:12:57.822" v="613"/>
          <ac:spMkLst>
            <pc:docMk/>
            <pc:sldMk cId="4010891399" sldId="299"/>
            <ac:spMk id="68" creationId="{A18DF306-9E7A-F9F1-B8E2-1B61104C210A}"/>
          </ac:spMkLst>
        </pc:spChg>
        <pc:spChg chg="add">
          <ac:chgData name="Manoj Sundar Ravichandran" userId="S::mravichandran@hof-university.de::453332ee-569c-4cda-ae19-79d852ef561a" providerId="AD" clId="Web-{6499C0CB-7FD8-4A52-2EA1-585DC5D128E1}" dt="2024-05-23T14:12:57.822" v="613"/>
          <ac:spMkLst>
            <pc:docMk/>
            <pc:sldMk cId="4010891399" sldId="299"/>
            <ac:spMk id="70" creationId="{E7D6452B-87FB-E17F-9024-5271D24EEBFA}"/>
          </ac:spMkLst>
        </pc:spChg>
        <pc:spChg chg="add">
          <ac:chgData name="Manoj Sundar Ravichandran" userId="S::mravichandran@hof-university.de::453332ee-569c-4cda-ae19-79d852ef561a" providerId="AD" clId="Web-{6499C0CB-7FD8-4A52-2EA1-585DC5D128E1}" dt="2024-05-23T14:12:57.822" v="613"/>
          <ac:spMkLst>
            <pc:docMk/>
            <pc:sldMk cId="4010891399" sldId="299"/>
            <ac:spMk id="72" creationId="{B0C3D58C-659C-23DF-18CE-F963DDA64737}"/>
          </ac:spMkLst>
        </pc:spChg>
        <pc:graphicFrameChg chg="add del mod">
          <ac:chgData name="Manoj Sundar Ravichandran" userId="S::mravichandran@hof-university.de::453332ee-569c-4cda-ae19-79d852ef561a" providerId="AD" clId="Web-{6499C0CB-7FD8-4A52-2EA1-585DC5D128E1}" dt="2024-05-23T14:11:44.304" v="603"/>
          <ac:graphicFrameMkLst>
            <pc:docMk/>
            <pc:sldMk cId="4010891399" sldId="299"/>
            <ac:graphicFrameMk id="33" creationId="{8B95A142-5B4B-E56E-D220-9800187E5C1D}"/>
          </ac:graphicFrameMkLst>
        </pc:graphicFrameChg>
        <pc:graphicFrameChg chg="add mod modGraphic">
          <ac:chgData name="Manoj Sundar Ravichandran" userId="S::mravichandran@hof-university.de::453332ee-569c-4cda-ae19-79d852ef561a" providerId="AD" clId="Web-{6499C0CB-7FD8-4A52-2EA1-585DC5D128E1}" dt="2024-05-23T14:13:09.088" v="614" actId="1076"/>
          <ac:graphicFrameMkLst>
            <pc:docMk/>
            <pc:sldMk cId="4010891399" sldId="299"/>
            <ac:graphicFrameMk id="45" creationId="{9C73FD2A-888A-09DB-EAB5-4CABD9053F6C}"/>
          </ac:graphicFrameMkLst>
        </pc:graphicFrameChg>
        <pc:picChg chg="add del">
          <ac:chgData name="Manoj Sundar Ravichandran" userId="S::mravichandran@hof-university.de::453332ee-569c-4cda-ae19-79d852ef561a" providerId="AD" clId="Web-{6499C0CB-7FD8-4A52-2EA1-585DC5D128E1}" dt="2024-05-23T14:10:52.458" v="594"/>
          <ac:picMkLst>
            <pc:docMk/>
            <pc:sldMk cId="4010891399" sldId="299"/>
            <ac:picMk id="10" creationId="{2F6E0837-832A-25F0-3D19-9A650B3C74D2}"/>
          </ac:picMkLst>
        </pc:picChg>
      </pc:sldChg>
      <pc:sldChg chg="delSp modSp new del">
        <pc:chgData name="Manoj Sundar Ravichandran" userId="S::mravichandran@hof-university.de::453332ee-569c-4cda-ae19-79d852ef561a" providerId="AD" clId="Web-{6499C0CB-7FD8-4A52-2EA1-585DC5D128E1}" dt="2024-05-23T14:32:34.933" v="652"/>
        <pc:sldMkLst>
          <pc:docMk/>
          <pc:sldMk cId="267085861" sldId="300"/>
        </pc:sldMkLst>
        <pc:spChg chg="mod">
          <ac:chgData name="Manoj Sundar Ravichandran" userId="S::mravichandran@hof-university.de::453332ee-569c-4cda-ae19-79d852ef561a" providerId="AD" clId="Web-{6499C0CB-7FD8-4A52-2EA1-585DC5D128E1}" dt="2024-05-23T14:20:26.359" v="621" actId="20577"/>
          <ac:spMkLst>
            <pc:docMk/>
            <pc:sldMk cId="267085861" sldId="300"/>
            <ac:spMk id="6" creationId="{037C7060-8D81-39E5-898B-32CBF39530C3}"/>
          </ac:spMkLst>
        </pc:spChg>
        <pc:spChg chg="del">
          <ac:chgData name="Manoj Sundar Ravichandran" userId="S::mravichandran@hof-university.de::453332ee-569c-4cda-ae19-79d852ef561a" providerId="AD" clId="Web-{6499C0CB-7FD8-4A52-2EA1-585DC5D128E1}" dt="2024-05-23T14:20:30.468" v="622"/>
          <ac:spMkLst>
            <pc:docMk/>
            <pc:sldMk cId="267085861" sldId="300"/>
            <ac:spMk id="7" creationId="{6ADFA32C-D3A7-0614-2CB9-7E2EB3D27C2B}"/>
          </ac:spMkLst>
        </pc:spChg>
        <pc:spChg chg="mod">
          <ac:chgData name="Manoj Sundar Ravichandran" userId="S::mravichandran@hof-university.de::453332ee-569c-4cda-ae19-79d852ef561a" providerId="AD" clId="Web-{6499C0CB-7FD8-4A52-2EA1-585DC5D128E1}" dt="2024-05-23T14:25:56.637" v="649" actId="20577"/>
          <ac:spMkLst>
            <pc:docMk/>
            <pc:sldMk cId="267085861" sldId="300"/>
            <ac:spMk id="8" creationId="{27FAE8E3-C721-2624-05B9-47B0DA49BE64}"/>
          </ac:spMkLst>
        </pc:spChg>
      </pc:sldChg>
      <pc:sldChg chg="addSp delSp modSp new mod modClrScheme chgLayout">
        <pc:chgData name="Manoj Sundar Ravichandran" userId="S::mravichandran@hof-university.de::453332ee-569c-4cda-ae19-79d852ef561a" providerId="AD" clId="Web-{6499C0CB-7FD8-4A52-2EA1-585DC5D128E1}" dt="2024-05-23T14:35:36.439" v="716" actId="14100"/>
        <pc:sldMkLst>
          <pc:docMk/>
          <pc:sldMk cId="2027237095" sldId="300"/>
        </pc:sldMkLst>
        <pc:spChg chg="del mod">
          <ac:chgData name="Manoj Sundar Ravichandran" userId="S::mravichandran@hof-university.de::453332ee-569c-4cda-ae19-79d852ef561a" providerId="AD" clId="Web-{6499C0CB-7FD8-4A52-2EA1-585DC5D128E1}" dt="2024-05-23T14:33:28.966" v="705"/>
          <ac:spMkLst>
            <pc:docMk/>
            <pc:sldMk cId="2027237095" sldId="300"/>
            <ac:spMk id="2" creationId="{644AA96F-0F0E-2403-3453-3C1338B9B4C2}"/>
          </ac:spMkLst>
        </pc:spChg>
        <pc:spChg chg="del">
          <ac:chgData name="Manoj Sundar Ravichandran" userId="S::mravichandran@hof-university.de::453332ee-569c-4cda-ae19-79d852ef561a" providerId="AD" clId="Web-{6499C0CB-7FD8-4A52-2EA1-585DC5D128E1}" dt="2024-05-23T14:33:28.966" v="705"/>
          <ac:spMkLst>
            <pc:docMk/>
            <pc:sldMk cId="2027237095" sldId="300"/>
            <ac:spMk id="3" creationId="{43ECD0E5-6EF7-5E22-DED0-67E96D897F3B}"/>
          </ac:spMkLst>
        </pc:spChg>
        <pc:spChg chg="del">
          <ac:chgData name="Manoj Sundar Ravichandran" userId="S::mravichandran@hof-university.de::453332ee-569c-4cda-ae19-79d852ef561a" providerId="AD" clId="Web-{6499C0CB-7FD8-4A52-2EA1-585DC5D128E1}" dt="2024-05-23T14:33:28.966" v="705"/>
          <ac:spMkLst>
            <pc:docMk/>
            <pc:sldMk cId="2027237095" sldId="300"/>
            <ac:spMk id="4" creationId="{037219FC-7777-D65E-628A-213FCC324070}"/>
          </ac:spMkLst>
        </pc:spChg>
        <pc:spChg chg="del">
          <ac:chgData name="Manoj Sundar Ravichandran" userId="S::mravichandran@hof-university.de::453332ee-569c-4cda-ae19-79d852ef561a" providerId="AD" clId="Web-{6499C0CB-7FD8-4A52-2EA1-585DC5D128E1}" dt="2024-05-23T14:33:28.966" v="705"/>
          <ac:spMkLst>
            <pc:docMk/>
            <pc:sldMk cId="2027237095" sldId="300"/>
            <ac:spMk id="5" creationId="{D750C985-9499-1CB3-897E-19CC312DD470}"/>
          </ac:spMkLst>
        </pc:spChg>
        <pc:spChg chg="del">
          <ac:chgData name="Manoj Sundar Ravichandran" userId="S::mravichandran@hof-university.de::453332ee-569c-4cda-ae19-79d852ef561a" providerId="AD" clId="Web-{6499C0CB-7FD8-4A52-2EA1-585DC5D128E1}" dt="2024-05-23T14:33:28.966" v="705"/>
          <ac:spMkLst>
            <pc:docMk/>
            <pc:sldMk cId="2027237095" sldId="300"/>
            <ac:spMk id="6" creationId="{7720749A-5FC9-4EF1-2CAF-15950E6AE916}"/>
          </ac:spMkLst>
        </pc:spChg>
        <pc:spChg chg="del">
          <ac:chgData name="Manoj Sundar Ravichandran" userId="S::mravichandran@hof-university.de::453332ee-569c-4cda-ae19-79d852ef561a" providerId="AD" clId="Web-{6499C0CB-7FD8-4A52-2EA1-585DC5D128E1}" dt="2024-05-23T14:33:28.966" v="705"/>
          <ac:spMkLst>
            <pc:docMk/>
            <pc:sldMk cId="2027237095" sldId="300"/>
            <ac:spMk id="7" creationId="{E32CBCF7-0527-6F3F-3CFD-0A2E0C136178}"/>
          </ac:spMkLst>
        </pc:spChg>
        <pc:spChg chg="add mod">
          <ac:chgData name="Manoj Sundar Ravichandran" userId="S::mravichandran@hof-university.de::453332ee-569c-4cda-ae19-79d852ef561a" providerId="AD" clId="Web-{6499C0CB-7FD8-4A52-2EA1-585DC5D128E1}" dt="2024-05-23T14:34:48.656" v="712"/>
          <ac:spMkLst>
            <pc:docMk/>
            <pc:sldMk cId="2027237095" sldId="300"/>
            <ac:spMk id="13" creationId="{0418C426-F849-7D37-2DBE-62A32E1F94F7}"/>
          </ac:spMkLst>
        </pc:spChg>
        <pc:spChg chg="add mod">
          <ac:chgData name="Manoj Sundar Ravichandran" userId="S::mravichandran@hof-university.de::453332ee-569c-4cda-ae19-79d852ef561a" providerId="AD" clId="Web-{6499C0CB-7FD8-4A52-2EA1-585DC5D128E1}" dt="2024-05-23T14:34:48.656" v="712"/>
          <ac:spMkLst>
            <pc:docMk/>
            <pc:sldMk cId="2027237095" sldId="300"/>
            <ac:spMk id="15" creationId="{42484ECB-136F-DBE2-17D2-A58A994F5170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34:08.389" v="706"/>
          <ac:spMkLst>
            <pc:docMk/>
            <pc:sldMk cId="2027237095" sldId="300"/>
            <ac:spMk id="17" creationId="{842A3004-2562-C829-2936-1303B808DD25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34:08.389" v="706"/>
          <ac:spMkLst>
            <pc:docMk/>
            <pc:sldMk cId="2027237095" sldId="300"/>
            <ac:spMk id="19" creationId="{3A9BA485-11EB-F662-54AE-17A3FB73AD35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34:08.389" v="706"/>
          <ac:spMkLst>
            <pc:docMk/>
            <pc:sldMk cId="2027237095" sldId="300"/>
            <ac:spMk id="21" creationId="{21F881B7-C94E-FC52-A8AA-19F4B0351FFF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34:08.389" v="706"/>
          <ac:spMkLst>
            <pc:docMk/>
            <pc:sldMk cId="2027237095" sldId="300"/>
            <ac:spMk id="23" creationId="{1C11182C-5B7A-2ECB-EA6A-E40A31F6431D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34:15.905" v="707"/>
          <ac:spMkLst>
            <pc:docMk/>
            <pc:sldMk cId="2027237095" sldId="300"/>
            <ac:spMk id="28" creationId="{4306B759-5E63-9B43-ABA2-8E2C9287F54B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34:48.656" v="712"/>
          <ac:spMkLst>
            <pc:docMk/>
            <pc:sldMk cId="2027237095" sldId="300"/>
            <ac:spMk id="30" creationId="{41E1993F-91BA-BAB5-D313-AC2B82555798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34:48.656" v="712"/>
          <ac:spMkLst>
            <pc:docMk/>
            <pc:sldMk cId="2027237095" sldId="300"/>
            <ac:spMk id="32" creationId="{39C4AE49-68DC-C977-6204-39E86B7C91DF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34:48.656" v="712"/>
          <ac:spMkLst>
            <pc:docMk/>
            <pc:sldMk cId="2027237095" sldId="300"/>
            <ac:spMk id="34" creationId="{15883476-B6EA-7899-AB19-61EA5FC22804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34:48.656" v="712"/>
          <ac:spMkLst>
            <pc:docMk/>
            <pc:sldMk cId="2027237095" sldId="300"/>
            <ac:spMk id="36" creationId="{63976604-D541-53F4-8C9D-A69F767CA5B3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34:20.140" v="708"/>
          <ac:spMkLst>
            <pc:docMk/>
            <pc:sldMk cId="2027237095" sldId="300"/>
            <ac:spMk id="38" creationId="{27A9CD3D-C65B-5AD8-CCCE-16A7A46346B0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34:48.656" v="712"/>
          <ac:spMkLst>
            <pc:docMk/>
            <pc:sldMk cId="2027237095" sldId="300"/>
            <ac:spMk id="40" creationId="{7B16865E-45D7-D109-8238-8471C66C74E2}"/>
          </ac:spMkLst>
        </pc:spChg>
        <pc:spChg chg="add mod">
          <ac:chgData name="Manoj Sundar Ravichandran" userId="S::mravichandran@hof-university.de::453332ee-569c-4cda-ae19-79d852ef561a" providerId="AD" clId="Web-{6499C0CB-7FD8-4A52-2EA1-585DC5D128E1}" dt="2024-05-23T14:34:48.656" v="712"/>
          <ac:spMkLst>
            <pc:docMk/>
            <pc:sldMk cId="2027237095" sldId="300"/>
            <ac:spMk id="45" creationId="{DEA7EE15-FFD8-8180-B3C0-52AFBCB67035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34:55.860" v="713"/>
          <ac:spMkLst>
            <pc:docMk/>
            <pc:sldMk cId="2027237095" sldId="300"/>
            <ac:spMk id="47" creationId="{32A2E9CC-1926-AA3A-FC40-F745F72AC533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35:18.126" v="715"/>
          <ac:spMkLst>
            <pc:docMk/>
            <pc:sldMk cId="2027237095" sldId="300"/>
            <ac:spMk id="49" creationId="{CD65CD31-EB1B-8E6A-4ADC-5C8140A3B9DC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35:00.407" v="714"/>
          <ac:spMkLst>
            <pc:docMk/>
            <pc:sldMk cId="2027237095" sldId="300"/>
            <ac:spMk id="51" creationId="{B42685A0-7817-89EC-B367-C1D6C13D43CE}"/>
          </ac:spMkLst>
        </pc:spChg>
        <pc:graphicFrameChg chg="add mod modGraphic">
          <ac:chgData name="Manoj Sundar Ravichandran" userId="S::mravichandran@hof-university.de::453332ee-569c-4cda-ae19-79d852ef561a" providerId="AD" clId="Web-{6499C0CB-7FD8-4A52-2EA1-585DC5D128E1}" dt="2024-05-23T14:35:36.439" v="716" actId="14100"/>
          <ac:graphicFrameMkLst>
            <pc:docMk/>
            <pc:sldMk cId="2027237095" sldId="300"/>
            <ac:graphicFrameMk id="9" creationId="{74127A33-F32F-D142-D1CD-123594314C54}"/>
          </ac:graphicFrameMkLst>
        </pc:graphicFrameChg>
      </pc:sldChg>
      <pc:sldChg chg="addSp delSp modSp new add del mod modClrScheme chgLayout">
        <pc:chgData name="Manoj Sundar Ravichandran" userId="S::mravichandran@hof-university.de::453332ee-569c-4cda-ae19-79d852ef561a" providerId="AD" clId="Web-{6499C0CB-7FD8-4A52-2EA1-585DC5D128E1}" dt="2024-05-23T14:49:34.642" v="777"/>
        <pc:sldMkLst>
          <pc:docMk/>
          <pc:sldMk cId="1303834696" sldId="301"/>
        </pc:sldMkLst>
        <pc:spChg chg="mod">
          <ac:chgData name="Manoj Sundar Ravichandran" userId="S::mravichandran@hof-university.de::453332ee-569c-4cda-ae19-79d852ef561a" providerId="AD" clId="Web-{6499C0CB-7FD8-4A52-2EA1-585DC5D128E1}" dt="2024-05-23T14:39:34.120" v="759"/>
          <ac:spMkLst>
            <pc:docMk/>
            <pc:sldMk cId="1303834696" sldId="301"/>
            <ac:spMk id="2" creationId="{683D2C2F-349D-1F45-3F3E-C3845743EE19}"/>
          </ac:spMkLst>
        </pc:spChg>
        <pc:spChg chg="mod ord">
          <ac:chgData name="Manoj Sundar Ravichandran" userId="S::mravichandran@hof-university.de::453332ee-569c-4cda-ae19-79d852ef561a" providerId="AD" clId="Web-{6499C0CB-7FD8-4A52-2EA1-585DC5D128E1}" dt="2024-05-23T14:39:34.120" v="759"/>
          <ac:spMkLst>
            <pc:docMk/>
            <pc:sldMk cId="1303834696" sldId="301"/>
            <ac:spMk id="3" creationId="{2AC4C273-89E1-D93F-8D83-B484F9912D09}"/>
          </ac:spMkLst>
        </pc:spChg>
        <pc:spChg chg="add del">
          <ac:chgData name="Manoj Sundar Ravichandran" userId="S::mravichandran@hof-university.de::453332ee-569c-4cda-ae19-79d852ef561a" providerId="AD" clId="Web-{6499C0CB-7FD8-4A52-2EA1-585DC5D128E1}" dt="2024-05-23T14:39:34.120" v="759"/>
          <ac:spMkLst>
            <pc:docMk/>
            <pc:sldMk cId="1303834696" sldId="301"/>
            <ac:spMk id="4" creationId="{7C4E2B2C-7134-F725-7C5C-5646ABCE6140}"/>
          </ac:spMkLst>
        </pc:spChg>
        <pc:spChg chg="add del">
          <ac:chgData name="Manoj Sundar Ravichandran" userId="S::mravichandran@hof-university.de::453332ee-569c-4cda-ae19-79d852ef561a" providerId="AD" clId="Web-{6499C0CB-7FD8-4A52-2EA1-585DC5D128E1}" dt="2024-05-23T14:39:34.120" v="759"/>
          <ac:spMkLst>
            <pc:docMk/>
            <pc:sldMk cId="1303834696" sldId="301"/>
            <ac:spMk id="5" creationId="{9B6A693A-FBC6-4103-C50E-6F5E3D6517E0}"/>
          </ac:spMkLst>
        </pc:spChg>
        <pc:spChg chg="mod">
          <ac:chgData name="Manoj Sundar Ravichandran" userId="S::mravichandran@hof-university.de::453332ee-569c-4cda-ae19-79d852ef561a" providerId="AD" clId="Web-{6499C0CB-7FD8-4A52-2EA1-585DC5D128E1}" dt="2024-05-23T14:39:34.120" v="759"/>
          <ac:spMkLst>
            <pc:docMk/>
            <pc:sldMk cId="1303834696" sldId="301"/>
            <ac:spMk id="6" creationId="{A8FBF07E-8EDF-B88D-4C69-FAC3B69C5F15}"/>
          </ac:spMkLst>
        </pc:spChg>
        <pc:spChg chg="del">
          <ac:chgData name="Manoj Sundar Ravichandran" userId="S::mravichandran@hof-university.de::453332ee-569c-4cda-ae19-79d852ef561a" providerId="AD" clId="Web-{6499C0CB-7FD8-4A52-2EA1-585DC5D128E1}" dt="2024-05-23T14:37:29.178" v="731"/>
          <ac:spMkLst>
            <pc:docMk/>
            <pc:sldMk cId="1303834696" sldId="301"/>
            <ac:spMk id="7" creationId="{A5AB1368-DF59-923F-33A2-04EDFCCECB59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39:34.120" v="759"/>
          <ac:spMkLst>
            <pc:docMk/>
            <pc:sldMk cId="1303834696" sldId="301"/>
            <ac:spMk id="8" creationId="{6C958D57-C65B-6E75-3C23-AE88092F636C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40:56.904" v="765"/>
          <ac:spMkLst>
            <pc:docMk/>
            <pc:sldMk cId="1303834696" sldId="301"/>
            <ac:spMk id="11" creationId="{B22266F1-95B5-1C03-A088-50AD165E42B6}"/>
          </ac:spMkLst>
        </pc:spChg>
        <pc:spChg chg="add mod">
          <ac:chgData name="Manoj Sundar Ravichandran" userId="S::mravichandran@hof-university.de::453332ee-569c-4cda-ae19-79d852ef561a" providerId="AD" clId="Web-{6499C0CB-7FD8-4A52-2EA1-585DC5D128E1}" dt="2024-05-23T14:39:34.120" v="759"/>
          <ac:spMkLst>
            <pc:docMk/>
            <pc:sldMk cId="1303834696" sldId="301"/>
            <ac:spMk id="12" creationId="{E1C1B6DF-723C-E159-4839-2DED41CCEF4F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38:51.259" v="756"/>
          <ac:spMkLst>
            <pc:docMk/>
            <pc:sldMk cId="1303834696" sldId="301"/>
            <ac:spMk id="14" creationId="{DA91615D-AFB4-BA85-BE22-E0CC5A25F2CE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38:51.259" v="756"/>
          <ac:spMkLst>
            <pc:docMk/>
            <pc:sldMk cId="1303834696" sldId="301"/>
            <ac:spMk id="16" creationId="{445E0B63-6EC6-308F-2516-9E5F0FEF56D8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39:29.932" v="758"/>
          <ac:spMkLst>
            <pc:docMk/>
            <pc:sldMk cId="1303834696" sldId="301"/>
            <ac:spMk id="18" creationId="{34A40654-EAE0-FE3C-8C6F-84A532E2C893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39:29.932" v="758"/>
          <ac:spMkLst>
            <pc:docMk/>
            <pc:sldMk cId="1303834696" sldId="301"/>
            <ac:spMk id="20" creationId="{2EC2A7B4-E871-6CD0-71E9-D34712A37721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39:29.932" v="758"/>
          <ac:spMkLst>
            <pc:docMk/>
            <pc:sldMk cId="1303834696" sldId="301"/>
            <ac:spMk id="21" creationId="{FA0A4DBF-12FC-FE95-73C0-828892449C06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39:29.932" v="758"/>
          <ac:spMkLst>
            <pc:docMk/>
            <pc:sldMk cId="1303834696" sldId="301"/>
            <ac:spMk id="22" creationId="{061E0366-D46C-74F9-AC5A-33747E587A71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4:39:29.932" v="758"/>
          <ac:spMkLst>
            <pc:docMk/>
            <pc:sldMk cId="1303834696" sldId="301"/>
            <ac:spMk id="23" creationId="{6C958D57-C65B-6E75-3C23-AE88092F636C}"/>
          </ac:spMkLst>
        </pc:spChg>
        <pc:graphicFrameChg chg="add del mod">
          <ac:chgData name="Manoj Sundar Ravichandran" userId="S::mravichandran@hof-university.de::453332ee-569c-4cda-ae19-79d852ef561a" providerId="AD" clId="Web-{6499C0CB-7FD8-4A52-2EA1-585DC5D128E1}" dt="2024-05-23T14:38:51.259" v="756"/>
          <ac:graphicFrameMkLst>
            <pc:docMk/>
            <pc:sldMk cId="1303834696" sldId="301"/>
            <ac:graphicFrameMk id="10" creationId="{8DF8A398-F21A-5850-BF0C-304E34BC7C15}"/>
          </ac:graphicFrameMkLst>
        </pc:graphicFrameChg>
        <pc:graphicFrameChg chg="add mod modGraphic">
          <ac:chgData name="Manoj Sundar Ravichandran" userId="S::mravichandran@hof-university.de::453332ee-569c-4cda-ae19-79d852ef561a" providerId="AD" clId="Web-{6499C0CB-7FD8-4A52-2EA1-585DC5D128E1}" dt="2024-05-23T14:43:52.864" v="772"/>
          <ac:graphicFrameMkLst>
            <pc:docMk/>
            <pc:sldMk cId="1303834696" sldId="301"/>
            <ac:graphicFrameMk id="13" creationId="{4078EDFC-C7E0-EF5E-F50F-530E47DB4C79}"/>
          </ac:graphicFrameMkLst>
        </pc:graphicFrameChg>
        <pc:graphicFrameChg chg="add mod ord modGraphic">
          <ac:chgData name="Manoj Sundar Ravichandran" userId="S::mravichandran@hof-university.de::453332ee-569c-4cda-ae19-79d852ef561a" providerId="AD" clId="Web-{6499C0CB-7FD8-4A52-2EA1-585DC5D128E1}" dt="2024-05-23T14:40:56.904" v="765"/>
          <ac:graphicFrameMkLst>
            <pc:docMk/>
            <pc:sldMk cId="1303834696" sldId="301"/>
            <ac:graphicFrameMk id="84" creationId="{9134EC11-857B-B2D3-1BEE-2FCD3A160354}"/>
          </ac:graphicFrameMkLst>
        </pc:graphicFrameChg>
        <pc:picChg chg="add del">
          <ac:chgData name="Manoj Sundar Ravichandran" userId="S::mravichandran@hof-university.de::453332ee-569c-4cda-ae19-79d852ef561a" providerId="AD" clId="Web-{6499C0CB-7FD8-4A52-2EA1-585DC5D128E1}" dt="2024-05-23T14:39:29.932" v="758"/>
          <ac:picMkLst>
            <pc:docMk/>
            <pc:sldMk cId="1303834696" sldId="301"/>
            <ac:picMk id="19" creationId="{B1912C53-3BBF-552A-F1B6-9ED94AACDBB0}"/>
          </ac:picMkLst>
        </pc:picChg>
      </pc:sldChg>
      <pc:sldChg chg="add del replId">
        <pc:chgData name="Manoj Sundar Ravichandran" userId="S::mravichandran@hof-university.de::453332ee-569c-4cda-ae19-79d852ef561a" providerId="AD" clId="Web-{6499C0CB-7FD8-4A52-2EA1-585DC5D128E1}" dt="2024-05-23T14:49:21.345" v="775"/>
        <pc:sldMkLst>
          <pc:docMk/>
          <pc:sldMk cId="2444510194" sldId="301"/>
        </pc:sldMkLst>
      </pc:sldChg>
      <pc:sldChg chg="new del">
        <pc:chgData name="Manoj Sundar Ravichandran" userId="S::mravichandran@hof-university.de::453332ee-569c-4cda-ae19-79d852ef561a" providerId="AD" clId="Web-{6499C0CB-7FD8-4A52-2EA1-585DC5D128E1}" dt="2024-05-23T14:32:23.385" v="651"/>
        <pc:sldMkLst>
          <pc:docMk/>
          <pc:sldMk cId="2599184533" sldId="301"/>
        </pc:sldMkLst>
      </pc:sldChg>
      <pc:sldChg chg="addSp delSp modSp new">
        <pc:chgData name="Manoj Sundar Ravichandran" userId="S::mravichandran@hof-university.de::453332ee-569c-4cda-ae19-79d852ef561a" providerId="AD" clId="Web-{6499C0CB-7FD8-4A52-2EA1-585DC5D128E1}" dt="2024-05-23T15:33:32.923" v="851" actId="1076"/>
        <pc:sldMkLst>
          <pc:docMk/>
          <pc:sldMk cId="520032560" sldId="302"/>
        </pc:sldMkLst>
        <pc:spChg chg="del">
          <ac:chgData name="Manoj Sundar Ravichandran" userId="S::mravichandran@hof-university.de::453332ee-569c-4cda-ae19-79d852ef561a" providerId="AD" clId="Web-{6499C0CB-7FD8-4A52-2EA1-585DC5D128E1}" dt="2024-05-23T15:32:19.390" v="840"/>
          <ac:spMkLst>
            <pc:docMk/>
            <pc:sldMk cId="520032560" sldId="302"/>
            <ac:spMk id="4" creationId="{CAB4CC74-9AF9-1580-8AFB-1946F5ABF1E8}"/>
          </ac:spMkLst>
        </pc:spChg>
        <pc:spChg chg="mod">
          <ac:chgData name="Manoj Sundar Ravichandran" userId="S::mravichandran@hof-university.de::453332ee-569c-4cda-ae19-79d852ef561a" providerId="AD" clId="Web-{6499C0CB-7FD8-4A52-2EA1-585DC5D128E1}" dt="2024-05-23T15:30:30.121" v="832" actId="20577"/>
          <ac:spMkLst>
            <pc:docMk/>
            <pc:sldMk cId="520032560" sldId="302"/>
            <ac:spMk id="6" creationId="{6809A72D-6998-8737-FBB8-7AD4132CB1A0}"/>
          </ac:spMkLst>
        </pc:spChg>
        <pc:spChg chg="del">
          <ac:chgData name="Manoj Sundar Ravichandran" userId="S::mravichandran@hof-university.de::453332ee-569c-4cda-ae19-79d852ef561a" providerId="AD" clId="Web-{6499C0CB-7FD8-4A52-2EA1-585DC5D128E1}" dt="2024-05-23T14:52:01.413" v="799"/>
          <ac:spMkLst>
            <pc:docMk/>
            <pc:sldMk cId="520032560" sldId="302"/>
            <ac:spMk id="7" creationId="{5C3D65A9-3258-9600-BC58-930EAA5EC784}"/>
          </ac:spMkLst>
        </pc:spChg>
        <pc:spChg chg="del">
          <ac:chgData name="Manoj Sundar Ravichandran" userId="S::mravichandran@hof-university.de::453332ee-569c-4cda-ae19-79d852ef561a" providerId="AD" clId="Web-{6499C0CB-7FD8-4A52-2EA1-585DC5D128E1}" dt="2024-05-23T15:31:39.561" v="833"/>
          <ac:spMkLst>
            <pc:docMk/>
            <pc:sldMk cId="520032560" sldId="302"/>
            <ac:spMk id="8" creationId="{41A721F0-DF06-F8A9-DC0D-F07206A797C6}"/>
          </ac:spMkLst>
        </pc:spChg>
        <pc:spChg chg="add del mod">
          <ac:chgData name="Manoj Sundar Ravichandran" userId="S::mravichandran@hof-university.de::453332ee-569c-4cda-ae19-79d852ef561a" providerId="AD" clId="Web-{6499C0CB-7FD8-4A52-2EA1-585DC5D128E1}" dt="2024-05-23T15:32:10.452" v="837"/>
          <ac:spMkLst>
            <pc:docMk/>
            <pc:sldMk cId="520032560" sldId="302"/>
            <ac:spMk id="10" creationId="{5D10E4A3-5F87-EC20-2584-7991E9BDA6F2}"/>
          </ac:spMkLst>
        </pc:spChg>
        <pc:spChg chg="add mod">
          <ac:chgData name="Manoj Sundar Ravichandran" userId="S::mravichandran@hof-university.de::453332ee-569c-4cda-ae19-79d852ef561a" providerId="AD" clId="Web-{6499C0CB-7FD8-4A52-2EA1-585DC5D128E1}" dt="2024-05-23T15:33:32.923" v="851" actId="1076"/>
          <ac:spMkLst>
            <pc:docMk/>
            <pc:sldMk cId="520032560" sldId="302"/>
            <ac:spMk id="20" creationId="{3A497261-3374-04D4-2AD4-D9F36A0AD6F0}"/>
          </ac:spMkLst>
        </pc:spChg>
        <pc:graphicFrameChg chg="add del mod ord modGraphic">
          <ac:chgData name="Manoj Sundar Ravichandran" userId="S::mravichandran@hof-university.de::453332ee-569c-4cda-ae19-79d852ef561a" providerId="AD" clId="Web-{6499C0CB-7FD8-4A52-2EA1-585DC5D128E1}" dt="2024-05-23T15:32:40" v="841"/>
          <ac:graphicFrameMkLst>
            <pc:docMk/>
            <pc:sldMk cId="520032560" sldId="302"/>
            <ac:graphicFrameMk id="12" creationId="{D9F58038-6613-894C-643C-27350CF2E1AC}"/>
          </ac:graphicFrameMkLst>
        </pc:graphicFrameChg>
        <pc:picChg chg="add del mod ord">
          <ac:chgData name="Manoj Sundar Ravichandran" userId="S::mravichandran@hof-university.de::453332ee-569c-4cda-ae19-79d852ef561a" providerId="AD" clId="Web-{6499C0CB-7FD8-4A52-2EA1-585DC5D128E1}" dt="2024-05-23T15:32:00.452" v="836"/>
          <ac:picMkLst>
            <pc:docMk/>
            <pc:sldMk cId="520032560" sldId="302"/>
            <ac:picMk id="7" creationId="{594C3E40-BE1B-9AE9-86AD-F2F009FE418A}"/>
          </ac:picMkLst>
        </pc:picChg>
        <pc:picChg chg="add mod ord">
          <ac:chgData name="Manoj Sundar Ravichandran" userId="S::mravichandran@hof-university.de::453332ee-569c-4cda-ae19-79d852ef561a" providerId="AD" clId="Web-{6499C0CB-7FD8-4A52-2EA1-585DC5D128E1}" dt="2024-05-23T15:32:16.702" v="839" actId="14100"/>
          <ac:picMkLst>
            <pc:docMk/>
            <pc:sldMk cId="520032560" sldId="302"/>
            <ac:picMk id="11" creationId="{FB3607E0-DBA5-E8A4-D9AF-64E4444F8FCF}"/>
          </ac:picMkLst>
        </pc:picChg>
      </pc:sldChg>
      <pc:sldChg chg="new del">
        <pc:chgData name="Manoj Sundar Ravichandran" userId="S::mravichandran@hof-university.de::453332ee-569c-4cda-ae19-79d852ef561a" providerId="AD" clId="Web-{6499C0CB-7FD8-4A52-2EA1-585DC5D128E1}" dt="2024-05-23T14:51:24.865" v="779"/>
        <pc:sldMkLst>
          <pc:docMk/>
          <pc:sldMk cId="2655899600" sldId="302"/>
        </pc:sldMkLst>
      </pc:sldChg>
    </pc:docChg>
  </pc:docChgLst>
  <pc:docChgLst>
    <pc:chgData name="Manoj Sundar Ravichandran" userId="S::mravichandran@hof-university.de::453332ee-569c-4cda-ae19-79d852ef561a" providerId="AD" clId="Web-{5A47D652-B639-F4D5-172F-7D3348A1D39A}"/>
    <pc:docChg chg="addSld delSld modSld">
      <pc:chgData name="Manoj Sundar Ravichandran" userId="S::mravichandran@hof-university.de::453332ee-569c-4cda-ae19-79d852ef561a" providerId="AD" clId="Web-{5A47D652-B639-F4D5-172F-7D3348A1D39A}" dt="2024-06-03T13:21:27.149" v="217"/>
      <pc:docMkLst>
        <pc:docMk/>
      </pc:docMkLst>
      <pc:sldChg chg="addSp delSp modSp">
        <pc:chgData name="Manoj Sundar Ravichandran" userId="S::mravichandran@hof-university.de::453332ee-569c-4cda-ae19-79d852ef561a" providerId="AD" clId="Web-{5A47D652-B639-F4D5-172F-7D3348A1D39A}" dt="2024-06-03T12:07:28.970" v="34" actId="20577"/>
        <pc:sldMkLst>
          <pc:docMk/>
          <pc:sldMk cId="979090327" sldId="276"/>
        </pc:sldMkLst>
        <pc:spChg chg="add mod">
          <ac:chgData name="Manoj Sundar Ravichandran" userId="S::mravichandran@hof-university.de::453332ee-569c-4cda-ae19-79d852ef561a" providerId="AD" clId="Web-{5A47D652-B639-F4D5-172F-7D3348A1D39A}" dt="2024-06-03T12:07:28.970" v="34" actId="20577"/>
          <ac:spMkLst>
            <pc:docMk/>
            <pc:sldMk cId="979090327" sldId="276"/>
            <ac:spMk id="11" creationId="{D78BF353-5F97-DA5D-861F-7858ADB5D48A}"/>
          </ac:spMkLst>
        </pc:spChg>
        <pc:spChg chg="mod">
          <ac:chgData name="Manoj Sundar Ravichandran" userId="S::mravichandran@hof-university.de::453332ee-569c-4cda-ae19-79d852ef561a" providerId="AD" clId="Web-{5A47D652-B639-F4D5-172F-7D3348A1D39A}" dt="2024-06-03T12:04:44.386" v="22" actId="20577"/>
          <ac:spMkLst>
            <pc:docMk/>
            <pc:sldMk cId="979090327" sldId="276"/>
            <ac:spMk id="15" creationId="{04653620-934E-1DD7-1E24-BF313824DA6A}"/>
          </ac:spMkLst>
        </pc:spChg>
        <pc:graphicFrameChg chg="del">
          <ac:chgData name="Manoj Sundar Ravichandran" userId="S::mravichandran@hof-university.de::453332ee-569c-4cda-ae19-79d852ef561a" providerId="AD" clId="Web-{5A47D652-B639-F4D5-172F-7D3348A1D39A}" dt="2024-06-03T12:04:46.339" v="23"/>
          <ac:graphicFrameMkLst>
            <pc:docMk/>
            <pc:sldMk cId="979090327" sldId="276"/>
            <ac:graphicFrameMk id="9" creationId="{82D46ADE-EFA7-E8EA-FF7F-81EEFAD86D01}"/>
          </ac:graphicFrameMkLst>
        </pc:graphicFrameChg>
      </pc:sldChg>
      <pc:sldChg chg="addSp delSp modSp mod modClrScheme chgLayout">
        <pc:chgData name="Manoj Sundar Ravichandran" userId="S::mravichandran@hof-university.de::453332ee-569c-4cda-ae19-79d852ef561a" providerId="AD" clId="Web-{5A47D652-B639-F4D5-172F-7D3348A1D39A}" dt="2024-06-03T12:39:58.545" v="60" actId="20577"/>
        <pc:sldMkLst>
          <pc:docMk/>
          <pc:sldMk cId="758406290" sldId="298"/>
        </pc:sldMkLst>
        <pc:spChg chg="mod ord modVis">
          <ac:chgData name="Manoj Sundar Ravichandran" userId="S::mravichandran@hof-university.de::453332ee-569c-4cda-ae19-79d852ef561a" providerId="AD" clId="Web-{5A47D652-B639-F4D5-172F-7D3348A1D39A}" dt="2024-06-03T12:11:54.948" v="57"/>
          <ac:spMkLst>
            <pc:docMk/>
            <pc:sldMk cId="758406290" sldId="298"/>
            <ac:spMk id="3" creationId="{8942FCD0-DB2B-0960-A110-F7354A87B1B4}"/>
          </ac:spMkLst>
        </pc:spChg>
        <pc:spChg chg="add del mod">
          <ac:chgData name="Manoj Sundar Ravichandran" userId="S::mravichandran@hof-university.de::453332ee-569c-4cda-ae19-79d852ef561a" providerId="AD" clId="Web-{5A47D652-B639-F4D5-172F-7D3348A1D39A}" dt="2024-06-03T12:11:46.214" v="54"/>
          <ac:spMkLst>
            <pc:docMk/>
            <pc:sldMk cId="758406290" sldId="298"/>
            <ac:spMk id="4" creationId="{96560AAA-F899-C373-DD1A-47A1FE4EC6A7}"/>
          </ac:spMkLst>
        </pc:spChg>
        <pc:spChg chg="del mod">
          <ac:chgData name="Manoj Sundar Ravichandran" userId="S::mravichandran@hof-university.de::453332ee-569c-4cda-ae19-79d852ef561a" providerId="AD" clId="Web-{5A47D652-B639-F4D5-172F-7D3348A1D39A}" dt="2024-06-03T12:08:31.847" v="51"/>
          <ac:spMkLst>
            <pc:docMk/>
            <pc:sldMk cId="758406290" sldId="298"/>
            <ac:spMk id="5" creationId="{7837ED31-7DE0-FD4B-B766-E0C6EF51EBF8}"/>
          </ac:spMkLst>
        </pc:spChg>
        <pc:spChg chg="mod ord">
          <ac:chgData name="Manoj Sundar Ravichandran" userId="S::mravichandran@hof-university.de::453332ee-569c-4cda-ae19-79d852ef561a" providerId="AD" clId="Web-{5A47D652-B639-F4D5-172F-7D3348A1D39A}" dt="2024-06-03T12:39:58.545" v="60" actId="20577"/>
          <ac:spMkLst>
            <pc:docMk/>
            <pc:sldMk cId="758406290" sldId="298"/>
            <ac:spMk id="6" creationId="{FBB55F25-6F76-BF06-EA94-44127C879D8E}"/>
          </ac:spMkLst>
        </pc:spChg>
        <pc:spChg chg="add del mod">
          <ac:chgData name="Manoj Sundar Ravichandran" userId="S::mravichandran@hof-university.de::453332ee-569c-4cda-ae19-79d852ef561a" providerId="AD" clId="Web-{5A47D652-B639-F4D5-172F-7D3348A1D39A}" dt="2024-06-03T12:11:54.948" v="57"/>
          <ac:spMkLst>
            <pc:docMk/>
            <pc:sldMk cId="758406290" sldId="298"/>
            <ac:spMk id="8" creationId="{99595DB0-A9E1-FB71-2457-AD061976BCD3}"/>
          </ac:spMkLst>
        </pc:spChg>
        <pc:spChg chg="del mod">
          <ac:chgData name="Manoj Sundar Ravichandran" userId="S::mravichandran@hof-university.de::453332ee-569c-4cda-ae19-79d852ef561a" providerId="AD" clId="Web-{5A47D652-B639-F4D5-172F-7D3348A1D39A}" dt="2024-06-03T12:11:54.948" v="57"/>
          <ac:spMkLst>
            <pc:docMk/>
            <pc:sldMk cId="758406290" sldId="298"/>
            <ac:spMk id="21" creationId="{5B4AE3F9-2B06-AE8A-634A-F40BCDD3700B}"/>
          </ac:spMkLst>
        </pc:spChg>
        <pc:spChg chg="add mod">
          <ac:chgData name="Manoj Sundar Ravichandran" userId="S::mravichandran@hof-university.de::453332ee-569c-4cda-ae19-79d852ef561a" providerId="AD" clId="Web-{5A47D652-B639-F4D5-172F-7D3348A1D39A}" dt="2024-06-03T12:11:54.948" v="57"/>
          <ac:spMkLst>
            <pc:docMk/>
            <pc:sldMk cId="758406290" sldId="298"/>
            <ac:spMk id="26" creationId="{0FB04324-2ED4-85A6-4B97-48A69D806920}"/>
          </ac:spMkLst>
        </pc:spChg>
        <pc:spChg chg="add mod">
          <ac:chgData name="Manoj Sundar Ravichandran" userId="S::mravichandran@hof-university.de::453332ee-569c-4cda-ae19-79d852ef561a" providerId="AD" clId="Web-{5A47D652-B639-F4D5-172F-7D3348A1D39A}" dt="2024-06-03T12:11:54.948" v="57"/>
          <ac:spMkLst>
            <pc:docMk/>
            <pc:sldMk cId="758406290" sldId="298"/>
            <ac:spMk id="28" creationId="{80865E22-9D09-1665-73A0-E7257C98FD56}"/>
          </ac:spMkLst>
        </pc:spChg>
        <pc:spChg chg="add mod">
          <ac:chgData name="Manoj Sundar Ravichandran" userId="S::mravichandran@hof-university.de::453332ee-569c-4cda-ae19-79d852ef561a" providerId="AD" clId="Web-{5A47D652-B639-F4D5-172F-7D3348A1D39A}" dt="2024-06-03T12:11:54.948" v="57"/>
          <ac:spMkLst>
            <pc:docMk/>
            <pc:sldMk cId="758406290" sldId="298"/>
            <ac:spMk id="30" creationId="{06663843-2256-C9C4-2E4C-D4CC4B95348D}"/>
          </ac:spMkLst>
        </pc:spChg>
        <pc:spChg chg="add del mod">
          <ac:chgData name="Manoj Sundar Ravichandran" userId="S::mravichandran@hof-university.de::453332ee-569c-4cda-ae19-79d852ef561a" providerId="AD" clId="Web-{5A47D652-B639-F4D5-172F-7D3348A1D39A}" dt="2024-06-03T12:12:05.870" v="58"/>
          <ac:spMkLst>
            <pc:docMk/>
            <pc:sldMk cId="758406290" sldId="298"/>
            <ac:spMk id="32" creationId="{B3C0F2D9-35CC-456D-C69D-C9258058D53F}"/>
          </ac:spMkLst>
        </pc:spChg>
        <pc:picChg chg="del">
          <ac:chgData name="Manoj Sundar Ravichandran" userId="S::mravichandran@hof-university.de::453332ee-569c-4cda-ae19-79d852ef561a" providerId="AD" clId="Web-{5A47D652-B639-F4D5-172F-7D3348A1D39A}" dt="2024-06-03T12:08:01.518" v="47"/>
          <ac:picMkLst>
            <pc:docMk/>
            <pc:sldMk cId="758406290" sldId="298"/>
            <ac:picMk id="9" creationId="{56640D12-3D22-EBEB-4BEB-342C4E0E788C}"/>
          </ac:picMkLst>
        </pc:picChg>
        <pc:picChg chg="add mod ord">
          <ac:chgData name="Manoj Sundar Ravichandran" userId="S::mravichandran@hof-university.de::453332ee-569c-4cda-ae19-79d852ef561a" providerId="AD" clId="Web-{5A47D652-B639-F4D5-172F-7D3348A1D39A}" dt="2024-06-03T12:11:54.948" v="57"/>
          <ac:picMkLst>
            <pc:docMk/>
            <pc:sldMk cId="758406290" sldId="298"/>
            <ac:picMk id="10" creationId="{8A5FC18A-2E06-BA2B-74CD-E06BF56EC2F3}"/>
          </ac:picMkLst>
        </pc:picChg>
      </pc:sldChg>
      <pc:sldChg chg="addSp delSp modSp del">
        <pc:chgData name="Manoj Sundar Ravichandran" userId="S::mravichandran@hof-university.de::453332ee-569c-4cda-ae19-79d852ef561a" providerId="AD" clId="Web-{5A47D652-B639-F4D5-172F-7D3348A1D39A}" dt="2024-06-03T13:21:26.727" v="216"/>
        <pc:sldMkLst>
          <pc:docMk/>
          <pc:sldMk cId="4010891399" sldId="299"/>
        </pc:sldMkLst>
        <pc:spChg chg="mod">
          <ac:chgData name="Manoj Sundar Ravichandran" userId="S::mravichandran@hof-university.de::453332ee-569c-4cda-ae19-79d852ef561a" providerId="AD" clId="Web-{5A47D652-B639-F4D5-172F-7D3348A1D39A}" dt="2024-06-03T13:17:56.220" v="197" actId="20577"/>
          <ac:spMkLst>
            <pc:docMk/>
            <pc:sldMk cId="4010891399" sldId="299"/>
            <ac:spMk id="6" creationId="{7F39B941-85A1-D632-F783-43B053DF227B}"/>
          </ac:spMkLst>
        </pc:spChg>
        <pc:spChg chg="add mod">
          <ac:chgData name="Manoj Sundar Ravichandran" userId="S::mravichandran@hof-university.de::453332ee-569c-4cda-ae19-79d852ef561a" providerId="AD" clId="Web-{5A47D652-B639-F4D5-172F-7D3348A1D39A}" dt="2024-06-03T13:20:50.757" v="213" actId="20577"/>
          <ac:spMkLst>
            <pc:docMk/>
            <pc:sldMk cId="4010891399" sldId="299"/>
            <ac:spMk id="46" creationId="{36DC7A58-9802-4EE5-9F2B-177CC1E92EFA}"/>
          </ac:spMkLst>
        </pc:spChg>
        <pc:spChg chg="mod">
          <ac:chgData name="Manoj Sundar Ravichandran" userId="S::mravichandran@hof-university.de::453332ee-569c-4cda-ae19-79d852ef561a" providerId="AD" clId="Web-{5A47D652-B639-F4D5-172F-7D3348A1D39A}" dt="2024-06-03T13:19:08.379" v="203" actId="14100"/>
          <ac:spMkLst>
            <pc:docMk/>
            <pc:sldMk cId="4010891399" sldId="299"/>
            <ac:spMk id="70" creationId="{E7D6452B-87FB-E17F-9024-5271D24EEBFA}"/>
          </ac:spMkLst>
        </pc:spChg>
        <pc:graphicFrameChg chg="del">
          <ac:chgData name="Manoj Sundar Ravichandran" userId="S::mravichandran@hof-university.de::453332ee-569c-4cda-ae19-79d852ef561a" providerId="AD" clId="Web-{5A47D652-B639-F4D5-172F-7D3348A1D39A}" dt="2024-06-03T13:17:58.689" v="198"/>
          <ac:graphicFrameMkLst>
            <pc:docMk/>
            <pc:sldMk cId="4010891399" sldId="299"/>
            <ac:graphicFrameMk id="45" creationId="{9C73FD2A-888A-09DB-EAB5-4CABD9053F6C}"/>
          </ac:graphicFrameMkLst>
        </pc:graphicFrameChg>
      </pc:sldChg>
      <pc:sldChg chg="addSp delSp modSp new mod modClrScheme chgLayout">
        <pc:chgData name="Manoj Sundar Ravichandran" userId="S::mravichandran@hof-university.de::453332ee-569c-4cda-ae19-79d852ef561a" providerId="AD" clId="Web-{5A47D652-B639-F4D5-172F-7D3348A1D39A}" dt="2024-06-03T12:47:18.357" v="167"/>
        <pc:sldMkLst>
          <pc:docMk/>
          <pc:sldMk cId="696821126" sldId="322"/>
        </pc:sldMkLst>
        <pc:spChg chg="mod">
          <ac:chgData name="Manoj Sundar Ravichandran" userId="S::mravichandran@hof-university.de::453332ee-569c-4cda-ae19-79d852ef561a" providerId="AD" clId="Web-{5A47D652-B639-F4D5-172F-7D3348A1D39A}" dt="2024-06-03T12:47:05.622" v="165"/>
          <ac:spMkLst>
            <pc:docMk/>
            <pc:sldMk cId="696821126" sldId="322"/>
            <ac:spMk id="2" creationId="{B5B7CAA6-9C43-592C-2C4F-E7959E502F76}"/>
          </ac:spMkLst>
        </pc:spChg>
        <pc:spChg chg="mod ord">
          <ac:chgData name="Manoj Sundar Ravichandran" userId="S::mravichandran@hof-university.de::453332ee-569c-4cda-ae19-79d852ef561a" providerId="AD" clId="Web-{5A47D652-B639-F4D5-172F-7D3348A1D39A}" dt="2024-06-03T12:47:05.622" v="165"/>
          <ac:spMkLst>
            <pc:docMk/>
            <pc:sldMk cId="696821126" sldId="322"/>
            <ac:spMk id="3" creationId="{698AC6B9-ED55-1F33-B7B0-17B96787C9A0}"/>
          </ac:spMkLst>
        </pc:spChg>
        <pc:spChg chg="del">
          <ac:chgData name="Manoj Sundar Ravichandran" userId="S::mravichandran@hof-university.de::453332ee-569c-4cda-ae19-79d852ef561a" providerId="AD" clId="Web-{5A47D652-B639-F4D5-172F-7D3348A1D39A}" dt="2024-06-03T12:46:32.668" v="163"/>
          <ac:spMkLst>
            <pc:docMk/>
            <pc:sldMk cId="696821126" sldId="322"/>
            <ac:spMk id="4" creationId="{C5886C41-77A3-9F21-DCC0-DB7858FF69DF}"/>
          </ac:spMkLst>
        </pc:spChg>
        <pc:spChg chg="del">
          <ac:chgData name="Manoj Sundar Ravichandran" userId="S::mravichandran@hof-university.de::453332ee-569c-4cda-ae19-79d852ef561a" providerId="AD" clId="Web-{5A47D652-B639-F4D5-172F-7D3348A1D39A}" dt="2024-06-03T12:46:32.668" v="163"/>
          <ac:spMkLst>
            <pc:docMk/>
            <pc:sldMk cId="696821126" sldId="322"/>
            <ac:spMk id="5" creationId="{A7271460-ACB6-28D5-3F3E-B474C6F478A0}"/>
          </ac:spMkLst>
        </pc:spChg>
        <pc:spChg chg="mod">
          <ac:chgData name="Manoj Sundar Ravichandran" userId="S::mravichandran@hof-university.de::453332ee-569c-4cda-ae19-79d852ef561a" providerId="AD" clId="Web-{5A47D652-B639-F4D5-172F-7D3348A1D39A}" dt="2024-06-03T12:47:05.622" v="165"/>
          <ac:spMkLst>
            <pc:docMk/>
            <pc:sldMk cId="696821126" sldId="322"/>
            <ac:spMk id="6" creationId="{900B52C9-40B1-59E7-9D04-D8729778F08F}"/>
          </ac:spMkLst>
        </pc:spChg>
        <pc:spChg chg="del">
          <ac:chgData name="Manoj Sundar Ravichandran" userId="S::mravichandran@hof-university.de::453332ee-569c-4cda-ae19-79d852ef561a" providerId="AD" clId="Web-{5A47D652-B639-F4D5-172F-7D3348A1D39A}" dt="2024-06-03T12:41:15.875" v="108"/>
          <ac:spMkLst>
            <pc:docMk/>
            <pc:sldMk cId="696821126" sldId="322"/>
            <ac:spMk id="7" creationId="{5687C26C-06D3-7B86-6E3A-F971A9D88E14}"/>
          </ac:spMkLst>
        </pc:spChg>
        <pc:spChg chg="del mod">
          <ac:chgData name="Manoj Sundar Ravichandran" userId="S::mravichandran@hof-university.de::453332ee-569c-4cda-ae19-79d852ef561a" providerId="AD" clId="Web-{5A47D652-B639-F4D5-172F-7D3348A1D39A}" dt="2024-06-03T12:46:32.668" v="163"/>
          <ac:spMkLst>
            <pc:docMk/>
            <pc:sldMk cId="696821126" sldId="322"/>
            <ac:spMk id="8" creationId="{2B36DE88-C565-AA2F-2EDA-EDB37C6D1B1F}"/>
          </ac:spMkLst>
        </pc:spChg>
        <pc:spChg chg="add del mod">
          <ac:chgData name="Manoj Sundar Ravichandran" userId="S::mravichandran@hof-university.de::453332ee-569c-4cda-ae19-79d852ef561a" providerId="AD" clId="Web-{5A47D652-B639-F4D5-172F-7D3348A1D39A}" dt="2024-06-03T12:47:05.622" v="165"/>
          <ac:spMkLst>
            <pc:docMk/>
            <pc:sldMk cId="696821126" sldId="322"/>
            <ac:spMk id="14" creationId="{AF8F1EDF-220D-1CEE-7898-C747D97D028F}"/>
          </ac:spMkLst>
        </pc:spChg>
        <pc:spChg chg="add del mod">
          <ac:chgData name="Manoj Sundar Ravichandran" userId="S::mravichandran@hof-university.de::453332ee-569c-4cda-ae19-79d852ef561a" providerId="AD" clId="Web-{5A47D652-B639-F4D5-172F-7D3348A1D39A}" dt="2024-06-03T12:47:05.622" v="165"/>
          <ac:spMkLst>
            <pc:docMk/>
            <pc:sldMk cId="696821126" sldId="322"/>
            <ac:spMk id="16" creationId="{673D778D-E69C-0AA6-DADD-58CF25802B14}"/>
          </ac:spMkLst>
        </pc:spChg>
        <pc:spChg chg="add del mod">
          <ac:chgData name="Manoj Sundar Ravichandran" userId="S::mravichandran@hof-university.de::453332ee-569c-4cda-ae19-79d852ef561a" providerId="AD" clId="Web-{5A47D652-B639-F4D5-172F-7D3348A1D39A}" dt="2024-06-03T12:47:05.622" v="165"/>
          <ac:spMkLst>
            <pc:docMk/>
            <pc:sldMk cId="696821126" sldId="322"/>
            <ac:spMk id="21" creationId="{622BC4B6-9EA6-2418-AD9F-5F99361B1DFD}"/>
          </ac:spMkLst>
        </pc:spChg>
        <pc:spChg chg="add del mod">
          <ac:chgData name="Manoj Sundar Ravichandran" userId="S::mravichandran@hof-university.de::453332ee-569c-4cda-ae19-79d852ef561a" providerId="AD" clId="Web-{5A47D652-B639-F4D5-172F-7D3348A1D39A}" dt="2024-06-03T12:47:05.622" v="165"/>
          <ac:spMkLst>
            <pc:docMk/>
            <pc:sldMk cId="696821126" sldId="322"/>
            <ac:spMk id="23" creationId="{5B7F5675-E2D1-8D73-5400-D0B5623DDCC2}"/>
          </ac:spMkLst>
        </pc:spChg>
        <pc:spChg chg="add del mod">
          <ac:chgData name="Manoj Sundar Ravichandran" userId="S::mravichandran@hof-university.de::453332ee-569c-4cda-ae19-79d852ef561a" providerId="AD" clId="Web-{5A47D652-B639-F4D5-172F-7D3348A1D39A}" dt="2024-06-03T12:47:05.622" v="165"/>
          <ac:spMkLst>
            <pc:docMk/>
            <pc:sldMk cId="696821126" sldId="322"/>
            <ac:spMk id="25" creationId="{D3DC6A18-E7BA-B84A-DB99-8E584E756126}"/>
          </ac:spMkLst>
        </pc:spChg>
        <pc:graphicFrameChg chg="add mod modGraphic">
          <ac:chgData name="Manoj Sundar Ravichandran" userId="S::mravichandran@hof-university.de::453332ee-569c-4cda-ae19-79d852ef561a" providerId="AD" clId="Web-{5A47D652-B639-F4D5-172F-7D3348A1D39A}" dt="2024-06-03T12:47:18.357" v="167"/>
          <ac:graphicFrameMkLst>
            <pc:docMk/>
            <pc:sldMk cId="696821126" sldId="322"/>
            <ac:graphicFrameMk id="10" creationId="{2448DB50-5AD0-5495-01BA-68F085884A1E}"/>
          </ac:graphicFrameMkLst>
        </pc:graphicFrameChg>
      </pc:sldChg>
      <pc:sldChg chg="new">
        <pc:chgData name="Manoj Sundar Ravichandran" userId="S::mravichandran@hof-university.de::453332ee-569c-4cda-ae19-79d852ef561a" providerId="AD" clId="Web-{5A47D652-B639-F4D5-172F-7D3348A1D39A}" dt="2024-06-03T13:21:27.149" v="217"/>
        <pc:sldMkLst>
          <pc:docMk/>
          <pc:sldMk cId="2509747730" sldId="323"/>
        </pc:sldMkLst>
      </pc:sldChg>
      <pc:sldChg chg="new del">
        <pc:chgData name="Manoj Sundar Ravichandran" userId="S::mravichandran@hof-university.de::453332ee-569c-4cda-ae19-79d852ef561a" providerId="AD" clId="Web-{5A47D652-B639-F4D5-172F-7D3348A1D39A}" dt="2024-06-03T13:21:26.727" v="215"/>
        <pc:sldMkLst>
          <pc:docMk/>
          <pc:sldMk cId="3591305009" sldId="323"/>
        </pc:sldMkLst>
      </pc:sldChg>
    </pc:docChg>
  </pc:docChgLst>
  <pc:docChgLst>
    <pc:chgData name="Manoj Sundar Ravichandran" userId="S::mravichandran@hof-university.de::453332ee-569c-4cda-ae19-79d852ef561a" providerId="AD" clId="Web-{C701EE2B-5418-5D32-10A2-450755928294}"/>
    <pc:docChg chg="addSld delSld modSld sldOrd">
      <pc:chgData name="Manoj Sundar Ravichandran" userId="S::mravichandran@hof-university.de::453332ee-569c-4cda-ae19-79d852ef561a" providerId="AD" clId="Web-{C701EE2B-5418-5D32-10A2-450755928294}" dt="2025-01-03T12:37:14.020" v="1908"/>
      <pc:docMkLst>
        <pc:docMk/>
      </pc:docMkLst>
      <pc:sldChg chg="del">
        <pc:chgData name="Manoj Sundar Ravichandran" userId="S::mravichandran@hof-university.de::453332ee-569c-4cda-ae19-79d852ef561a" providerId="AD" clId="Web-{C701EE2B-5418-5D32-10A2-450755928294}" dt="2025-01-03T12:36:36.283" v="1897"/>
        <pc:sldMkLst>
          <pc:docMk/>
          <pc:sldMk cId="979090327" sldId="276"/>
        </pc:sldMkLst>
      </pc:sldChg>
      <pc:sldChg chg="del">
        <pc:chgData name="Manoj Sundar Ravichandran" userId="S::mravichandran@hof-university.de::453332ee-569c-4cda-ae19-79d852ef561a" providerId="AD" clId="Web-{C701EE2B-5418-5D32-10A2-450755928294}" dt="2025-01-03T12:36:37.362" v="1898"/>
        <pc:sldMkLst>
          <pc:docMk/>
          <pc:sldMk cId="758406290" sldId="298"/>
        </pc:sldMkLst>
      </pc:sldChg>
      <pc:sldChg chg="del">
        <pc:chgData name="Manoj Sundar Ravichandran" userId="S::mravichandran@hof-university.de::453332ee-569c-4cda-ae19-79d852ef561a" providerId="AD" clId="Web-{C701EE2B-5418-5D32-10A2-450755928294}" dt="2025-01-03T12:36:44.659" v="1904"/>
        <pc:sldMkLst>
          <pc:docMk/>
          <pc:sldMk cId="3387316557" sldId="312"/>
        </pc:sldMkLst>
      </pc:sldChg>
      <pc:sldChg chg="del">
        <pc:chgData name="Manoj Sundar Ravichandran" userId="S::mravichandran@hof-university.de::453332ee-569c-4cda-ae19-79d852ef561a" providerId="AD" clId="Web-{C701EE2B-5418-5D32-10A2-450755928294}" dt="2025-01-03T12:36:48.175" v="1906"/>
        <pc:sldMkLst>
          <pc:docMk/>
          <pc:sldMk cId="1993552413" sldId="313"/>
        </pc:sldMkLst>
      </pc:sldChg>
      <pc:sldChg chg="del">
        <pc:chgData name="Manoj Sundar Ravichandran" userId="S::mravichandran@hof-university.de::453332ee-569c-4cda-ae19-79d852ef561a" providerId="AD" clId="Web-{C701EE2B-5418-5D32-10A2-450755928294}" dt="2025-01-03T12:36:50.112" v="1907"/>
        <pc:sldMkLst>
          <pc:docMk/>
          <pc:sldMk cId="928954522" sldId="314"/>
        </pc:sldMkLst>
      </pc:sldChg>
      <pc:sldChg chg="delSp">
        <pc:chgData name="Manoj Sundar Ravichandran" userId="S::mravichandran@hof-university.de::453332ee-569c-4cda-ae19-79d852ef561a" providerId="AD" clId="Web-{C701EE2B-5418-5D32-10A2-450755928294}" dt="2025-01-03T12:37:14.020" v="1908"/>
        <pc:sldMkLst>
          <pc:docMk/>
          <pc:sldMk cId="4093255372" sldId="316"/>
        </pc:sldMkLst>
        <pc:spChg chg="del">
          <ac:chgData name="Manoj Sundar Ravichandran" userId="S::mravichandran@hof-university.de::453332ee-569c-4cda-ae19-79d852ef561a" providerId="AD" clId="Web-{C701EE2B-5418-5D32-10A2-450755928294}" dt="2025-01-03T12:37:14.020" v="1908"/>
          <ac:spMkLst>
            <pc:docMk/>
            <pc:sldMk cId="4093255372" sldId="316"/>
            <ac:spMk id="559" creationId="{1473CD0A-5A46-A736-4926-91FB788B3670}"/>
          </ac:spMkLst>
        </pc:spChg>
      </pc:sldChg>
      <pc:sldChg chg="del">
        <pc:chgData name="Manoj Sundar Ravichandran" userId="S::mravichandran@hof-university.de::453332ee-569c-4cda-ae19-79d852ef561a" providerId="AD" clId="Web-{C701EE2B-5418-5D32-10A2-450755928294}" dt="2025-01-03T12:36:34.611" v="1896"/>
        <pc:sldMkLst>
          <pc:docMk/>
          <pc:sldMk cId="4156489184" sldId="321"/>
        </pc:sldMkLst>
      </pc:sldChg>
      <pc:sldChg chg="del">
        <pc:chgData name="Manoj Sundar Ravichandran" userId="S::mravichandran@hof-university.de::453332ee-569c-4cda-ae19-79d852ef561a" providerId="AD" clId="Web-{C701EE2B-5418-5D32-10A2-450755928294}" dt="2025-01-03T12:36:38.705" v="1900"/>
        <pc:sldMkLst>
          <pc:docMk/>
          <pc:sldMk cId="3912855313" sldId="324"/>
        </pc:sldMkLst>
      </pc:sldChg>
      <pc:sldChg chg="del">
        <pc:chgData name="Manoj Sundar Ravichandran" userId="S::mravichandran@hof-university.de::453332ee-569c-4cda-ae19-79d852ef561a" providerId="AD" clId="Web-{C701EE2B-5418-5D32-10A2-450755928294}" dt="2025-01-03T12:36:39.815" v="1901"/>
        <pc:sldMkLst>
          <pc:docMk/>
          <pc:sldMk cId="1088235638" sldId="326"/>
        </pc:sldMkLst>
      </pc:sldChg>
      <pc:sldChg chg="del">
        <pc:chgData name="Manoj Sundar Ravichandran" userId="S::mravichandran@hof-university.de::453332ee-569c-4cda-ae19-79d852ef561a" providerId="AD" clId="Web-{C701EE2B-5418-5D32-10A2-450755928294}" dt="2025-01-03T12:36:40.331" v="1902"/>
        <pc:sldMkLst>
          <pc:docMk/>
          <pc:sldMk cId="1911590651" sldId="328"/>
        </pc:sldMkLst>
      </pc:sldChg>
      <pc:sldChg chg="del">
        <pc:chgData name="Manoj Sundar Ravichandran" userId="S::mravichandran@hof-university.de::453332ee-569c-4cda-ae19-79d852ef561a" providerId="AD" clId="Web-{C701EE2B-5418-5D32-10A2-450755928294}" dt="2025-01-03T12:36:40.706" v="1903"/>
        <pc:sldMkLst>
          <pc:docMk/>
          <pc:sldMk cId="320888758" sldId="329"/>
        </pc:sldMkLst>
      </pc:sldChg>
      <pc:sldChg chg="del">
        <pc:chgData name="Manoj Sundar Ravichandran" userId="S::mravichandran@hof-university.de::453332ee-569c-4cda-ae19-79d852ef561a" providerId="AD" clId="Web-{C701EE2B-5418-5D32-10A2-450755928294}" dt="2025-01-03T12:36:45.894" v="1905"/>
        <pc:sldMkLst>
          <pc:docMk/>
          <pc:sldMk cId="1526520874" sldId="330"/>
        </pc:sldMkLst>
      </pc:sldChg>
      <pc:sldChg chg="del">
        <pc:chgData name="Manoj Sundar Ravichandran" userId="S::mravichandran@hof-university.de::453332ee-569c-4cda-ae19-79d852ef561a" providerId="AD" clId="Web-{C701EE2B-5418-5D32-10A2-450755928294}" dt="2025-01-03T12:36:38.096" v="1899"/>
        <pc:sldMkLst>
          <pc:docMk/>
          <pc:sldMk cId="3654428033" sldId="331"/>
        </pc:sldMkLst>
      </pc:sldChg>
      <pc:sldChg chg="modSp">
        <pc:chgData name="Manoj Sundar Ravichandran" userId="S::mravichandran@hof-university.de::453332ee-569c-4cda-ae19-79d852ef561a" providerId="AD" clId="Web-{C701EE2B-5418-5D32-10A2-450755928294}" dt="2025-01-03T08:50:54.587" v="304" actId="20577"/>
        <pc:sldMkLst>
          <pc:docMk/>
          <pc:sldMk cId="3222987528" sldId="332"/>
        </pc:sldMkLst>
        <pc:spChg chg="mod">
          <ac:chgData name="Manoj Sundar Ravichandran" userId="S::mravichandran@hof-university.de::453332ee-569c-4cda-ae19-79d852ef561a" providerId="AD" clId="Web-{C701EE2B-5418-5D32-10A2-450755928294}" dt="2025-01-03T08:50:54.587" v="304" actId="20577"/>
          <ac:spMkLst>
            <pc:docMk/>
            <pc:sldMk cId="3222987528" sldId="332"/>
            <ac:spMk id="2" creationId="{2830E1C5-6953-C54A-F883-A980E7C0CE43}"/>
          </ac:spMkLst>
        </pc:spChg>
        <pc:spChg chg="mod">
          <ac:chgData name="Manoj Sundar Ravichandran" userId="S::mravichandran@hof-university.de::453332ee-569c-4cda-ae19-79d852ef561a" providerId="AD" clId="Web-{C701EE2B-5418-5D32-10A2-450755928294}" dt="2025-01-03T08:50:49.619" v="303" actId="20577"/>
          <ac:spMkLst>
            <pc:docMk/>
            <pc:sldMk cId="3222987528" sldId="332"/>
            <ac:spMk id="3" creationId="{4254C2C0-F5F8-8B59-775A-48BC59B1AB2E}"/>
          </ac:spMkLst>
        </pc:spChg>
        <pc:spChg chg="mod">
          <ac:chgData name="Manoj Sundar Ravichandran" userId="S::mravichandran@hof-university.de::453332ee-569c-4cda-ae19-79d852ef561a" providerId="AD" clId="Web-{C701EE2B-5418-5D32-10A2-450755928294}" dt="2025-01-03T08:50:35.212" v="302" actId="20577"/>
          <ac:spMkLst>
            <pc:docMk/>
            <pc:sldMk cId="3222987528" sldId="332"/>
            <ac:spMk id="160" creationId="{F4818DB4-1736-F434-6EFD-7DE5F4AAE711}"/>
          </ac:spMkLst>
        </pc:spChg>
      </pc:sldChg>
      <pc:sldChg chg="addSp delSp modSp mod modClrScheme chgLayout">
        <pc:chgData name="Manoj Sundar Ravichandran" userId="S::mravichandran@hof-university.de::453332ee-569c-4cda-ae19-79d852ef561a" providerId="AD" clId="Web-{C701EE2B-5418-5D32-10A2-450755928294}" dt="2025-01-03T08:51:38.917" v="310" actId="14100"/>
        <pc:sldMkLst>
          <pc:docMk/>
          <pc:sldMk cId="1295064107" sldId="333"/>
        </pc:sldMkLst>
        <pc:spChg chg="del mod ord">
          <ac:chgData name="Manoj Sundar Ravichandran" userId="S::mravichandran@hof-university.de::453332ee-569c-4cda-ae19-79d852ef561a" providerId="AD" clId="Web-{C701EE2B-5418-5D32-10A2-450755928294}" dt="2025-01-03T08:37:33.436" v="77"/>
          <ac:spMkLst>
            <pc:docMk/>
            <pc:sldMk cId="1295064107" sldId="333"/>
            <ac:spMk id="2" creationId="{8F23E6CF-F7F0-5B42-C357-350A3EB865FB}"/>
          </ac:spMkLst>
        </pc:spChg>
        <pc:spChg chg="mod ord">
          <ac:chgData name="Manoj Sundar Ravichandran" userId="S::mravichandran@hof-university.de::453332ee-569c-4cda-ae19-79d852ef561a" providerId="AD" clId="Web-{C701EE2B-5418-5D32-10A2-450755928294}" dt="2025-01-03T08:26:28.570" v="41"/>
          <ac:spMkLst>
            <pc:docMk/>
            <pc:sldMk cId="1295064107" sldId="333"/>
            <ac:spMk id="3" creationId="{66207F09-D914-58F9-98E5-87C39209E139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8:36:45.184" v="68"/>
          <ac:spMkLst>
            <pc:docMk/>
            <pc:sldMk cId="1295064107" sldId="333"/>
            <ac:spMk id="7" creationId="{AC95A0AC-682B-0CAF-0CE2-B241AC8CA5C1}"/>
          </ac:spMkLst>
        </pc:spChg>
        <pc:spChg chg="add mod">
          <ac:chgData name="Manoj Sundar Ravichandran" userId="S::mravichandran@hof-university.de::453332ee-569c-4cda-ae19-79d852ef561a" providerId="AD" clId="Web-{C701EE2B-5418-5D32-10A2-450755928294}" dt="2025-01-03T08:37:38.951" v="79" actId="1076"/>
          <ac:spMkLst>
            <pc:docMk/>
            <pc:sldMk cId="1295064107" sldId="333"/>
            <ac:spMk id="9" creationId="{B570F2B8-FA96-2B65-90A7-5EC3494CAD75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8:37:06.388" v="73" actId="1076"/>
          <ac:spMkLst>
            <pc:docMk/>
            <pc:sldMk cId="1295064107" sldId="333"/>
            <ac:spMk id="14" creationId="{7C0A0326-30BD-B894-FADF-5833A57FB2B4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8:37:01.763" v="72" actId="1076"/>
          <ac:spMkLst>
            <pc:docMk/>
            <pc:sldMk cId="1295064107" sldId="333"/>
            <ac:spMk id="15" creationId="{E05685FE-17B2-76A2-C583-9A13573B675B}"/>
          </ac:spMkLst>
        </pc:spChg>
        <pc:spChg chg="add del">
          <ac:chgData name="Manoj Sundar Ravichandran" userId="S::mravichandran@hof-university.de::453332ee-569c-4cda-ae19-79d852ef561a" providerId="AD" clId="Web-{C701EE2B-5418-5D32-10A2-450755928294}" dt="2025-01-03T08:35:57.386" v="58"/>
          <ac:spMkLst>
            <pc:docMk/>
            <pc:sldMk cId="1295064107" sldId="333"/>
            <ac:spMk id="16" creationId="{D7182332-425E-4426-9E6E-CB75EDBF331D}"/>
          </ac:spMkLst>
        </pc:spChg>
        <pc:spChg chg="mod ord">
          <ac:chgData name="Manoj Sundar Ravichandran" userId="S::mravichandran@hof-university.de::453332ee-569c-4cda-ae19-79d852ef561a" providerId="AD" clId="Web-{C701EE2B-5418-5D32-10A2-450755928294}" dt="2025-01-03T08:51:17.823" v="305" actId="20577"/>
          <ac:spMkLst>
            <pc:docMk/>
            <pc:sldMk cId="1295064107" sldId="333"/>
            <ac:spMk id="18" creationId="{4A895D5F-E857-1EE4-CBA1-9BE51A01E5F5}"/>
          </ac:spMkLst>
        </pc:spChg>
        <pc:spChg chg="mod">
          <ac:chgData name="Manoj Sundar Ravichandran" userId="S::mravichandran@hof-university.de::453332ee-569c-4cda-ae19-79d852ef561a" providerId="AD" clId="Web-{C701EE2B-5418-5D32-10A2-450755928294}" dt="2025-01-03T08:51:38.917" v="310" actId="14100"/>
          <ac:spMkLst>
            <pc:docMk/>
            <pc:sldMk cId="1295064107" sldId="333"/>
            <ac:spMk id="20" creationId="{E9D1A59B-BBBB-D036-AF76-CD087CEDC06A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8:26:25.445" v="39"/>
          <ac:spMkLst>
            <pc:docMk/>
            <pc:sldMk cId="1295064107" sldId="333"/>
            <ac:spMk id="24" creationId="{564C5AB2-A933-9585-B7E7-6300CE212F8B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8:26:25.445" v="39"/>
          <ac:spMkLst>
            <pc:docMk/>
            <pc:sldMk cId="1295064107" sldId="333"/>
            <ac:spMk id="25" creationId="{9EF9F093-2F61-27B0-7447-34F4BE84F34E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8:26:28.570" v="41"/>
          <ac:spMkLst>
            <pc:docMk/>
            <pc:sldMk cId="1295064107" sldId="333"/>
            <ac:spMk id="28" creationId="{A78D748D-79EC-3E0B-FA29-51B85E597A4B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8:26:28.570" v="41"/>
          <ac:spMkLst>
            <pc:docMk/>
            <pc:sldMk cId="1295064107" sldId="333"/>
            <ac:spMk id="29" creationId="{EF16F812-B621-3BAA-57F4-D8336B37B46C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8:26:28.570" v="41"/>
          <ac:spMkLst>
            <pc:docMk/>
            <pc:sldMk cId="1295064107" sldId="333"/>
            <ac:spMk id="32" creationId="{2C4E0422-78AE-7B61-2EDE-D615BCA27734}"/>
          </ac:spMkLst>
        </pc:spChg>
        <pc:spChg chg="add del">
          <ac:chgData name="Manoj Sundar Ravichandran" userId="S::mravichandran@hof-university.de::453332ee-569c-4cda-ae19-79d852ef561a" providerId="AD" clId="Web-{C701EE2B-5418-5D32-10A2-450755928294}" dt="2025-01-03T08:26:38.086" v="43"/>
          <ac:spMkLst>
            <pc:docMk/>
            <pc:sldMk cId="1295064107" sldId="333"/>
            <ac:spMk id="34" creationId="{8A768FAF-B946-CFD4-D69F-33A4E5AF8BFE}"/>
          </ac:spMkLst>
        </pc:spChg>
        <pc:spChg chg="add del">
          <ac:chgData name="Manoj Sundar Ravichandran" userId="S::mravichandran@hof-university.de::453332ee-569c-4cda-ae19-79d852ef561a" providerId="AD" clId="Web-{C701EE2B-5418-5D32-10A2-450755928294}" dt="2025-01-03T08:26:38.086" v="43"/>
          <ac:spMkLst>
            <pc:docMk/>
            <pc:sldMk cId="1295064107" sldId="333"/>
            <ac:spMk id="35" creationId="{369D5717-3709-8B1B-C0C4-2107431AB657}"/>
          </ac:spMkLst>
        </pc:spChg>
        <pc:spChg chg="add del">
          <ac:chgData name="Manoj Sundar Ravichandran" userId="S::mravichandran@hof-university.de::453332ee-569c-4cda-ae19-79d852ef561a" providerId="AD" clId="Web-{C701EE2B-5418-5D32-10A2-450755928294}" dt="2025-01-03T08:26:38.086" v="43"/>
          <ac:spMkLst>
            <pc:docMk/>
            <pc:sldMk cId="1295064107" sldId="333"/>
            <ac:spMk id="36" creationId="{86F7D880-F55A-CA28-2146-1B33D06AA2E4}"/>
          </ac:spMkLst>
        </pc:spChg>
        <pc:spChg chg="add del">
          <ac:chgData name="Manoj Sundar Ravichandran" userId="S::mravichandran@hof-university.de::453332ee-569c-4cda-ae19-79d852ef561a" providerId="AD" clId="Web-{C701EE2B-5418-5D32-10A2-450755928294}" dt="2025-01-03T08:26:38.086" v="43"/>
          <ac:spMkLst>
            <pc:docMk/>
            <pc:sldMk cId="1295064107" sldId="333"/>
            <ac:spMk id="37" creationId="{627DDE80-0375-3015-4529-774FD725D5F4}"/>
          </ac:spMkLst>
        </pc:spChg>
        <pc:picChg chg="add mod ord">
          <ac:chgData name="Manoj Sundar Ravichandran" userId="S::mravichandran@hof-university.de::453332ee-569c-4cda-ae19-79d852ef561a" providerId="AD" clId="Web-{C701EE2B-5418-5D32-10A2-450755928294}" dt="2025-01-03T08:37:18.060" v="75" actId="14100"/>
          <ac:picMkLst>
            <pc:docMk/>
            <pc:sldMk cId="1295064107" sldId="333"/>
            <ac:picMk id="4" creationId="{01F0379E-62B1-2B7D-0553-DD25C435B5E0}"/>
          </ac:picMkLst>
        </pc:picChg>
        <pc:picChg chg="del mod ord">
          <ac:chgData name="Manoj Sundar Ravichandran" userId="S::mravichandran@hof-university.de::453332ee-569c-4cda-ae19-79d852ef561a" providerId="AD" clId="Web-{C701EE2B-5418-5D32-10A2-450755928294}" dt="2025-01-03T08:36:11.794" v="61"/>
          <ac:picMkLst>
            <pc:docMk/>
            <pc:sldMk cId="1295064107" sldId="333"/>
            <ac:picMk id="6" creationId="{8A46D433-FED7-FF12-AAD4-D57BBBE0FF18}"/>
          </ac:picMkLst>
        </pc:picChg>
      </pc:sldChg>
      <pc:sldChg chg="addSp delSp modSp mod setBg">
        <pc:chgData name="Manoj Sundar Ravichandran" userId="S::mravichandran@hof-university.de::453332ee-569c-4cda-ae19-79d852ef561a" providerId="AD" clId="Web-{C701EE2B-5418-5D32-10A2-450755928294}" dt="2025-01-03T08:50:25.821" v="300" actId="20577"/>
        <pc:sldMkLst>
          <pc:docMk/>
          <pc:sldMk cId="3304441295" sldId="334"/>
        </pc:sldMkLst>
        <pc:spChg chg="mod">
          <ac:chgData name="Manoj Sundar Ravichandran" userId="S::mravichandran@hof-university.de::453332ee-569c-4cda-ae19-79d852ef561a" providerId="AD" clId="Web-{C701EE2B-5418-5D32-10A2-450755928294}" dt="2025-01-03T08:50:25.821" v="300" actId="20577"/>
          <ac:spMkLst>
            <pc:docMk/>
            <pc:sldMk cId="3304441295" sldId="334"/>
            <ac:spMk id="3" creationId="{2830E1C5-6953-C54A-F883-A980E7C0CE43}"/>
          </ac:spMkLst>
        </pc:spChg>
        <pc:spChg chg="mod">
          <ac:chgData name="Manoj Sundar Ravichandran" userId="S::mravichandran@hof-university.de::453332ee-569c-4cda-ae19-79d852ef561a" providerId="AD" clId="Web-{C701EE2B-5418-5D32-10A2-450755928294}" dt="2025-01-03T08:29:30.186" v="47" actId="1076"/>
          <ac:spMkLst>
            <pc:docMk/>
            <pc:sldMk cId="3304441295" sldId="334"/>
            <ac:spMk id="4" creationId="{AEFFBC10-117B-0099-576B-3F1E6844E56A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8:23:00.438" v="11"/>
          <ac:spMkLst>
            <pc:docMk/>
            <pc:sldMk cId="3304441295" sldId="334"/>
            <ac:spMk id="8" creationId="{93793B5C-3E84-5311-CD73-961CC8C18418}"/>
          </ac:spMkLst>
        </pc:spChg>
        <pc:spChg chg="add mod">
          <ac:chgData name="Manoj Sundar Ravichandran" userId="S::mravichandran@hof-university.de::453332ee-569c-4cda-ae19-79d852ef561a" providerId="AD" clId="Web-{C701EE2B-5418-5D32-10A2-450755928294}" dt="2025-01-03T08:23:43.158" v="15"/>
          <ac:spMkLst>
            <pc:docMk/>
            <pc:sldMk cId="3304441295" sldId="334"/>
            <ac:spMk id="9" creationId="{8F5F5BFA-A770-D822-AA12-83E9F1712E4E}"/>
          </ac:spMkLst>
        </pc:spChg>
        <pc:spChg chg="mod">
          <ac:chgData name="Manoj Sundar Ravichandran" userId="S::mravichandran@hof-university.de::453332ee-569c-4cda-ae19-79d852ef561a" providerId="AD" clId="Web-{C701EE2B-5418-5D32-10A2-450755928294}" dt="2025-01-03T08:24:30.425" v="25" actId="1076"/>
          <ac:spMkLst>
            <pc:docMk/>
            <pc:sldMk cId="3304441295" sldId="334"/>
            <ac:spMk id="13" creationId="{B84CA679-C861-CDDC-816E-485028BB3154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8:25:02.598" v="30"/>
          <ac:spMkLst>
            <pc:docMk/>
            <pc:sldMk cId="3304441295" sldId="334"/>
            <ac:spMk id="14" creationId="{3EF61561-C568-FF50-09E2-A8A47A449022}"/>
          </ac:spMkLst>
        </pc:spChg>
        <pc:spChg chg="mod">
          <ac:chgData name="Manoj Sundar Ravichandran" userId="S::mravichandran@hof-university.de::453332ee-569c-4cda-ae19-79d852ef561a" providerId="AD" clId="Web-{C701EE2B-5418-5D32-10A2-450755928294}" dt="2025-01-03T08:24:24.222" v="24" actId="1076"/>
          <ac:spMkLst>
            <pc:docMk/>
            <pc:sldMk cId="3304441295" sldId="334"/>
            <ac:spMk id="15" creationId="{B91B314B-66DA-82C3-7AEC-BEAC2A4D1273}"/>
          </ac:spMkLst>
        </pc:spChg>
        <pc:spChg chg="del mod">
          <ac:chgData name="Manoj Sundar Ravichandran" userId="S::mravichandran@hof-university.de::453332ee-569c-4cda-ae19-79d852ef561a" providerId="AD" clId="Web-{C701EE2B-5418-5D32-10A2-450755928294}" dt="2025-01-03T08:24:44.066" v="27"/>
          <ac:spMkLst>
            <pc:docMk/>
            <pc:sldMk cId="3304441295" sldId="334"/>
            <ac:spMk id="17" creationId="{65874C80-2DB3-A907-01AA-5A6665F63731}"/>
          </ac:spMkLst>
        </pc:spChg>
        <pc:picChg chg="add del mod modCrop">
          <ac:chgData name="Manoj Sundar Ravichandran" userId="S::mravichandran@hof-university.de::453332ee-569c-4cda-ae19-79d852ef561a" providerId="AD" clId="Web-{C701EE2B-5418-5D32-10A2-450755928294}" dt="2025-01-03T08:28:53.138" v="46"/>
          <ac:picMkLst>
            <pc:docMk/>
            <pc:sldMk cId="3304441295" sldId="334"/>
            <ac:picMk id="5" creationId="{B1A93310-92F0-F0A0-4962-934EA1F76033}"/>
          </ac:picMkLst>
        </pc:picChg>
        <pc:picChg chg="del">
          <ac:chgData name="Manoj Sundar Ravichandran" userId="S::mravichandran@hof-university.de::453332ee-569c-4cda-ae19-79d852ef561a" providerId="AD" clId="Web-{C701EE2B-5418-5D32-10A2-450755928294}" dt="2025-01-03T08:24:34.034" v="26"/>
          <ac:picMkLst>
            <pc:docMk/>
            <pc:sldMk cId="3304441295" sldId="334"/>
            <ac:picMk id="16" creationId="{7E1D212D-2240-A25B-32C0-60BAA7A09F42}"/>
          </ac:picMkLst>
        </pc:picChg>
      </pc:sldChg>
      <pc:sldChg chg="addSp delSp modSp new mod modClrScheme chgLayout">
        <pc:chgData name="Manoj Sundar Ravichandran" userId="S::mravichandran@hof-university.de::453332ee-569c-4cda-ae19-79d852ef561a" providerId="AD" clId="Web-{C701EE2B-5418-5D32-10A2-450755928294}" dt="2025-01-03T09:01:12.811" v="453" actId="1076"/>
        <pc:sldMkLst>
          <pc:docMk/>
          <pc:sldMk cId="2378998520" sldId="336"/>
        </pc:sldMkLst>
        <pc:spChg chg="del mod ord">
          <ac:chgData name="Manoj Sundar Ravichandran" userId="S::mravichandran@hof-university.de::453332ee-569c-4cda-ae19-79d852ef561a" providerId="AD" clId="Web-{C701EE2B-5418-5D32-10A2-450755928294}" dt="2025-01-03T08:39:48.409" v="84"/>
          <ac:spMkLst>
            <pc:docMk/>
            <pc:sldMk cId="2378998520" sldId="336"/>
            <ac:spMk id="2" creationId="{A52C5B17-82E2-F81A-069D-C20A5A8C13BF}"/>
          </ac:spMkLst>
        </pc:spChg>
        <pc:spChg chg="del mod ord">
          <ac:chgData name="Manoj Sundar Ravichandran" userId="S::mravichandran@hof-university.de::453332ee-569c-4cda-ae19-79d852ef561a" providerId="AD" clId="Web-{C701EE2B-5418-5D32-10A2-450755928294}" dt="2025-01-03T08:40:08.019" v="91"/>
          <ac:spMkLst>
            <pc:docMk/>
            <pc:sldMk cId="2378998520" sldId="336"/>
            <ac:spMk id="3" creationId="{B2C731D2-BC40-66BA-CB88-E86BA8781A9C}"/>
          </ac:spMkLst>
        </pc:spChg>
        <pc:spChg chg="del mod ord">
          <ac:chgData name="Manoj Sundar Ravichandran" userId="S::mravichandran@hof-university.de::453332ee-569c-4cda-ae19-79d852ef561a" providerId="AD" clId="Web-{C701EE2B-5418-5D32-10A2-450755928294}" dt="2025-01-03T08:40:36.707" v="94"/>
          <ac:spMkLst>
            <pc:docMk/>
            <pc:sldMk cId="2378998520" sldId="336"/>
            <ac:spMk id="4" creationId="{B90FA4F3-ABE1-B4A8-8E68-AC5DF0DFF97F}"/>
          </ac:spMkLst>
        </pc:spChg>
        <pc:spChg chg="del">
          <ac:chgData name="Manoj Sundar Ravichandran" userId="S::mravichandran@hof-university.de::453332ee-569c-4cda-ae19-79d852ef561a" providerId="AD" clId="Web-{C701EE2B-5418-5D32-10A2-450755928294}" dt="2025-01-03T08:39:16.626" v="81"/>
          <ac:spMkLst>
            <pc:docMk/>
            <pc:sldMk cId="2378998520" sldId="336"/>
            <ac:spMk id="5" creationId="{DB245F49-9910-8DCC-6E5E-B2E027BEA91B}"/>
          </ac:spMkLst>
        </pc:spChg>
        <pc:spChg chg="del mod ord">
          <ac:chgData name="Manoj Sundar Ravichandran" userId="S::mravichandran@hof-university.de::453332ee-569c-4cda-ae19-79d852ef561a" providerId="AD" clId="Web-{C701EE2B-5418-5D32-10A2-450755928294}" dt="2025-01-03T08:40:04.112" v="88"/>
          <ac:spMkLst>
            <pc:docMk/>
            <pc:sldMk cId="2378998520" sldId="336"/>
            <ac:spMk id="6" creationId="{0F48C337-FCE3-A5EE-54AF-EDD1DB8C79E5}"/>
          </ac:spMkLst>
        </pc:spChg>
        <pc:spChg chg="del mod ord">
          <ac:chgData name="Manoj Sundar Ravichandran" userId="S::mravichandran@hof-university.de::453332ee-569c-4cda-ae19-79d852ef561a" providerId="AD" clId="Web-{C701EE2B-5418-5D32-10A2-450755928294}" dt="2025-01-03T08:40:05.441" v="89"/>
          <ac:spMkLst>
            <pc:docMk/>
            <pc:sldMk cId="2378998520" sldId="336"/>
            <ac:spMk id="7" creationId="{C481A744-03CC-7EB3-85ED-8F40D2E03106}"/>
          </ac:spMkLst>
        </pc:spChg>
        <pc:spChg chg="del">
          <ac:chgData name="Manoj Sundar Ravichandran" userId="S::mravichandran@hof-university.de::453332ee-569c-4cda-ae19-79d852ef561a" providerId="AD" clId="Web-{C701EE2B-5418-5D32-10A2-450755928294}" dt="2025-01-03T08:39:16.626" v="81"/>
          <ac:spMkLst>
            <pc:docMk/>
            <pc:sldMk cId="2378998520" sldId="336"/>
            <ac:spMk id="8" creationId="{60DD13FE-B81B-927B-EDBD-DC18A9600719}"/>
          </ac:spMkLst>
        </pc:spChg>
        <pc:spChg chg="del">
          <ac:chgData name="Manoj Sundar Ravichandran" userId="S::mravichandran@hof-university.de::453332ee-569c-4cda-ae19-79d852ef561a" providerId="AD" clId="Web-{C701EE2B-5418-5D32-10A2-450755928294}" dt="2025-01-03T08:39:16.626" v="81"/>
          <ac:spMkLst>
            <pc:docMk/>
            <pc:sldMk cId="2378998520" sldId="336"/>
            <ac:spMk id="9" creationId="{378CC2A1-CCDE-5B78-14A8-EB3479D7B021}"/>
          </ac:spMkLst>
        </pc:spChg>
        <pc:spChg chg="mod ord modVis">
          <ac:chgData name="Manoj Sundar Ravichandran" userId="S::mravichandran@hof-university.de::453332ee-569c-4cda-ae19-79d852ef561a" providerId="AD" clId="Web-{C701EE2B-5418-5D32-10A2-450755928294}" dt="2025-01-03T08:40:47.332" v="97"/>
          <ac:spMkLst>
            <pc:docMk/>
            <pc:sldMk cId="2378998520" sldId="336"/>
            <ac:spMk id="10" creationId="{173BF31C-D3C7-370A-38AE-59E58E358D10}"/>
          </ac:spMkLst>
        </pc:spChg>
        <pc:spChg chg="add del mod ord">
          <ac:chgData name="Manoj Sundar Ravichandran" userId="S::mravichandran@hof-university.de::453332ee-569c-4cda-ae19-79d852ef561a" providerId="AD" clId="Web-{C701EE2B-5418-5D32-10A2-450755928294}" dt="2025-01-03T08:40:33.160" v="93"/>
          <ac:spMkLst>
            <pc:docMk/>
            <pc:sldMk cId="2378998520" sldId="336"/>
            <ac:spMk id="11" creationId="{111E266E-EE70-8163-348C-EDB18D46E220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8:40:47.332" v="97"/>
          <ac:spMkLst>
            <pc:docMk/>
            <pc:sldMk cId="2378998520" sldId="336"/>
            <ac:spMk id="22" creationId="{A544564F-1DCC-8CAD-F32E-1C55FD44A8A9}"/>
          </ac:spMkLst>
        </pc:spChg>
        <pc:spChg chg="add mod">
          <ac:chgData name="Manoj Sundar Ravichandran" userId="S::mravichandran@hof-university.de::453332ee-569c-4cda-ae19-79d852ef561a" providerId="AD" clId="Web-{C701EE2B-5418-5D32-10A2-450755928294}" dt="2025-01-03T09:01:12.811" v="453" actId="1076"/>
          <ac:spMkLst>
            <pc:docMk/>
            <pc:sldMk cId="2378998520" sldId="336"/>
            <ac:spMk id="24" creationId="{59DC9007-9E72-BD73-4D47-5A411540C316}"/>
          </ac:spMkLst>
        </pc:spChg>
        <pc:graphicFrameChg chg="add del mod ord modGraphic">
          <ac:chgData name="Manoj Sundar Ravichandran" userId="S::mravichandran@hof-university.de::453332ee-569c-4cda-ae19-79d852ef561a" providerId="AD" clId="Web-{C701EE2B-5418-5D32-10A2-450755928294}" dt="2025-01-03T08:40:06.003" v="90"/>
          <ac:graphicFrameMkLst>
            <pc:docMk/>
            <pc:sldMk cId="2378998520" sldId="336"/>
            <ac:graphicFrameMk id="14" creationId="{8849C7F4-4DBC-68FC-5A9E-5F69EF3F0528}"/>
          </ac:graphicFrameMkLst>
        </pc:graphicFrameChg>
        <pc:picChg chg="add del mod">
          <ac:chgData name="Manoj Sundar Ravichandran" userId="S::mravichandran@hof-university.de::453332ee-569c-4cda-ae19-79d852ef561a" providerId="AD" clId="Web-{C701EE2B-5418-5D32-10A2-450755928294}" dt="2025-01-03T08:39:25.330" v="83"/>
          <ac:picMkLst>
            <pc:docMk/>
            <pc:sldMk cId="2378998520" sldId="336"/>
            <ac:picMk id="12" creationId="{4D534529-9FEA-61C1-2F9D-F1690C1105D3}"/>
          </ac:picMkLst>
        </pc:picChg>
        <pc:picChg chg="add mod ord">
          <ac:chgData name="Manoj Sundar Ravichandran" userId="S::mravichandran@hof-university.de::453332ee-569c-4cda-ae19-79d852ef561a" providerId="AD" clId="Web-{C701EE2B-5418-5D32-10A2-450755928294}" dt="2025-01-03T08:40:47.332" v="97"/>
          <ac:picMkLst>
            <pc:docMk/>
            <pc:sldMk cId="2378998520" sldId="336"/>
            <ac:picMk id="13" creationId="{AB3B9115-AC8E-4B67-9448-C2BCDF626C0E}"/>
          </ac:picMkLst>
        </pc:picChg>
      </pc:sldChg>
      <pc:sldChg chg="addSp delSp modSp new mod modClrScheme chgLayout">
        <pc:chgData name="Manoj Sundar Ravichandran" userId="S::mravichandran@hof-university.de::453332ee-569c-4cda-ae19-79d852ef561a" providerId="AD" clId="Web-{C701EE2B-5418-5D32-10A2-450755928294}" dt="2025-01-03T09:01:04.654" v="452" actId="20577"/>
        <pc:sldMkLst>
          <pc:docMk/>
          <pc:sldMk cId="2131840712" sldId="337"/>
        </pc:sldMkLst>
        <pc:spChg chg="mod ord">
          <ac:chgData name="Manoj Sundar Ravichandran" userId="S::mravichandran@hof-university.de::453332ee-569c-4cda-ae19-79d852ef561a" providerId="AD" clId="Web-{C701EE2B-5418-5D32-10A2-450755928294}" dt="2025-01-03T08:58:33.337" v="450" actId="20577"/>
          <ac:spMkLst>
            <pc:docMk/>
            <pc:sldMk cId="2131840712" sldId="337"/>
            <ac:spMk id="2" creationId="{C582F266-3F0F-69E9-8DB8-103F8985E3EB}"/>
          </ac:spMkLst>
        </pc:spChg>
        <pc:spChg chg="del mod ord">
          <ac:chgData name="Manoj Sundar Ravichandran" userId="S::mravichandran@hof-university.de::453332ee-569c-4cda-ae19-79d852ef561a" providerId="AD" clId="Web-{C701EE2B-5418-5D32-10A2-450755928294}" dt="2025-01-03T08:57:29.694" v="439"/>
          <ac:spMkLst>
            <pc:docMk/>
            <pc:sldMk cId="2131840712" sldId="337"/>
            <ac:spMk id="3" creationId="{5262867E-3B74-2B8D-77A0-C714DED3BA83}"/>
          </ac:spMkLst>
        </pc:spChg>
        <pc:spChg chg="del mod ord">
          <ac:chgData name="Manoj Sundar Ravichandran" userId="S::mravichandran@hof-university.de::453332ee-569c-4cda-ae19-79d852ef561a" providerId="AD" clId="Web-{C701EE2B-5418-5D32-10A2-450755928294}" dt="2025-01-03T08:42:13.102" v="106"/>
          <ac:spMkLst>
            <pc:docMk/>
            <pc:sldMk cId="2131840712" sldId="337"/>
            <ac:spMk id="4" creationId="{BB4DBBA4-6CA4-85E8-CF4C-7203E4A08BA7}"/>
          </ac:spMkLst>
        </pc:spChg>
        <pc:spChg chg="del">
          <ac:chgData name="Manoj Sundar Ravichandran" userId="S::mravichandran@hof-university.de::453332ee-569c-4cda-ae19-79d852ef561a" providerId="AD" clId="Web-{C701EE2B-5418-5D32-10A2-450755928294}" dt="2025-01-03T08:41:35.194" v="99"/>
          <ac:spMkLst>
            <pc:docMk/>
            <pc:sldMk cId="2131840712" sldId="337"/>
            <ac:spMk id="5" creationId="{42227C82-D843-1B7F-3D6F-5B8A84B99254}"/>
          </ac:spMkLst>
        </pc:spChg>
        <pc:spChg chg="del mod ord">
          <ac:chgData name="Manoj Sundar Ravichandran" userId="S::mravichandran@hof-university.de::453332ee-569c-4cda-ae19-79d852ef561a" providerId="AD" clId="Web-{C701EE2B-5418-5D32-10A2-450755928294}" dt="2025-01-03T08:57:26.553" v="438"/>
          <ac:spMkLst>
            <pc:docMk/>
            <pc:sldMk cId="2131840712" sldId="337"/>
            <ac:spMk id="6" creationId="{1B362E09-9651-350C-1762-B5DFC54DB7CE}"/>
          </ac:spMkLst>
        </pc:spChg>
        <pc:spChg chg="del mod ord">
          <ac:chgData name="Manoj Sundar Ravichandran" userId="S::mravichandran@hof-university.de::453332ee-569c-4cda-ae19-79d852ef561a" providerId="AD" clId="Web-{C701EE2B-5418-5D32-10A2-450755928294}" dt="2025-01-03T08:48:34.865" v="265"/>
          <ac:spMkLst>
            <pc:docMk/>
            <pc:sldMk cId="2131840712" sldId="337"/>
            <ac:spMk id="7" creationId="{F4D7A945-38A1-5E9F-61B1-C0514F43558F}"/>
          </ac:spMkLst>
        </pc:spChg>
        <pc:spChg chg="del">
          <ac:chgData name="Manoj Sundar Ravichandran" userId="S::mravichandran@hof-university.de::453332ee-569c-4cda-ae19-79d852ef561a" providerId="AD" clId="Web-{C701EE2B-5418-5D32-10A2-450755928294}" dt="2025-01-03T08:41:35.194" v="99"/>
          <ac:spMkLst>
            <pc:docMk/>
            <pc:sldMk cId="2131840712" sldId="337"/>
            <ac:spMk id="8" creationId="{9E5A239D-48EF-793B-A8CF-E0E6BD6CDE18}"/>
          </ac:spMkLst>
        </pc:spChg>
        <pc:spChg chg="del">
          <ac:chgData name="Manoj Sundar Ravichandran" userId="S::mravichandran@hof-university.de::453332ee-569c-4cda-ae19-79d852ef561a" providerId="AD" clId="Web-{C701EE2B-5418-5D32-10A2-450755928294}" dt="2025-01-03T08:41:35.194" v="99"/>
          <ac:spMkLst>
            <pc:docMk/>
            <pc:sldMk cId="2131840712" sldId="337"/>
            <ac:spMk id="9" creationId="{5A5CDB65-9276-F5DC-D842-1C7D0F468D40}"/>
          </ac:spMkLst>
        </pc:spChg>
        <pc:spChg chg="mod ord">
          <ac:chgData name="Manoj Sundar Ravichandran" userId="S::mravichandran@hof-university.de::453332ee-569c-4cda-ae19-79d852ef561a" providerId="AD" clId="Web-{C701EE2B-5418-5D32-10A2-450755928294}" dt="2025-01-03T08:41:35.194" v="99"/>
          <ac:spMkLst>
            <pc:docMk/>
            <pc:sldMk cId="2131840712" sldId="337"/>
            <ac:spMk id="10" creationId="{0C69EEBB-9D56-54E9-EC53-C9E3656C8731}"/>
          </ac:spMkLst>
        </pc:spChg>
        <pc:spChg chg="add mod ord">
          <ac:chgData name="Manoj Sundar Ravichandran" userId="S::mravichandran@hof-university.de::453332ee-569c-4cda-ae19-79d852ef561a" providerId="AD" clId="Web-{C701EE2B-5418-5D32-10A2-450755928294}" dt="2025-01-03T08:52:12.199" v="313" actId="20577"/>
          <ac:spMkLst>
            <pc:docMk/>
            <pc:sldMk cId="2131840712" sldId="337"/>
            <ac:spMk id="11" creationId="{E7C8FB57-2092-3C09-2241-984ED01E147E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8:52:32.856" v="316"/>
          <ac:spMkLst>
            <pc:docMk/>
            <pc:sldMk cId="2131840712" sldId="337"/>
            <ac:spMk id="13" creationId="{1A6ABE79-38DF-0E76-6606-C6C3E9CF36EF}"/>
          </ac:spMkLst>
        </pc:spChg>
        <pc:spChg chg="add mod">
          <ac:chgData name="Manoj Sundar Ravichandran" userId="S::mravichandran@hof-university.de::453332ee-569c-4cda-ae19-79d852ef561a" providerId="AD" clId="Web-{C701EE2B-5418-5D32-10A2-450755928294}" dt="2025-01-03T08:53:31.218" v="331" actId="20577"/>
          <ac:spMkLst>
            <pc:docMk/>
            <pc:sldMk cId="2131840712" sldId="337"/>
            <ac:spMk id="15" creationId="{FAF8F775-D803-BB83-5FE4-0023CAC94211}"/>
          </ac:spMkLst>
        </pc:spChg>
        <pc:spChg chg="add mod">
          <ac:chgData name="Manoj Sundar Ravichandran" userId="S::mravichandran@hof-university.de::453332ee-569c-4cda-ae19-79d852ef561a" providerId="AD" clId="Web-{C701EE2B-5418-5D32-10A2-450755928294}" dt="2025-01-03T08:57:04.928" v="436" actId="1076"/>
          <ac:spMkLst>
            <pc:docMk/>
            <pc:sldMk cId="2131840712" sldId="337"/>
            <ac:spMk id="16" creationId="{A188D5F6-53C5-0CCC-068E-C89D32A1351D}"/>
          </ac:spMkLst>
        </pc:spChg>
        <pc:spChg chg="add mod">
          <ac:chgData name="Manoj Sundar Ravichandran" userId="S::mravichandran@hof-university.de::453332ee-569c-4cda-ae19-79d852ef561a" providerId="AD" clId="Web-{C701EE2B-5418-5D32-10A2-450755928294}" dt="2025-01-03T09:01:04.654" v="452" actId="20577"/>
          <ac:spMkLst>
            <pc:docMk/>
            <pc:sldMk cId="2131840712" sldId="337"/>
            <ac:spMk id="18" creationId="{E143E4D7-A997-9FDE-EE47-C820096E9F0A}"/>
          </ac:spMkLst>
        </pc:spChg>
        <pc:spChg chg="add mod">
          <ac:chgData name="Manoj Sundar Ravichandran" userId="S::mravichandran@hof-university.de::453332ee-569c-4cda-ae19-79d852ef561a" providerId="AD" clId="Web-{C701EE2B-5418-5D32-10A2-450755928294}" dt="2025-01-03T08:57:43.038" v="441" actId="1076"/>
          <ac:spMkLst>
            <pc:docMk/>
            <pc:sldMk cId="2131840712" sldId="337"/>
            <ac:spMk id="20" creationId="{0251B347-F54E-5C2F-6EB7-4FFA3F2BF2D8}"/>
          </ac:spMkLst>
        </pc:spChg>
      </pc:sldChg>
      <pc:sldChg chg="addSp delSp modSp add mod replId modClrScheme chgLayout">
        <pc:chgData name="Manoj Sundar Ravichandran" userId="S::mravichandran@hof-university.de::453332ee-569c-4cda-ae19-79d852ef561a" providerId="AD" clId="Web-{C701EE2B-5418-5D32-10A2-450755928294}" dt="2025-01-03T09:12:28.911" v="558"/>
        <pc:sldMkLst>
          <pc:docMk/>
          <pc:sldMk cId="1359831492" sldId="338"/>
        </pc:sldMkLst>
        <pc:spChg chg="mod">
          <ac:chgData name="Manoj Sundar Ravichandran" userId="S::mravichandran@hof-university.de::453332ee-569c-4cda-ae19-79d852ef561a" providerId="AD" clId="Web-{C701EE2B-5418-5D32-10A2-450755928294}" dt="2025-01-03T09:12:11.285" v="556" actId="1076"/>
          <ac:spMkLst>
            <pc:docMk/>
            <pc:sldMk cId="1359831492" sldId="338"/>
            <ac:spMk id="2" creationId="{C582F266-3F0F-69E9-8DB8-103F8985E3EB}"/>
          </ac:spMkLst>
        </pc:spChg>
        <pc:spChg chg="mod">
          <ac:chgData name="Manoj Sundar Ravichandran" userId="S::mravichandran@hof-university.de::453332ee-569c-4cda-ae19-79d852ef561a" providerId="AD" clId="Web-{C701EE2B-5418-5D32-10A2-450755928294}" dt="2025-01-03T09:11:18.690" v="547"/>
          <ac:spMkLst>
            <pc:docMk/>
            <pc:sldMk cId="1359831492" sldId="338"/>
            <ac:spMk id="10" creationId="{0C69EEBB-9D56-54E9-EC53-C9E3656C8731}"/>
          </ac:spMkLst>
        </pc:spChg>
        <pc:spChg chg="mod">
          <ac:chgData name="Manoj Sundar Ravichandran" userId="S::mravichandran@hof-university.de::453332ee-569c-4cda-ae19-79d852ef561a" providerId="AD" clId="Web-{C701EE2B-5418-5D32-10A2-450755928294}" dt="2025-01-03T09:11:18.690" v="547"/>
          <ac:spMkLst>
            <pc:docMk/>
            <pc:sldMk cId="1359831492" sldId="338"/>
            <ac:spMk id="11" creationId="{E7C8FB57-2092-3C09-2241-984ED01E147E}"/>
          </ac:spMkLst>
        </pc:spChg>
        <pc:spChg chg="del mod ord">
          <ac:chgData name="Manoj Sundar Ravichandran" userId="S::mravichandran@hof-university.de::453332ee-569c-4cda-ae19-79d852ef561a" providerId="AD" clId="Web-{C701EE2B-5418-5D32-10A2-450755928294}" dt="2025-01-03T09:12:28.911" v="558"/>
          <ac:spMkLst>
            <pc:docMk/>
            <pc:sldMk cId="1359831492" sldId="338"/>
            <ac:spMk id="15" creationId="{FAF8F775-D803-BB83-5FE4-0023CAC94211}"/>
          </ac:spMkLst>
        </pc:spChg>
        <pc:spChg chg="del mod ord">
          <ac:chgData name="Manoj Sundar Ravichandran" userId="S::mravichandran@hof-university.de::453332ee-569c-4cda-ae19-79d852ef561a" providerId="AD" clId="Web-{C701EE2B-5418-5D32-10A2-450755928294}" dt="2025-01-03T09:12:22.864" v="557"/>
          <ac:spMkLst>
            <pc:docMk/>
            <pc:sldMk cId="1359831492" sldId="338"/>
            <ac:spMk id="16" creationId="{A188D5F6-53C5-0CCC-068E-C89D32A1351D}"/>
          </ac:spMkLst>
        </pc:spChg>
        <pc:spChg chg="del mod">
          <ac:chgData name="Manoj Sundar Ravichandran" userId="S::mravichandran@hof-university.de::453332ee-569c-4cda-ae19-79d852ef561a" providerId="AD" clId="Web-{C701EE2B-5418-5D32-10A2-450755928294}" dt="2025-01-03T09:09:57.453" v="544"/>
          <ac:spMkLst>
            <pc:docMk/>
            <pc:sldMk cId="1359831492" sldId="338"/>
            <ac:spMk id="18" creationId="{E143E4D7-A997-9FDE-EE47-C820096E9F0A}"/>
          </ac:spMkLst>
        </pc:spChg>
        <pc:spChg chg="mod ord">
          <ac:chgData name="Manoj Sundar Ravichandran" userId="S::mravichandran@hof-university.de::453332ee-569c-4cda-ae19-79d852ef561a" providerId="AD" clId="Web-{C701EE2B-5418-5D32-10A2-450755928294}" dt="2025-01-03T09:11:18.690" v="547"/>
          <ac:spMkLst>
            <pc:docMk/>
            <pc:sldMk cId="1359831492" sldId="338"/>
            <ac:spMk id="20" creationId="{0251B347-F54E-5C2F-6EB7-4FFA3F2BF2D8}"/>
          </ac:spMkLst>
        </pc:spChg>
        <pc:spChg chg="add mod">
          <ac:chgData name="Manoj Sundar Ravichandran" userId="S::mravichandran@hof-university.de::453332ee-569c-4cda-ae19-79d852ef561a" providerId="AD" clId="Web-{C701EE2B-5418-5D32-10A2-450755928294}" dt="2025-01-03T09:11:54.738" v="552"/>
          <ac:spMkLst>
            <pc:docMk/>
            <pc:sldMk cId="1359831492" sldId="338"/>
            <ac:spMk id="25" creationId="{06FAE19B-5559-3816-A810-80D359D2A74A}"/>
          </ac:spMkLst>
        </pc:spChg>
        <pc:picChg chg="add mod ord">
          <ac:chgData name="Manoj Sundar Ravichandran" userId="S::mravichandran@hof-university.de::453332ee-569c-4cda-ae19-79d852ef561a" providerId="AD" clId="Web-{C701EE2B-5418-5D32-10A2-450755928294}" dt="2025-01-03T09:11:38.003" v="550" actId="14100"/>
          <ac:picMkLst>
            <pc:docMk/>
            <pc:sldMk cId="1359831492" sldId="338"/>
            <ac:picMk id="3" creationId="{C03170E9-ADEB-DC99-0939-21EC9FEFE9CE}"/>
          </ac:picMkLst>
        </pc:picChg>
      </pc:sldChg>
      <pc:sldChg chg="addSp delSp modSp add mod ord replId modClrScheme chgLayout">
        <pc:chgData name="Manoj Sundar Ravichandran" userId="S::mravichandran@hof-university.de::453332ee-569c-4cda-ae19-79d852ef561a" providerId="AD" clId="Web-{C701EE2B-5418-5D32-10A2-450755928294}" dt="2025-01-03T09:28:59.256" v="640" actId="1076"/>
        <pc:sldMkLst>
          <pc:docMk/>
          <pc:sldMk cId="720713682" sldId="339"/>
        </pc:sldMkLst>
        <pc:spChg chg="del">
          <ac:chgData name="Manoj Sundar Ravichandran" userId="S::mravichandran@hof-university.de::453332ee-569c-4cda-ae19-79d852ef561a" providerId="AD" clId="Web-{C701EE2B-5418-5D32-10A2-450755928294}" dt="2025-01-03T09:24:25.716" v="578"/>
          <ac:spMkLst>
            <pc:docMk/>
            <pc:sldMk cId="720713682" sldId="339"/>
            <ac:spMk id="2" creationId="{C582F266-3F0F-69E9-8DB8-103F8985E3EB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9:24:32.544" v="579"/>
          <ac:spMkLst>
            <pc:docMk/>
            <pc:sldMk cId="720713682" sldId="339"/>
            <ac:spMk id="4" creationId="{863CD064-DCA7-7DC8-3A9B-384E33DFC58C}"/>
          </ac:spMkLst>
        </pc:spChg>
        <pc:spChg chg="mod ord">
          <ac:chgData name="Manoj Sundar Ravichandran" userId="S::mravichandran@hof-university.de::453332ee-569c-4cda-ae19-79d852ef561a" providerId="AD" clId="Web-{C701EE2B-5418-5D32-10A2-450755928294}" dt="2025-01-03T09:28:59.256" v="640" actId="1076"/>
          <ac:spMkLst>
            <pc:docMk/>
            <pc:sldMk cId="720713682" sldId="339"/>
            <ac:spMk id="10" creationId="{0C69EEBB-9D56-54E9-EC53-C9E3656C8731}"/>
          </ac:spMkLst>
        </pc:spChg>
        <pc:spChg chg="mod ord">
          <ac:chgData name="Manoj Sundar Ravichandran" userId="S::mravichandran@hof-university.de::453332ee-569c-4cda-ae19-79d852ef561a" providerId="AD" clId="Web-{C701EE2B-5418-5D32-10A2-450755928294}" dt="2025-01-03T09:28:06.801" v="633"/>
          <ac:spMkLst>
            <pc:docMk/>
            <pc:sldMk cId="720713682" sldId="339"/>
            <ac:spMk id="11" creationId="{E7C8FB57-2092-3C09-2241-984ED01E147E}"/>
          </ac:spMkLst>
        </pc:spChg>
        <pc:spChg chg="mod ord">
          <ac:chgData name="Manoj Sundar Ravichandran" userId="S::mravichandran@hof-university.de::453332ee-569c-4cda-ae19-79d852ef561a" providerId="AD" clId="Web-{C701EE2B-5418-5D32-10A2-450755928294}" dt="2025-01-03T09:28:44.286" v="638" actId="1076"/>
          <ac:spMkLst>
            <pc:docMk/>
            <pc:sldMk cId="720713682" sldId="339"/>
            <ac:spMk id="15" creationId="{FAF8F775-D803-BB83-5FE4-0023CAC94211}"/>
          </ac:spMkLst>
        </pc:spChg>
        <pc:spChg chg="mod ord">
          <ac:chgData name="Manoj Sundar Ravichandran" userId="S::mravichandran@hof-university.de::453332ee-569c-4cda-ae19-79d852ef561a" providerId="AD" clId="Web-{C701EE2B-5418-5D32-10A2-450755928294}" dt="2025-01-03T09:28:48.802" v="639" actId="1076"/>
          <ac:spMkLst>
            <pc:docMk/>
            <pc:sldMk cId="720713682" sldId="339"/>
            <ac:spMk id="16" creationId="{A188D5F6-53C5-0CCC-068E-C89D32A1351D}"/>
          </ac:spMkLst>
        </pc:spChg>
        <pc:spChg chg="del">
          <ac:chgData name="Manoj Sundar Ravichandran" userId="S::mravichandran@hof-university.de::453332ee-569c-4cda-ae19-79d852ef561a" providerId="AD" clId="Web-{C701EE2B-5418-5D32-10A2-450755928294}" dt="2025-01-03T09:25:56" v="609"/>
          <ac:spMkLst>
            <pc:docMk/>
            <pc:sldMk cId="720713682" sldId="339"/>
            <ac:spMk id="18" creationId="{E143E4D7-A997-9FDE-EE47-C820096E9F0A}"/>
          </ac:spMkLst>
        </pc:spChg>
        <pc:spChg chg="mod ord">
          <ac:chgData name="Manoj Sundar Ravichandran" userId="S::mravichandran@hof-university.de::453332ee-569c-4cda-ae19-79d852ef561a" providerId="AD" clId="Web-{C701EE2B-5418-5D32-10A2-450755928294}" dt="2025-01-03T09:28:06.801" v="633"/>
          <ac:spMkLst>
            <pc:docMk/>
            <pc:sldMk cId="720713682" sldId="339"/>
            <ac:spMk id="20" creationId="{0251B347-F54E-5C2F-6EB7-4FFA3F2BF2D8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9:27:37.112" v="623"/>
          <ac:spMkLst>
            <pc:docMk/>
            <pc:sldMk cId="720713682" sldId="339"/>
            <ac:spMk id="25" creationId="{2CD23A20-ED82-C275-5CFA-AAEB68F648AD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9:27:37.112" v="623"/>
          <ac:spMkLst>
            <pc:docMk/>
            <pc:sldMk cId="720713682" sldId="339"/>
            <ac:spMk id="27" creationId="{47AA95C3-3F8C-2EBB-B983-F53080238999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9:27:37.112" v="623"/>
          <ac:spMkLst>
            <pc:docMk/>
            <pc:sldMk cId="720713682" sldId="339"/>
            <ac:spMk id="29" creationId="{320131A5-52A0-9EDA-3AC5-74D4FD37CC29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9:27:40.784" v="625"/>
          <ac:spMkLst>
            <pc:docMk/>
            <pc:sldMk cId="720713682" sldId="339"/>
            <ac:spMk id="31" creationId="{1B20B1E5-0EFB-AFA6-B32A-48122A6670C1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9:27:40.784" v="625"/>
          <ac:spMkLst>
            <pc:docMk/>
            <pc:sldMk cId="720713682" sldId="339"/>
            <ac:spMk id="32" creationId="{21D37576-38B7-16AD-DAD7-075C93F22F93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9:27:40.784" v="625"/>
          <ac:spMkLst>
            <pc:docMk/>
            <pc:sldMk cId="720713682" sldId="339"/>
            <ac:spMk id="33" creationId="{1E309416-1731-2373-4E8A-1796BC8D2C0E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9:27:45.894" v="627"/>
          <ac:spMkLst>
            <pc:docMk/>
            <pc:sldMk cId="720713682" sldId="339"/>
            <ac:spMk id="35" creationId="{FC8CAFB1-C4C8-818E-4BDE-8E8BC0322349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9:27:50.925" v="629"/>
          <ac:spMkLst>
            <pc:docMk/>
            <pc:sldMk cId="720713682" sldId="339"/>
            <ac:spMk id="37" creationId="{0010202B-8D6D-F721-DE37-B2A545FF210D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9:27:50.925" v="629"/>
          <ac:spMkLst>
            <pc:docMk/>
            <pc:sldMk cId="720713682" sldId="339"/>
            <ac:spMk id="38" creationId="{EAC9CA46-1B27-52EC-09C6-8588C057EFAA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9:28:06.801" v="633"/>
          <ac:spMkLst>
            <pc:docMk/>
            <pc:sldMk cId="720713682" sldId="339"/>
            <ac:spMk id="40" creationId="{2CD23A20-ED82-C275-5CFA-AAEB68F648AD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9:28:06.801" v="633"/>
          <ac:spMkLst>
            <pc:docMk/>
            <pc:sldMk cId="720713682" sldId="339"/>
            <ac:spMk id="41" creationId="{47AA95C3-3F8C-2EBB-B983-F53080238999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9:28:06.801" v="633"/>
          <ac:spMkLst>
            <pc:docMk/>
            <pc:sldMk cId="720713682" sldId="339"/>
            <ac:spMk id="42" creationId="{320131A5-52A0-9EDA-3AC5-74D4FD37CC29}"/>
          </ac:spMkLst>
        </pc:spChg>
        <pc:picChg chg="add mod ord">
          <ac:chgData name="Manoj Sundar Ravichandran" userId="S::mravichandran@hof-university.de::453332ee-569c-4cda-ae19-79d852ef561a" providerId="AD" clId="Web-{C701EE2B-5418-5D32-10A2-450755928294}" dt="2025-01-03T09:28:18.895" v="635" actId="1076"/>
          <ac:picMkLst>
            <pc:docMk/>
            <pc:sldMk cId="720713682" sldId="339"/>
            <ac:picMk id="5" creationId="{57B9D382-327D-4BB7-9181-A27FB2EFF0A5}"/>
          </ac:picMkLst>
        </pc:picChg>
        <pc:picChg chg="add mod ord">
          <ac:chgData name="Manoj Sundar Ravichandran" userId="S::mravichandran@hof-university.de::453332ee-569c-4cda-ae19-79d852ef561a" providerId="AD" clId="Web-{C701EE2B-5418-5D32-10A2-450755928294}" dt="2025-01-03T09:28:23.208" v="636" actId="1076"/>
          <ac:picMkLst>
            <pc:docMk/>
            <pc:sldMk cId="720713682" sldId="339"/>
            <ac:picMk id="6" creationId="{81D289E2-B030-2C11-4B1D-A085406F77B2}"/>
          </ac:picMkLst>
        </pc:picChg>
      </pc:sldChg>
      <pc:sldChg chg="addSp delSp modSp add mod ord replId modClrScheme chgLayout">
        <pc:chgData name="Manoj Sundar Ravichandran" userId="S::mravichandran@hof-university.de::453332ee-569c-4cda-ae19-79d852ef561a" providerId="AD" clId="Web-{C701EE2B-5418-5D32-10A2-450755928294}" dt="2025-01-03T09:47:42.323" v="765" actId="14100"/>
        <pc:sldMkLst>
          <pc:docMk/>
          <pc:sldMk cId="2333523045" sldId="340"/>
        </pc:sldMkLst>
        <pc:spChg chg="mod">
          <ac:chgData name="Manoj Sundar Ravichandran" userId="S::mravichandran@hof-university.de::453332ee-569c-4cda-ae19-79d852ef561a" providerId="AD" clId="Web-{C701EE2B-5418-5D32-10A2-450755928294}" dt="2025-01-03T09:47:21.338" v="760" actId="20577"/>
          <ac:spMkLst>
            <pc:docMk/>
            <pc:sldMk cId="2333523045" sldId="340"/>
            <ac:spMk id="2" creationId="{C582F266-3F0F-69E9-8DB8-103F8985E3EB}"/>
          </ac:spMkLst>
        </pc:spChg>
        <pc:spChg chg="add del">
          <ac:chgData name="Manoj Sundar Ravichandran" userId="S::mravichandran@hof-university.de::453332ee-569c-4cda-ae19-79d852ef561a" providerId="AD" clId="Web-{C701EE2B-5418-5D32-10A2-450755928294}" dt="2025-01-03T09:36:21.661" v="734"/>
          <ac:spMkLst>
            <pc:docMk/>
            <pc:sldMk cId="2333523045" sldId="340"/>
            <ac:spMk id="4" creationId="{FAF8F775-D803-BB83-5FE4-0023CAC94211}"/>
          </ac:spMkLst>
        </pc:spChg>
        <pc:spChg chg="add mod">
          <ac:chgData name="Manoj Sundar Ravichandran" userId="S::mravichandran@hof-university.de::453332ee-569c-4cda-ae19-79d852ef561a" providerId="AD" clId="Web-{C701EE2B-5418-5D32-10A2-450755928294}" dt="2025-01-03T09:47:30.839" v="762" actId="1076"/>
          <ac:spMkLst>
            <pc:docMk/>
            <pc:sldMk cId="2333523045" sldId="340"/>
            <ac:spMk id="6" creationId="{75AD1862-5DB6-03EA-0F38-EEAB6B409C92}"/>
          </ac:spMkLst>
        </pc:spChg>
        <pc:spChg chg="mod ord">
          <ac:chgData name="Manoj Sundar Ravichandran" userId="S::mravichandran@hof-university.de::453332ee-569c-4cda-ae19-79d852ef561a" providerId="AD" clId="Web-{C701EE2B-5418-5D32-10A2-450755928294}" dt="2025-01-03T09:35:47.785" v="727"/>
          <ac:spMkLst>
            <pc:docMk/>
            <pc:sldMk cId="2333523045" sldId="340"/>
            <ac:spMk id="10" creationId="{0C69EEBB-9D56-54E9-EC53-C9E3656C8731}"/>
          </ac:spMkLst>
        </pc:spChg>
        <pc:spChg chg="mod">
          <ac:chgData name="Manoj Sundar Ravichandran" userId="S::mravichandran@hof-university.de::453332ee-569c-4cda-ae19-79d852ef561a" providerId="AD" clId="Web-{C701EE2B-5418-5D32-10A2-450755928294}" dt="2025-01-03T09:35:47.785" v="727"/>
          <ac:spMkLst>
            <pc:docMk/>
            <pc:sldMk cId="2333523045" sldId="340"/>
            <ac:spMk id="11" creationId="{E7C8FB57-2092-3C09-2241-984ED01E147E}"/>
          </ac:spMkLst>
        </pc:spChg>
        <pc:spChg chg="mod ord">
          <ac:chgData name="Manoj Sundar Ravichandran" userId="S::mravichandran@hof-university.de::453332ee-569c-4cda-ae19-79d852ef561a" providerId="AD" clId="Web-{C701EE2B-5418-5D32-10A2-450755928294}" dt="2025-01-03T09:35:47.785" v="727"/>
          <ac:spMkLst>
            <pc:docMk/>
            <pc:sldMk cId="2333523045" sldId="340"/>
            <ac:spMk id="15" creationId="{FAF8F775-D803-BB83-5FE4-0023CAC94211}"/>
          </ac:spMkLst>
        </pc:spChg>
        <pc:spChg chg="del">
          <ac:chgData name="Manoj Sundar Ravichandran" userId="S::mravichandran@hof-university.de::453332ee-569c-4cda-ae19-79d852ef561a" providerId="AD" clId="Web-{C701EE2B-5418-5D32-10A2-450755928294}" dt="2025-01-03T09:34:47.111" v="723"/>
          <ac:spMkLst>
            <pc:docMk/>
            <pc:sldMk cId="2333523045" sldId="340"/>
            <ac:spMk id="16" creationId="{A188D5F6-53C5-0CCC-068E-C89D32A1351D}"/>
          </ac:spMkLst>
        </pc:spChg>
        <pc:spChg chg="del mod">
          <ac:chgData name="Manoj Sundar Ravichandran" userId="S::mravichandran@hof-university.de::453332ee-569c-4cda-ae19-79d852ef561a" providerId="AD" clId="Web-{C701EE2B-5418-5D32-10A2-450755928294}" dt="2025-01-03T09:34:44.579" v="722"/>
          <ac:spMkLst>
            <pc:docMk/>
            <pc:sldMk cId="2333523045" sldId="340"/>
            <ac:spMk id="18" creationId="{E143E4D7-A997-9FDE-EE47-C820096E9F0A}"/>
          </ac:spMkLst>
        </pc:spChg>
        <pc:spChg chg="mod ord">
          <ac:chgData name="Manoj Sundar Ravichandran" userId="S::mravichandran@hof-university.de::453332ee-569c-4cda-ae19-79d852ef561a" providerId="AD" clId="Web-{C701EE2B-5418-5D32-10A2-450755928294}" dt="2025-01-03T09:35:47.785" v="727"/>
          <ac:spMkLst>
            <pc:docMk/>
            <pc:sldMk cId="2333523045" sldId="340"/>
            <ac:spMk id="20" creationId="{0251B347-F54E-5C2F-6EB7-4FFA3F2BF2D8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9:35:47.785" v="727"/>
          <ac:spMkLst>
            <pc:docMk/>
            <pc:sldMk cId="2333523045" sldId="340"/>
            <ac:spMk id="25" creationId="{8077D01F-C8E4-B810-99F7-715AF40E0A12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9:35:47.785" v="727"/>
          <ac:spMkLst>
            <pc:docMk/>
            <pc:sldMk cId="2333523045" sldId="340"/>
            <ac:spMk id="27" creationId="{ED469D46-F222-0C1B-5E5F-9F944D7D2AE1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9:35:47.785" v="727"/>
          <ac:spMkLst>
            <pc:docMk/>
            <pc:sldMk cId="2333523045" sldId="340"/>
            <ac:spMk id="29" creationId="{7176D4E6-A93C-B9A2-A719-8AEFCDE415E7}"/>
          </ac:spMkLst>
        </pc:spChg>
        <pc:picChg chg="add mod ord">
          <ac:chgData name="Manoj Sundar Ravichandran" userId="S::mravichandran@hof-university.de::453332ee-569c-4cda-ae19-79d852ef561a" providerId="AD" clId="Web-{C701EE2B-5418-5D32-10A2-450755928294}" dt="2025-01-03T09:47:42.323" v="765" actId="14100"/>
          <ac:picMkLst>
            <pc:docMk/>
            <pc:sldMk cId="2333523045" sldId="340"/>
            <ac:picMk id="3" creationId="{5D490133-C768-8440-0E60-7D6B98F51F9B}"/>
          </ac:picMkLst>
        </pc:picChg>
      </pc:sldChg>
      <pc:sldChg chg="addSp delSp modSp add mod replId modClrScheme chgLayout">
        <pc:chgData name="Manoj Sundar Ravichandran" userId="S::mravichandran@hof-university.de::453332ee-569c-4cda-ae19-79d852ef561a" providerId="AD" clId="Web-{C701EE2B-5418-5D32-10A2-450755928294}" dt="2025-01-03T09:54:16.493" v="827" actId="1076"/>
        <pc:sldMkLst>
          <pc:docMk/>
          <pc:sldMk cId="26418464" sldId="341"/>
        </pc:sldMkLst>
        <pc:spChg chg="mod">
          <ac:chgData name="Manoj Sundar Ravichandran" userId="S::mravichandran@hof-university.de::453332ee-569c-4cda-ae19-79d852ef561a" providerId="AD" clId="Web-{C701EE2B-5418-5D32-10A2-450755928294}" dt="2025-01-03T09:53:55.446" v="822"/>
          <ac:spMkLst>
            <pc:docMk/>
            <pc:sldMk cId="26418464" sldId="341"/>
            <ac:spMk id="2" creationId="{C582F266-3F0F-69E9-8DB8-103F8985E3EB}"/>
          </ac:spMkLst>
        </pc:spChg>
        <pc:spChg chg="add del">
          <ac:chgData name="Manoj Sundar Ravichandran" userId="S::mravichandran@hof-university.de::453332ee-569c-4cda-ae19-79d852ef561a" providerId="AD" clId="Web-{C701EE2B-5418-5D32-10A2-450755928294}" dt="2025-01-03T09:53:43.242" v="814"/>
          <ac:spMkLst>
            <pc:docMk/>
            <pc:sldMk cId="26418464" sldId="341"/>
            <ac:spMk id="5" creationId="{D78DBA2F-5DA5-7CD1-3C25-01E0FF9C8546}"/>
          </ac:spMkLst>
        </pc:spChg>
        <pc:spChg chg="del">
          <ac:chgData name="Manoj Sundar Ravichandran" userId="S::mravichandran@hof-university.de::453332ee-569c-4cda-ae19-79d852ef561a" providerId="AD" clId="Web-{C701EE2B-5418-5D32-10A2-450755928294}" dt="2025-01-03T09:48:51.169" v="784"/>
          <ac:spMkLst>
            <pc:docMk/>
            <pc:sldMk cId="26418464" sldId="341"/>
            <ac:spMk id="6" creationId="{75AD1862-5DB6-03EA-0F38-EEAB6B409C92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9:53:37.945" v="810"/>
          <ac:spMkLst>
            <pc:docMk/>
            <pc:sldMk cId="26418464" sldId="341"/>
            <ac:spMk id="8" creationId="{8F1CA0B7-146E-CDA5-23B9-423C60AC18E4}"/>
          </ac:spMkLst>
        </pc:spChg>
        <pc:spChg chg="mod ord">
          <ac:chgData name="Manoj Sundar Ravichandran" userId="S::mravichandran@hof-university.de::453332ee-569c-4cda-ae19-79d852ef561a" providerId="AD" clId="Web-{C701EE2B-5418-5D32-10A2-450755928294}" dt="2025-01-03T09:53:55.446" v="822"/>
          <ac:spMkLst>
            <pc:docMk/>
            <pc:sldMk cId="26418464" sldId="341"/>
            <ac:spMk id="10" creationId="{0C69EEBB-9D56-54E9-EC53-C9E3656C8731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9:53:55.446" v="822"/>
          <ac:spMkLst>
            <pc:docMk/>
            <pc:sldMk cId="26418464" sldId="341"/>
            <ac:spMk id="11" creationId="{E7C8FB57-2092-3C09-2241-984ED01E147E}"/>
          </ac:spMkLst>
        </pc:spChg>
        <pc:spChg chg="add del mod ord">
          <ac:chgData name="Manoj Sundar Ravichandran" userId="S::mravichandran@hof-university.de::453332ee-569c-4cda-ae19-79d852ef561a" providerId="AD" clId="Web-{C701EE2B-5418-5D32-10A2-450755928294}" dt="2025-01-03T09:54:16.493" v="827" actId="1076"/>
          <ac:spMkLst>
            <pc:docMk/>
            <pc:sldMk cId="26418464" sldId="341"/>
            <ac:spMk id="15" creationId="{FAF8F775-D803-BB83-5FE4-0023CAC94211}"/>
          </ac:spMkLst>
        </pc:spChg>
        <pc:spChg chg="mod ord">
          <ac:chgData name="Manoj Sundar Ravichandran" userId="S::mravichandran@hof-university.de::453332ee-569c-4cda-ae19-79d852ef561a" providerId="AD" clId="Web-{C701EE2B-5418-5D32-10A2-450755928294}" dt="2025-01-03T09:53:55.446" v="822"/>
          <ac:spMkLst>
            <pc:docMk/>
            <pc:sldMk cId="26418464" sldId="341"/>
            <ac:spMk id="20" creationId="{0251B347-F54E-5C2F-6EB7-4FFA3F2BF2D8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9:53:55.446" v="822"/>
          <ac:spMkLst>
            <pc:docMk/>
            <pc:sldMk cId="26418464" sldId="341"/>
            <ac:spMk id="25" creationId="{CEBF7E27-44D8-4256-F14F-0CD2850CB12C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9:53:55.446" v="822"/>
          <ac:spMkLst>
            <pc:docMk/>
            <pc:sldMk cId="26418464" sldId="341"/>
            <ac:spMk id="27" creationId="{D689F932-CFC0-4A05-AA41-E7763D9321DC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09:53:55.446" v="822"/>
          <ac:spMkLst>
            <pc:docMk/>
            <pc:sldMk cId="26418464" sldId="341"/>
            <ac:spMk id="29" creationId="{2C2176AF-9A12-CED4-9A1A-497066481C8C}"/>
          </ac:spMkLst>
        </pc:spChg>
        <pc:picChg chg="del">
          <ac:chgData name="Manoj Sundar Ravichandran" userId="S::mravichandran@hof-university.de::453332ee-569c-4cda-ae19-79d852ef561a" providerId="AD" clId="Web-{C701EE2B-5418-5D32-10A2-450755928294}" dt="2025-01-03T09:48:48.935" v="783"/>
          <ac:picMkLst>
            <pc:docMk/>
            <pc:sldMk cId="26418464" sldId="341"/>
            <ac:picMk id="3" creationId="{5D490133-C768-8440-0E60-7D6B98F51F9B}"/>
          </ac:picMkLst>
        </pc:picChg>
        <pc:picChg chg="add mod ord modCrop">
          <ac:chgData name="Manoj Sundar Ravichandran" userId="S::mravichandran@hof-university.de::453332ee-569c-4cda-ae19-79d852ef561a" providerId="AD" clId="Web-{C701EE2B-5418-5D32-10A2-450755928294}" dt="2025-01-03T09:54:07.055" v="826" actId="1076"/>
          <ac:picMkLst>
            <pc:docMk/>
            <pc:sldMk cId="26418464" sldId="341"/>
            <ac:picMk id="4" creationId="{D7323036-F998-810C-38E9-6AF574152AA4}"/>
          </ac:picMkLst>
        </pc:picChg>
      </pc:sldChg>
      <pc:sldChg chg="addSp delSp modSp add ord replId">
        <pc:chgData name="Manoj Sundar Ravichandran" userId="S::mravichandran@hof-university.de::453332ee-569c-4cda-ae19-79d852ef561a" providerId="AD" clId="Web-{C701EE2B-5418-5D32-10A2-450755928294}" dt="2025-01-03T10:16:20.661" v="1142" actId="14100"/>
        <pc:sldMkLst>
          <pc:docMk/>
          <pc:sldMk cId="224357629" sldId="342"/>
        </pc:sldMkLst>
        <pc:spChg chg="mod">
          <ac:chgData name="Manoj Sundar Ravichandran" userId="S::mravichandran@hof-university.de::453332ee-569c-4cda-ae19-79d852ef561a" providerId="AD" clId="Web-{C701EE2B-5418-5D32-10A2-450755928294}" dt="2025-01-03T10:08:35.240" v="956" actId="1076"/>
          <ac:spMkLst>
            <pc:docMk/>
            <pc:sldMk cId="224357629" sldId="342"/>
            <ac:spMk id="2" creationId="{C582F266-3F0F-69E9-8DB8-103F8985E3EB}"/>
          </ac:spMkLst>
        </pc:spChg>
        <pc:spChg chg="mod">
          <ac:chgData name="Manoj Sundar Ravichandran" userId="S::mravichandran@hof-university.de::453332ee-569c-4cda-ae19-79d852ef561a" providerId="AD" clId="Web-{C701EE2B-5418-5D32-10A2-450755928294}" dt="2025-01-03T09:58:27.470" v="854" actId="20577"/>
          <ac:spMkLst>
            <pc:docMk/>
            <pc:sldMk cId="224357629" sldId="342"/>
            <ac:spMk id="15" creationId="{FAF8F775-D803-BB83-5FE4-0023CAC94211}"/>
          </ac:spMkLst>
        </pc:spChg>
        <pc:spChg chg="del">
          <ac:chgData name="Manoj Sundar Ravichandran" userId="S::mravichandran@hof-university.de::453332ee-569c-4cda-ae19-79d852ef561a" providerId="AD" clId="Web-{C701EE2B-5418-5D32-10A2-450755928294}" dt="2025-01-03T10:04:10.481" v="858"/>
          <ac:spMkLst>
            <pc:docMk/>
            <pc:sldMk cId="224357629" sldId="342"/>
            <ac:spMk id="16" creationId="{A188D5F6-53C5-0CCC-068E-C89D32A1351D}"/>
          </ac:spMkLst>
        </pc:spChg>
        <pc:spChg chg="del">
          <ac:chgData name="Manoj Sundar Ravichandran" userId="S::mravichandran@hof-university.de::453332ee-569c-4cda-ae19-79d852ef561a" providerId="AD" clId="Web-{C701EE2B-5418-5D32-10A2-450755928294}" dt="2025-01-03T10:04:08.825" v="857"/>
          <ac:spMkLst>
            <pc:docMk/>
            <pc:sldMk cId="224357629" sldId="342"/>
            <ac:spMk id="18" creationId="{E143E4D7-A997-9FDE-EE47-C820096E9F0A}"/>
          </ac:spMkLst>
        </pc:spChg>
        <pc:picChg chg="add mod">
          <ac:chgData name="Manoj Sundar Ravichandran" userId="S::mravichandran@hof-university.de::453332ee-569c-4cda-ae19-79d852ef561a" providerId="AD" clId="Web-{C701EE2B-5418-5D32-10A2-450755928294}" dt="2025-01-03T10:08:48.818" v="961" actId="1076"/>
          <ac:picMkLst>
            <pc:docMk/>
            <pc:sldMk cId="224357629" sldId="342"/>
            <ac:picMk id="3" creationId="{65688BC3-47D0-FE92-D600-064AA14D9254}"/>
          </ac:picMkLst>
        </pc:picChg>
        <pc:picChg chg="add mod">
          <ac:chgData name="Manoj Sundar Ravichandran" userId="S::mravichandran@hof-university.de::453332ee-569c-4cda-ae19-79d852ef561a" providerId="AD" clId="Web-{C701EE2B-5418-5D32-10A2-450755928294}" dt="2025-01-03T10:16:20.661" v="1142" actId="14100"/>
          <ac:picMkLst>
            <pc:docMk/>
            <pc:sldMk cId="224357629" sldId="342"/>
            <ac:picMk id="4" creationId="{83787029-066E-3634-4420-446520CD4581}"/>
          </ac:picMkLst>
        </pc:picChg>
      </pc:sldChg>
      <pc:sldChg chg="modSp add replId">
        <pc:chgData name="Manoj Sundar Ravichandran" userId="S::mravichandran@hof-university.de::453332ee-569c-4cda-ae19-79d852ef561a" providerId="AD" clId="Web-{C701EE2B-5418-5D32-10A2-450755928294}" dt="2025-01-03T11:08:41.159" v="1252" actId="20577"/>
        <pc:sldMkLst>
          <pc:docMk/>
          <pc:sldMk cId="2716055129" sldId="343"/>
        </pc:sldMkLst>
        <pc:spChg chg="mod">
          <ac:chgData name="Manoj Sundar Ravichandran" userId="S::mravichandran@hof-university.de::453332ee-569c-4cda-ae19-79d852ef561a" providerId="AD" clId="Web-{C701EE2B-5418-5D32-10A2-450755928294}" dt="2025-01-03T11:08:41.159" v="1252" actId="20577"/>
          <ac:spMkLst>
            <pc:docMk/>
            <pc:sldMk cId="2716055129" sldId="343"/>
            <ac:spMk id="2" creationId="{C582F266-3F0F-69E9-8DB8-103F8985E3EB}"/>
          </ac:spMkLst>
        </pc:spChg>
        <pc:picChg chg="mod">
          <ac:chgData name="Manoj Sundar Ravichandran" userId="S::mravichandran@hof-university.de::453332ee-569c-4cda-ae19-79d852ef561a" providerId="AD" clId="Web-{C701EE2B-5418-5D32-10A2-450755928294}" dt="2025-01-03T10:15:59.223" v="1135" actId="14100"/>
          <ac:picMkLst>
            <pc:docMk/>
            <pc:sldMk cId="2716055129" sldId="343"/>
            <ac:picMk id="3" creationId="{65688BC3-47D0-FE92-D600-064AA14D9254}"/>
          </ac:picMkLst>
        </pc:picChg>
        <pc:picChg chg="mod">
          <ac:chgData name="Manoj Sundar Ravichandran" userId="S::mravichandran@hof-university.de::453332ee-569c-4cda-ae19-79d852ef561a" providerId="AD" clId="Web-{C701EE2B-5418-5D32-10A2-450755928294}" dt="2025-01-03T10:16:13.676" v="1140" actId="14100"/>
          <ac:picMkLst>
            <pc:docMk/>
            <pc:sldMk cId="2716055129" sldId="343"/>
            <ac:picMk id="4" creationId="{83787029-066E-3634-4420-446520CD4581}"/>
          </ac:picMkLst>
        </pc:picChg>
      </pc:sldChg>
      <pc:sldChg chg="addSp delSp modSp new mod modClrScheme chgLayout">
        <pc:chgData name="Manoj Sundar Ravichandran" userId="S::mravichandran@hof-university.de::453332ee-569c-4cda-ae19-79d852ef561a" providerId="AD" clId="Web-{C701EE2B-5418-5D32-10A2-450755928294}" dt="2025-01-03T11:47:28.135" v="1614"/>
        <pc:sldMkLst>
          <pc:docMk/>
          <pc:sldMk cId="3330344223" sldId="344"/>
        </pc:sldMkLst>
        <pc:spChg chg="del mod">
          <ac:chgData name="Manoj Sundar Ravichandran" userId="S::mravichandran@hof-university.de::453332ee-569c-4cda-ae19-79d852ef561a" providerId="AD" clId="Web-{C701EE2B-5418-5D32-10A2-450755928294}" dt="2025-01-03T11:25:53.263" v="1554"/>
          <ac:spMkLst>
            <pc:docMk/>
            <pc:sldMk cId="3330344223" sldId="344"/>
            <ac:spMk id="2" creationId="{7D7C0B9F-333A-3E5F-2141-B8320D6A10C2}"/>
          </ac:spMkLst>
        </pc:spChg>
        <pc:spChg chg="mod ord">
          <ac:chgData name="Manoj Sundar Ravichandran" userId="S::mravichandran@hof-university.de::453332ee-569c-4cda-ae19-79d852ef561a" providerId="AD" clId="Web-{C701EE2B-5418-5D32-10A2-450755928294}" dt="2025-01-03T11:25:23.230" v="1552"/>
          <ac:spMkLst>
            <pc:docMk/>
            <pc:sldMk cId="3330344223" sldId="344"/>
            <ac:spMk id="3" creationId="{B336BCB9-D060-1B7A-6D78-5E9C82CB8E39}"/>
          </ac:spMkLst>
        </pc:spChg>
        <pc:spChg chg="del">
          <ac:chgData name="Manoj Sundar Ravichandran" userId="S::mravichandran@hof-university.de::453332ee-569c-4cda-ae19-79d852ef561a" providerId="AD" clId="Web-{C701EE2B-5418-5D32-10A2-450755928294}" dt="2025-01-03T10:55:50.558" v="1179"/>
          <ac:spMkLst>
            <pc:docMk/>
            <pc:sldMk cId="3330344223" sldId="344"/>
            <ac:spMk id="4" creationId="{207C1293-EE9D-F824-11BF-D8235CD05B82}"/>
          </ac:spMkLst>
        </pc:spChg>
        <pc:spChg chg="del">
          <ac:chgData name="Manoj Sundar Ravichandran" userId="S::mravichandran@hof-university.de::453332ee-569c-4cda-ae19-79d852ef561a" providerId="AD" clId="Web-{C701EE2B-5418-5D32-10A2-450755928294}" dt="2025-01-03T10:55:52.574" v="1180"/>
          <ac:spMkLst>
            <pc:docMk/>
            <pc:sldMk cId="3330344223" sldId="344"/>
            <ac:spMk id="5" creationId="{BE77E03A-E7A5-4A9C-0B42-40CD7768A0E7}"/>
          </ac:spMkLst>
        </pc:spChg>
        <pc:spChg chg="mod">
          <ac:chgData name="Manoj Sundar Ravichandran" userId="S::mravichandran@hof-university.de::453332ee-569c-4cda-ae19-79d852ef561a" providerId="AD" clId="Web-{C701EE2B-5418-5D32-10A2-450755928294}" dt="2025-01-03T11:25:23.230" v="1552"/>
          <ac:spMkLst>
            <pc:docMk/>
            <pc:sldMk cId="3330344223" sldId="344"/>
            <ac:spMk id="6" creationId="{ADA24E88-B3B5-3A82-A85D-A14F8E445103}"/>
          </ac:spMkLst>
        </pc:spChg>
        <pc:spChg chg="del">
          <ac:chgData name="Manoj Sundar Ravichandran" userId="S::mravichandran@hof-university.de::453332ee-569c-4cda-ae19-79d852ef561a" providerId="AD" clId="Web-{C701EE2B-5418-5D32-10A2-450755928294}" dt="2025-01-03T10:55:36.150" v="1177"/>
          <ac:spMkLst>
            <pc:docMk/>
            <pc:sldMk cId="3330344223" sldId="344"/>
            <ac:spMk id="7" creationId="{405E3A56-8DE7-B99C-743E-80EB206BA096}"/>
          </ac:spMkLst>
        </pc:spChg>
        <pc:spChg chg="del mod">
          <ac:chgData name="Manoj Sundar Ravichandran" userId="S::mravichandran@hof-university.de::453332ee-569c-4cda-ae19-79d852ef561a" providerId="AD" clId="Web-{C701EE2B-5418-5D32-10A2-450755928294}" dt="2025-01-03T11:25:23.230" v="1552"/>
          <ac:spMkLst>
            <pc:docMk/>
            <pc:sldMk cId="3330344223" sldId="344"/>
            <ac:spMk id="8" creationId="{0B74FB43-9270-142D-5F5C-1C02F7DF979A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11:25:23.230" v="1552"/>
          <ac:spMkLst>
            <pc:docMk/>
            <pc:sldMk cId="3330344223" sldId="344"/>
            <ac:spMk id="17" creationId="{9E059084-9264-0102-CEA9-3937576BD6AF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11:47:28.135" v="1614"/>
          <ac:spMkLst>
            <pc:docMk/>
            <pc:sldMk cId="3330344223" sldId="344"/>
            <ac:spMk id="23" creationId="{4C2D0E13-1DF7-2D73-A7EF-19A37016360A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11:25:45.075" v="1553"/>
          <ac:spMkLst>
            <pc:docMk/>
            <pc:sldMk cId="3330344223" sldId="344"/>
            <ac:spMk id="25" creationId="{B1FC7D44-DCEF-7C0D-1BF2-B373BE79367F}"/>
          </ac:spMkLst>
        </pc:spChg>
        <pc:spChg chg="add mod">
          <ac:chgData name="Manoj Sundar Ravichandran" userId="S::mravichandran@hof-university.de::453332ee-569c-4cda-ae19-79d852ef561a" providerId="AD" clId="Web-{C701EE2B-5418-5D32-10A2-450755928294}" dt="2025-01-03T11:25:55.482" v="1555"/>
          <ac:spMkLst>
            <pc:docMk/>
            <pc:sldMk cId="3330344223" sldId="344"/>
            <ac:spMk id="28" creationId="{67F1616B-1EDE-F233-BA2C-BD45ABE6338B}"/>
          </ac:spMkLst>
        </pc:spChg>
        <pc:graphicFrameChg chg="add del mod ord modGraphic">
          <ac:chgData name="Manoj Sundar Ravichandran" userId="S::mravichandran@hof-university.de::453332ee-569c-4cda-ae19-79d852ef561a" providerId="AD" clId="Web-{C701EE2B-5418-5D32-10A2-450755928294}" dt="2025-01-03T10:55:54.214" v="1181"/>
          <ac:graphicFrameMkLst>
            <pc:docMk/>
            <pc:sldMk cId="3330344223" sldId="344"/>
            <ac:graphicFrameMk id="9" creationId="{9353D1B1-EC12-7386-0CE0-D1A5B606ECC3}"/>
          </ac:graphicFrameMkLst>
        </pc:graphicFrameChg>
        <pc:graphicFrameChg chg="add mod">
          <ac:chgData name="Manoj Sundar Ravichandran" userId="S::mravichandran@hof-university.de::453332ee-569c-4cda-ae19-79d852ef561a" providerId="AD" clId="Web-{C701EE2B-5418-5D32-10A2-450755928294}" dt="2025-01-03T11:25:23.230" v="1552"/>
          <ac:graphicFrameMkLst>
            <pc:docMk/>
            <pc:sldMk cId="3330344223" sldId="344"/>
            <ac:graphicFrameMk id="19" creationId="{19075398-F1B6-4E5D-2EF9-2B61718ABCA2}"/>
          </ac:graphicFrameMkLst>
        </pc:graphicFrameChg>
      </pc:sldChg>
      <pc:sldChg chg="addSp delSp modSp new mod ord modClrScheme chgLayout">
        <pc:chgData name="Manoj Sundar Ravichandran" userId="S::mravichandran@hof-university.de::453332ee-569c-4cda-ae19-79d852ef561a" providerId="AD" clId="Web-{C701EE2B-5418-5D32-10A2-450755928294}" dt="2025-01-03T11:46:18.177" v="1606"/>
        <pc:sldMkLst>
          <pc:docMk/>
          <pc:sldMk cId="772050256" sldId="345"/>
        </pc:sldMkLst>
        <pc:spChg chg="del mod ord">
          <ac:chgData name="Manoj Sundar Ravichandran" userId="S::mravichandran@hof-university.de::453332ee-569c-4cda-ae19-79d852ef561a" providerId="AD" clId="Web-{C701EE2B-5418-5D32-10A2-450755928294}" dt="2025-01-03T11:26:09.061" v="1557"/>
          <ac:spMkLst>
            <pc:docMk/>
            <pc:sldMk cId="772050256" sldId="345"/>
            <ac:spMk id="2" creationId="{7139BDAA-84CE-5587-7215-0BB0F9CF3740}"/>
          </ac:spMkLst>
        </pc:spChg>
        <pc:spChg chg="mod ord modVis">
          <ac:chgData name="Manoj Sundar Ravichandran" userId="S::mravichandran@hof-university.de::453332ee-569c-4cda-ae19-79d852ef561a" providerId="AD" clId="Web-{C701EE2B-5418-5D32-10A2-450755928294}" dt="2025-01-03T11:23:31.894" v="1550"/>
          <ac:spMkLst>
            <pc:docMk/>
            <pc:sldMk cId="772050256" sldId="345"/>
            <ac:spMk id="3" creationId="{EFFA4D36-BA82-BBAA-91D3-1660CEEE19B8}"/>
          </ac:spMkLst>
        </pc:spChg>
        <pc:spChg chg="del">
          <ac:chgData name="Manoj Sundar Ravichandran" userId="S::mravichandran@hof-university.de::453332ee-569c-4cda-ae19-79d852ef561a" providerId="AD" clId="Web-{C701EE2B-5418-5D32-10A2-450755928294}" dt="2025-01-03T11:22:22.764" v="1533"/>
          <ac:spMkLst>
            <pc:docMk/>
            <pc:sldMk cId="772050256" sldId="345"/>
            <ac:spMk id="4" creationId="{548C616B-8EC7-E29F-1B21-59F16036C9BD}"/>
          </ac:spMkLst>
        </pc:spChg>
        <pc:spChg chg="add del">
          <ac:chgData name="Manoj Sundar Ravichandran" userId="S::mravichandran@hof-university.de::453332ee-569c-4cda-ae19-79d852ef561a" providerId="AD" clId="Web-{C701EE2B-5418-5D32-10A2-450755928294}" dt="2025-01-03T11:23:31.894" v="1550"/>
          <ac:spMkLst>
            <pc:docMk/>
            <pc:sldMk cId="772050256" sldId="345"/>
            <ac:spMk id="5" creationId="{264567D0-169B-F715-133B-258AB9A25FB7}"/>
          </ac:spMkLst>
        </pc:spChg>
        <pc:spChg chg="add del">
          <ac:chgData name="Manoj Sundar Ravichandran" userId="S::mravichandran@hof-university.de::453332ee-569c-4cda-ae19-79d852ef561a" providerId="AD" clId="Web-{C701EE2B-5418-5D32-10A2-450755928294}" dt="2025-01-03T11:23:31.894" v="1550"/>
          <ac:spMkLst>
            <pc:docMk/>
            <pc:sldMk cId="772050256" sldId="345"/>
            <ac:spMk id="6" creationId="{CFAC23C1-A514-5F43-5984-3833FB836269}"/>
          </ac:spMkLst>
        </pc:spChg>
        <pc:spChg chg="add del">
          <ac:chgData name="Manoj Sundar Ravichandran" userId="S::mravichandran@hof-university.de::453332ee-569c-4cda-ae19-79d852ef561a" providerId="AD" clId="Web-{C701EE2B-5418-5D32-10A2-450755928294}" dt="2025-01-03T11:23:31.894" v="1550"/>
          <ac:spMkLst>
            <pc:docMk/>
            <pc:sldMk cId="772050256" sldId="345"/>
            <ac:spMk id="7" creationId="{11C6E2E7-7FD0-4ABA-EA17-E19DA52CF4A2}"/>
          </ac:spMkLst>
        </pc:spChg>
        <pc:spChg chg="add del">
          <ac:chgData name="Manoj Sundar Ravichandran" userId="S::mravichandran@hof-university.de::453332ee-569c-4cda-ae19-79d852ef561a" providerId="AD" clId="Web-{C701EE2B-5418-5D32-10A2-450755928294}" dt="2025-01-03T11:23:31.894" v="1550"/>
          <ac:spMkLst>
            <pc:docMk/>
            <pc:sldMk cId="772050256" sldId="345"/>
            <ac:spMk id="8" creationId="{CFAB72B8-7685-96A4-DD96-1ABDC3EA5C84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11:23:31.878" v="1549"/>
          <ac:spMkLst>
            <pc:docMk/>
            <pc:sldMk cId="772050256" sldId="345"/>
            <ac:spMk id="11" creationId="{DEF04E1D-897E-BD98-D26D-FF024A49C20A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11:23:31.878" v="1549"/>
          <ac:spMkLst>
            <pc:docMk/>
            <pc:sldMk cId="772050256" sldId="345"/>
            <ac:spMk id="12" creationId="{9AF4A068-0D4D-9253-E5A5-42FC5367849F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11:23:31.878" v="1549"/>
          <ac:spMkLst>
            <pc:docMk/>
            <pc:sldMk cId="772050256" sldId="345"/>
            <ac:spMk id="13" creationId="{5EF156E4-7CF8-7DF0-FD22-0250B1239D48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11:23:20.674" v="1546"/>
          <ac:spMkLst>
            <pc:docMk/>
            <pc:sldMk cId="772050256" sldId="345"/>
            <ac:spMk id="14" creationId="{0F94C952-82F2-C3CD-B34F-D4DD1F9E3BEE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11:23:20.674" v="1546"/>
          <ac:spMkLst>
            <pc:docMk/>
            <pc:sldMk cId="772050256" sldId="345"/>
            <ac:spMk id="16" creationId="{D2703CA8-BE75-7920-2884-8810B0D65E0D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11:23:20.674" v="1546"/>
          <ac:spMkLst>
            <pc:docMk/>
            <pc:sldMk cId="772050256" sldId="345"/>
            <ac:spMk id="18" creationId="{B159CF0A-13AC-595F-4502-4C890EB062C6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11:23:20.674" v="1546"/>
          <ac:spMkLst>
            <pc:docMk/>
            <pc:sldMk cId="772050256" sldId="345"/>
            <ac:spMk id="20" creationId="{0F24F77A-EDC9-BFB0-C585-9F9BF361CF5C}"/>
          </ac:spMkLst>
        </pc:spChg>
        <pc:graphicFrameChg chg="add del mod ord modGraphic">
          <ac:chgData name="Manoj Sundar Ravichandran" userId="S::mravichandran@hof-university.de::453332ee-569c-4cda-ae19-79d852ef561a" providerId="AD" clId="Web-{C701EE2B-5418-5D32-10A2-450755928294}" dt="2025-01-03T11:23:17.408" v="1544"/>
          <ac:graphicFrameMkLst>
            <pc:docMk/>
            <pc:sldMk cId="772050256" sldId="345"/>
            <ac:graphicFrameMk id="10" creationId="{67C619A2-494F-7B00-F6C8-253500A8BD48}"/>
          </ac:graphicFrameMkLst>
        </pc:graphicFrameChg>
        <pc:picChg chg="add mod ord">
          <ac:chgData name="Manoj Sundar Ravichandran" userId="S::mravichandran@hof-university.de::453332ee-569c-4cda-ae19-79d852ef561a" providerId="AD" clId="Web-{C701EE2B-5418-5D32-10A2-450755928294}" dt="2025-01-03T11:23:31.894" v="1550"/>
          <ac:picMkLst>
            <pc:docMk/>
            <pc:sldMk cId="772050256" sldId="345"/>
            <ac:picMk id="9" creationId="{5A59382A-0931-CAFE-55DC-45C9065BEC07}"/>
          </ac:picMkLst>
        </pc:picChg>
      </pc:sldChg>
      <pc:sldChg chg="addSp delSp modSp add mod ord replId modClrScheme chgLayout">
        <pc:chgData name="Manoj Sundar Ravichandran" userId="S::mravichandran@hof-university.de::453332ee-569c-4cda-ae19-79d852ef561a" providerId="AD" clId="Web-{C701EE2B-5418-5D32-10A2-450755928294}" dt="2025-01-03T12:35:09.809" v="1895"/>
        <pc:sldMkLst>
          <pc:docMk/>
          <pc:sldMk cId="4122636640" sldId="346"/>
        </pc:sldMkLst>
        <pc:spChg chg="mod modVis">
          <ac:chgData name="Manoj Sundar Ravichandran" userId="S::mravichandran@hof-university.de::453332ee-569c-4cda-ae19-79d852ef561a" providerId="AD" clId="Web-{C701EE2B-5418-5D32-10A2-450755928294}" dt="2025-01-03T12:35:09.809" v="1895"/>
          <ac:spMkLst>
            <pc:docMk/>
            <pc:sldMk cId="4122636640" sldId="346"/>
            <ac:spMk id="3" creationId="{B336BCB9-D060-1B7A-6D78-5E9C82CB8E39}"/>
          </ac:spMkLst>
        </pc:spChg>
        <pc:spChg chg="del mod">
          <ac:chgData name="Manoj Sundar Ravichandran" userId="S::mravichandran@hof-university.de::453332ee-569c-4cda-ae19-79d852ef561a" providerId="AD" clId="Web-{C701EE2B-5418-5D32-10A2-450755928294}" dt="2025-01-03T12:33:56.742" v="1891"/>
          <ac:spMkLst>
            <pc:docMk/>
            <pc:sldMk cId="4122636640" sldId="346"/>
            <ac:spMk id="6" creationId="{ADA24E88-B3B5-3A82-A85D-A14F8E445103}"/>
          </ac:spMkLst>
        </pc:spChg>
        <pc:spChg chg="del">
          <ac:chgData name="Manoj Sundar Ravichandran" userId="S::mravichandran@hof-university.de::453332ee-569c-4cda-ae19-79d852ef561a" providerId="AD" clId="Web-{C701EE2B-5418-5D32-10A2-450755928294}" dt="2025-01-03T12:35:09.809" v="1895"/>
          <ac:spMkLst>
            <pc:docMk/>
            <pc:sldMk cId="4122636640" sldId="346"/>
            <ac:spMk id="23" creationId="{4C2D0E13-1DF7-2D73-A7EF-19A37016360A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12:35:04.027" v="1893"/>
          <ac:spMkLst>
            <pc:docMk/>
            <pc:sldMk cId="4122636640" sldId="346"/>
            <ac:spMk id="25" creationId="{A57DB74C-146B-D9E4-6C86-A2800182A4A7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12:34:02.851" v="1892"/>
          <ac:spMkLst>
            <pc:docMk/>
            <pc:sldMk cId="4122636640" sldId="346"/>
            <ac:spMk id="27" creationId="{EAC89DCC-623C-C789-78DB-39D6168FA0DD}"/>
          </ac:spMkLst>
        </pc:spChg>
        <pc:spChg chg="mod">
          <ac:chgData name="Manoj Sundar Ravichandran" userId="S::mravichandran@hof-university.de::453332ee-569c-4cda-ae19-79d852ef561a" providerId="AD" clId="Web-{C701EE2B-5418-5D32-10A2-450755928294}" dt="2025-01-03T12:35:09.809" v="1895"/>
          <ac:spMkLst>
            <pc:docMk/>
            <pc:sldMk cId="4122636640" sldId="346"/>
            <ac:spMk id="28" creationId="{67F1616B-1EDE-F233-BA2C-BD45ABE6338B}"/>
          </ac:spMkLst>
        </pc:spChg>
        <pc:graphicFrameChg chg="del">
          <ac:chgData name="Manoj Sundar Ravichandran" userId="S::mravichandran@hof-university.de::453332ee-569c-4cda-ae19-79d852ef561a" providerId="AD" clId="Web-{C701EE2B-5418-5D32-10A2-450755928294}" dt="2025-01-03T11:30:19.282" v="1582"/>
          <ac:graphicFrameMkLst>
            <pc:docMk/>
            <pc:sldMk cId="4122636640" sldId="346"/>
            <ac:graphicFrameMk id="19" creationId="{19075398-F1B6-4E5D-2EF9-2B61718ABCA2}"/>
          </ac:graphicFrameMkLst>
        </pc:graphicFrameChg>
        <pc:picChg chg="add mod ord">
          <ac:chgData name="Manoj Sundar Ravichandran" userId="S::mravichandran@hof-university.de::453332ee-569c-4cda-ae19-79d852ef561a" providerId="AD" clId="Web-{C701EE2B-5418-5D32-10A2-450755928294}" dt="2025-01-03T12:35:09.809" v="1895"/>
          <ac:picMkLst>
            <pc:docMk/>
            <pc:sldMk cId="4122636640" sldId="346"/>
            <ac:picMk id="29" creationId="{D03FAF0A-657A-5704-DE41-81E84527ED2D}"/>
          </ac:picMkLst>
        </pc:picChg>
      </pc:sldChg>
      <pc:sldChg chg="addSp delSp modSp add replId">
        <pc:chgData name="Manoj Sundar Ravichandran" userId="S::mravichandran@hof-university.de::453332ee-569c-4cda-ae19-79d852ef561a" providerId="AD" clId="Web-{C701EE2B-5418-5D32-10A2-450755928294}" dt="2025-01-03T11:47:11.181" v="1613" actId="14100"/>
        <pc:sldMkLst>
          <pc:docMk/>
          <pc:sldMk cId="3675750101" sldId="347"/>
        </pc:sldMkLst>
        <pc:picChg chg="add del mod">
          <ac:chgData name="Manoj Sundar Ravichandran" userId="S::mravichandran@hof-university.de::453332ee-569c-4cda-ae19-79d852ef561a" providerId="AD" clId="Web-{C701EE2B-5418-5D32-10A2-450755928294}" dt="2025-01-03T11:46:57.055" v="1610" actId="14100"/>
          <ac:picMkLst>
            <pc:docMk/>
            <pc:sldMk cId="3675750101" sldId="347"/>
            <ac:picMk id="4" creationId="{28A86DB3-0A65-C9A8-3DFC-04EF832CC918}"/>
          </ac:picMkLst>
        </pc:picChg>
        <pc:picChg chg="add mod">
          <ac:chgData name="Manoj Sundar Ravichandran" userId="S::mravichandran@hof-university.de::453332ee-569c-4cda-ae19-79d852ef561a" providerId="AD" clId="Web-{C701EE2B-5418-5D32-10A2-450755928294}" dt="2025-01-03T11:46:59.243" v="1611" actId="1076"/>
          <ac:picMkLst>
            <pc:docMk/>
            <pc:sldMk cId="3675750101" sldId="347"/>
            <ac:picMk id="5" creationId="{7B917F22-1323-CC01-9F96-1EA8C4818ED7}"/>
          </ac:picMkLst>
        </pc:picChg>
        <pc:picChg chg="mod">
          <ac:chgData name="Manoj Sundar Ravichandran" userId="S::mravichandran@hof-university.de::453332ee-569c-4cda-ae19-79d852ef561a" providerId="AD" clId="Web-{C701EE2B-5418-5D32-10A2-450755928294}" dt="2025-01-03T11:47:11.181" v="1613" actId="14100"/>
          <ac:picMkLst>
            <pc:docMk/>
            <pc:sldMk cId="3675750101" sldId="347"/>
            <ac:picMk id="9" creationId="{5A59382A-0931-CAFE-55DC-45C9065BEC07}"/>
          </ac:picMkLst>
        </pc:picChg>
      </pc:sldChg>
      <pc:sldChg chg="addSp delSp modSp add mod ord replId modClrScheme chgLayout">
        <pc:chgData name="Manoj Sundar Ravichandran" userId="S::mravichandran@hof-university.de::453332ee-569c-4cda-ae19-79d852ef561a" providerId="AD" clId="Web-{C701EE2B-5418-5D32-10A2-450755928294}" dt="2025-01-03T12:32:39.157" v="1890"/>
        <pc:sldMkLst>
          <pc:docMk/>
          <pc:sldMk cId="1123249597" sldId="348"/>
        </pc:sldMkLst>
        <pc:spChg chg="mod">
          <ac:chgData name="Manoj Sundar Ravichandran" userId="S::mravichandran@hof-university.de::453332ee-569c-4cda-ae19-79d852ef561a" providerId="AD" clId="Web-{C701EE2B-5418-5D32-10A2-450755928294}" dt="2025-01-03T12:31:08.588" v="1880"/>
          <ac:spMkLst>
            <pc:docMk/>
            <pc:sldMk cId="1123249597" sldId="348"/>
            <ac:spMk id="3" creationId="{B336BCB9-D060-1B7A-6D78-5E9C82CB8E39}"/>
          </ac:spMkLst>
        </pc:spChg>
        <pc:spChg chg="mod ord">
          <ac:chgData name="Manoj Sundar Ravichandran" userId="S::mravichandran@hof-university.de::453332ee-569c-4cda-ae19-79d852ef561a" providerId="AD" clId="Web-{C701EE2B-5418-5D32-10A2-450755928294}" dt="2025-01-03T12:31:37.544" v="1885" actId="14100"/>
          <ac:spMkLst>
            <pc:docMk/>
            <pc:sldMk cId="1123249597" sldId="348"/>
            <ac:spMk id="6" creationId="{ADA24E88-B3B5-3A82-A85D-A14F8E445103}"/>
          </ac:spMkLst>
        </pc:spChg>
        <pc:spChg chg="mod ord">
          <ac:chgData name="Manoj Sundar Ravichandran" userId="S::mravichandran@hof-university.de::453332ee-569c-4cda-ae19-79d852ef561a" providerId="AD" clId="Web-{C701EE2B-5418-5D32-10A2-450755928294}" dt="2025-01-03T12:31:08.588" v="1880"/>
          <ac:spMkLst>
            <pc:docMk/>
            <pc:sldMk cId="1123249597" sldId="348"/>
            <ac:spMk id="28" creationId="{67F1616B-1EDE-F233-BA2C-BD45ABE6338B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12:30:43.493" v="1875"/>
          <ac:spMkLst>
            <pc:docMk/>
            <pc:sldMk cId="1123249597" sldId="348"/>
            <ac:spMk id="33" creationId="{837FA73A-722D-E5B1-38E4-02AF3B02A7C8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12:30:43.493" v="1875"/>
          <ac:spMkLst>
            <pc:docMk/>
            <pc:sldMk cId="1123249597" sldId="348"/>
            <ac:spMk id="35" creationId="{298B894C-42CB-F1A7-201C-06DCB036A691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12:30:43.493" v="1875"/>
          <ac:spMkLst>
            <pc:docMk/>
            <pc:sldMk cId="1123249597" sldId="348"/>
            <ac:spMk id="37" creationId="{CF798C0E-FDCA-2D18-EF6B-BE4F9CBA8AB7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12:30:43.493" v="1875"/>
          <ac:spMkLst>
            <pc:docMk/>
            <pc:sldMk cId="1123249597" sldId="348"/>
            <ac:spMk id="39" creationId="{0F3F140A-2007-D68F-3B13-225D52BD44AF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12:30:59.182" v="1877"/>
          <ac:spMkLst>
            <pc:docMk/>
            <pc:sldMk cId="1123249597" sldId="348"/>
            <ac:spMk id="41" creationId="{9B1020B2-5BF4-7445-EF1E-CB9431E1C550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12:30:59.182" v="1877"/>
          <ac:spMkLst>
            <pc:docMk/>
            <pc:sldMk cId="1123249597" sldId="348"/>
            <ac:spMk id="42" creationId="{9490CAE7-EFA4-C68B-8EF5-94F7FF73544C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12:30:59.182" v="1877"/>
          <ac:spMkLst>
            <pc:docMk/>
            <pc:sldMk cId="1123249597" sldId="348"/>
            <ac:spMk id="43" creationId="{9A49A361-0557-0FDB-716E-B70A7E509EC3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12:31:08.510" v="1879"/>
          <ac:spMkLst>
            <pc:docMk/>
            <pc:sldMk cId="1123249597" sldId="348"/>
            <ac:spMk id="45" creationId="{837FA73A-722D-E5B1-38E4-02AF3B02A7C8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12:31:08.510" v="1879"/>
          <ac:spMkLst>
            <pc:docMk/>
            <pc:sldMk cId="1123249597" sldId="348"/>
            <ac:spMk id="46" creationId="{298B894C-42CB-F1A7-201C-06DCB036A691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12:31:08.510" v="1879"/>
          <ac:spMkLst>
            <pc:docMk/>
            <pc:sldMk cId="1123249597" sldId="348"/>
            <ac:spMk id="47" creationId="{CF798C0E-FDCA-2D18-EF6B-BE4F9CBA8AB7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12:31:08.510" v="1879"/>
          <ac:spMkLst>
            <pc:docMk/>
            <pc:sldMk cId="1123249597" sldId="348"/>
            <ac:spMk id="48" creationId="{0F3F140A-2007-D68F-3B13-225D52BD44AF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12:31:23.949" v="1883"/>
          <ac:spMkLst>
            <pc:docMk/>
            <pc:sldMk cId="1123249597" sldId="348"/>
            <ac:spMk id="50" creationId="{9B1020B2-5BF4-7445-EF1E-CB9431E1C550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12:31:23.949" v="1883"/>
          <ac:spMkLst>
            <pc:docMk/>
            <pc:sldMk cId="1123249597" sldId="348"/>
            <ac:spMk id="51" creationId="{9490CAE7-EFA4-C68B-8EF5-94F7FF73544C}"/>
          </ac:spMkLst>
        </pc:spChg>
        <pc:spChg chg="add del mod">
          <ac:chgData name="Manoj Sundar Ravichandran" userId="S::mravichandran@hof-university.de::453332ee-569c-4cda-ae19-79d852ef561a" providerId="AD" clId="Web-{C701EE2B-5418-5D32-10A2-450755928294}" dt="2025-01-03T12:31:23.949" v="1883"/>
          <ac:spMkLst>
            <pc:docMk/>
            <pc:sldMk cId="1123249597" sldId="348"/>
            <ac:spMk id="52" creationId="{9A49A361-0557-0FDB-716E-B70A7E509EC3}"/>
          </ac:spMkLst>
        </pc:spChg>
        <pc:spChg chg="add del">
          <ac:chgData name="Manoj Sundar Ravichandran" userId="S::mravichandran@hof-university.de::453332ee-569c-4cda-ae19-79d852ef561a" providerId="AD" clId="Web-{C701EE2B-5418-5D32-10A2-450755928294}" dt="2025-01-03T12:32:31.172" v="1889"/>
          <ac:spMkLst>
            <pc:docMk/>
            <pc:sldMk cId="1123249597" sldId="348"/>
            <ac:spMk id="57" creationId="{9C5A1C2C-B80F-9429-98E9-0E8A9C9DF150}"/>
          </ac:spMkLst>
        </pc:spChg>
        <pc:spChg chg="add">
          <ac:chgData name="Manoj Sundar Ravichandran" userId="S::mravichandran@hof-university.de::453332ee-569c-4cda-ae19-79d852ef561a" providerId="AD" clId="Web-{C701EE2B-5418-5D32-10A2-450755928294}" dt="2025-01-03T12:31:23.949" v="1883"/>
          <ac:spMkLst>
            <pc:docMk/>
            <pc:sldMk cId="1123249597" sldId="348"/>
            <ac:spMk id="59" creationId="{F572527B-E166-EE7D-797A-44720F48DE86}"/>
          </ac:spMkLst>
        </pc:spChg>
        <pc:spChg chg="add del">
          <ac:chgData name="Manoj Sundar Ravichandran" userId="S::mravichandran@hof-university.de::453332ee-569c-4cda-ae19-79d852ef561a" providerId="AD" clId="Web-{C701EE2B-5418-5D32-10A2-450755928294}" dt="2025-01-03T12:32:39.157" v="1890"/>
          <ac:spMkLst>
            <pc:docMk/>
            <pc:sldMk cId="1123249597" sldId="348"/>
            <ac:spMk id="61" creationId="{47F216C4-0EE2-E05D-C862-A23C3DC86B55}"/>
          </ac:spMkLst>
        </pc:spChg>
        <pc:graphicFrameChg chg="mod ord modGraphic">
          <ac:chgData name="Manoj Sundar Ravichandran" userId="S::mravichandran@hof-university.de::453332ee-569c-4cda-ae19-79d852ef561a" providerId="AD" clId="Web-{C701EE2B-5418-5D32-10A2-450755928294}" dt="2025-01-03T12:32:06.796" v="1888" actId="20577"/>
          <ac:graphicFrameMkLst>
            <pc:docMk/>
            <pc:sldMk cId="1123249597" sldId="348"/>
            <ac:graphicFrameMk id="19" creationId="{19075398-F1B6-4E5D-2EF9-2B61718ABCA2}"/>
          </ac:graphicFrameMkLst>
        </pc:graphicFrameChg>
      </pc:sldChg>
    </pc:docChg>
  </pc:docChgLst>
  <pc:docChgLst>
    <pc:chgData name="Manoj Sundar Ravichandran" userId="S::mravichandran@hof-university.de::453332ee-569c-4cda-ae19-79d852ef561a" providerId="AD" clId="Web-{E813BD4E-0231-96AD-0653-A9CF7FC8197D}"/>
    <pc:docChg chg="modSld">
      <pc:chgData name="Manoj Sundar Ravichandran" userId="S::mravichandran@hof-university.de::453332ee-569c-4cda-ae19-79d852ef561a" providerId="AD" clId="Web-{E813BD4E-0231-96AD-0653-A9CF7FC8197D}" dt="2025-01-02T17:43:04.421" v="75" actId="20577"/>
      <pc:docMkLst>
        <pc:docMk/>
      </pc:docMkLst>
      <pc:sldChg chg="addSp delSp modSp mod modClrScheme chgLayout">
        <pc:chgData name="Manoj Sundar Ravichandran" userId="S::mravichandran@hof-university.de::453332ee-569c-4cda-ae19-79d852ef561a" providerId="AD" clId="Web-{E813BD4E-0231-96AD-0653-A9CF7FC8197D}" dt="2025-01-02T17:43:04.421" v="75" actId="20577"/>
        <pc:sldMkLst>
          <pc:docMk/>
          <pc:sldMk cId="1295064107" sldId="333"/>
        </pc:sldMkLst>
        <pc:spChg chg="mod">
          <ac:chgData name="Manoj Sundar Ravichandran" userId="S::mravichandran@hof-university.de::453332ee-569c-4cda-ae19-79d852ef561a" providerId="AD" clId="Web-{E813BD4E-0231-96AD-0653-A9CF7FC8197D}" dt="2025-01-02T12:55:35.816" v="7"/>
          <ac:spMkLst>
            <pc:docMk/>
            <pc:sldMk cId="1295064107" sldId="333"/>
            <ac:spMk id="2" creationId="{8F23E6CF-F7F0-5B42-C357-350A3EB865FB}"/>
          </ac:spMkLst>
        </pc:spChg>
        <pc:spChg chg="mod">
          <ac:chgData name="Manoj Sundar Ravichandran" userId="S::mravichandran@hof-university.de::453332ee-569c-4cda-ae19-79d852ef561a" providerId="AD" clId="Web-{E813BD4E-0231-96AD-0653-A9CF7FC8197D}" dt="2025-01-02T12:55:35.816" v="7"/>
          <ac:spMkLst>
            <pc:docMk/>
            <pc:sldMk cId="1295064107" sldId="333"/>
            <ac:spMk id="3" creationId="{66207F09-D914-58F9-98E5-87C39209E139}"/>
          </ac:spMkLst>
        </pc:spChg>
        <pc:spChg chg="add del">
          <ac:chgData name="Manoj Sundar Ravichandran" userId="S::mravichandran@hof-university.de::453332ee-569c-4cda-ae19-79d852ef561a" providerId="AD" clId="Web-{E813BD4E-0231-96AD-0653-A9CF7FC8197D}" dt="2025-01-02T12:55:35.816" v="7"/>
          <ac:spMkLst>
            <pc:docMk/>
            <pc:sldMk cId="1295064107" sldId="333"/>
            <ac:spMk id="4" creationId="{7ED828E1-1C4B-40D1-33E4-DA157A342A21}"/>
          </ac:spMkLst>
        </pc:spChg>
        <pc:spChg chg="add del">
          <ac:chgData name="Manoj Sundar Ravichandran" userId="S::mravichandran@hof-university.de::453332ee-569c-4cda-ae19-79d852ef561a" providerId="AD" clId="Web-{E813BD4E-0231-96AD-0653-A9CF7FC8197D}" dt="2025-01-02T12:55:35.816" v="7"/>
          <ac:spMkLst>
            <pc:docMk/>
            <pc:sldMk cId="1295064107" sldId="333"/>
            <ac:spMk id="5" creationId="{EF4CA6F6-1F8D-7B89-0B65-8A5DB33F9214}"/>
          </ac:spMkLst>
        </pc:spChg>
        <pc:spChg chg="add del">
          <ac:chgData name="Manoj Sundar Ravichandran" userId="S::mravichandran@hof-university.de::453332ee-569c-4cda-ae19-79d852ef561a" providerId="AD" clId="Web-{E813BD4E-0231-96AD-0653-A9CF7FC8197D}" dt="2025-01-02T12:55:35.816" v="7"/>
          <ac:spMkLst>
            <pc:docMk/>
            <pc:sldMk cId="1295064107" sldId="333"/>
            <ac:spMk id="7" creationId="{B5B1A3CC-A66A-08E8-43FD-1894D3AFFF8D}"/>
          </ac:spMkLst>
        </pc:spChg>
        <pc:spChg chg="del">
          <ac:chgData name="Manoj Sundar Ravichandran" userId="S::mravichandran@hof-university.de::453332ee-569c-4cda-ae19-79d852ef561a" providerId="AD" clId="Web-{E813BD4E-0231-96AD-0653-A9CF7FC8197D}" dt="2025-01-02T12:54:31.689" v="3"/>
          <ac:spMkLst>
            <pc:docMk/>
            <pc:sldMk cId="1295064107" sldId="333"/>
            <ac:spMk id="8" creationId="{C433780B-72B7-A129-7BE5-ADAC8F7AB9B0}"/>
          </ac:spMkLst>
        </pc:spChg>
        <pc:spChg chg="add del">
          <ac:chgData name="Manoj Sundar Ravichandran" userId="S::mravichandran@hof-university.de::453332ee-569c-4cda-ae19-79d852ef561a" providerId="AD" clId="Web-{E813BD4E-0231-96AD-0653-A9CF7FC8197D}" dt="2025-01-02T12:55:35.816" v="7"/>
          <ac:spMkLst>
            <pc:docMk/>
            <pc:sldMk cId="1295064107" sldId="333"/>
            <ac:spMk id="10" creationId="{6BA672F7-EFA5-A4E9-BA08-0FD25D097CA8}"/>
          </ac:spMkLst>
        </pc:spChg>
        <pc:spChg chg="add del">
          <ac:chgData name="Manoj Sundar Ravichandran" userId="S::mravichandran@hof-university.de::453332ee-569c-4cda-ae19-79d852ef561a" providerId="AD" clId="Web-{E813BD4E-0231-96AD-0653-A9CF7FC8197D}" dt="2025-01-02T12:55:35.816" v="7"/>
          <ac:spMkLst>
            <pc:docMk/>
            <pc:sldMk cId="1295064107" sldId="333"/>
            <ac:spMk id="11" creationId="{172DD7E5-2C1B-3F76-F279-CFE68FE774CE}"/>
          </ac:spMkLst>
        </pc:spChg>
        <pc:spChg chg="add mod">
          <ac:chgData name="Manoj Sundar Ravichandran" userId="S::mravichandran@hof-university.de::453332ee-569c-4cda-ae19-79d852ef561a" providerId="AD" clId="Web-{E813BD4E-0231-96AD-0653-A9CF7FC8197D}" dt="2025-01-02T12:55:35.816" v="7"/>
          <ac:spMkLst>
            <pc:docMk/>
            <pc:sldMk cId="1295064107" sldId="333"/>
            <ac:spMk id="15" creationId="{E05685FE-17B2-76A2-C583-9A13573B675B}"/>
          </ac:spMkLst>
        </pc:spChg>
        <pc:spChg chg="add mod">
          <ac:chgData name="Manoj Sundar Ravichandran" userId="S::mravichandran@hof-university.de::453332ee-569c-4cda-ae19-79d852ef561a" providerId="AD" clId="Web-{E813BD4E-0231-96AD-0653-A9CF7FC8197D}" dt="2025-01-02T12:55:35.816" v="7"/>
          <ac:spMkLst>
            <pc:docMk/>
            <pc:sldMk cId="1295064107" sldId="333"/>
            <ac:spMk id="16" creationId="{D7182332-425E-4426-9E6E-CB75EDBF331D}"/>
          </ac:spMkLst>
        </pc:spChg>
        <pc:spChg chg="mod">
          <ac:chgData name="Manoj Sundar Ravichandran" userId="S::mravichandran@hof-university.de::453332ee-569c-4cda-ae19-79d852ef561a" providerId="AD" clId="Web-{E813BD4E-0231-96AD-0653-A9CF7FC8197D}" dt="2025-01-02T12:56:00.442" v="17" actId="14100"/>
          <ac:spMkLst>
            <pc:docMk/>
            <pc:sldMk cId="1295064107" sldId="333"/>
            <ac:spMk id="18" creationId="{4A895D5F-E857-1EE4-CBA1-9BE51A01E5F5}"/>
          </ac:spMkLst>
        </pc:spChg>
        <pc:spChg chg="add del mod">
          <ac:chgData name="Manoj Sundar Ravichandran" userId="S::mravichandran@hof-university.de::453332ee-569c-4cda-ae19-79d852ef561a" providerId="AD" clId="Web-{E813BD4E-0231-96AD-0653-A9CF7FC8197D}" dt="2025-01-02T12:54:53.971" v="5"/>
          <ac:spMkLst>
            <pc:docMk/>
            <pc:sldMk cId="1295064107" sldId="333"/>
            <ac:spMk id="19" creationId="{5CBEBA97-3BE2-BFF6-4F26-D6384C9E26D7}"/>
          </ac:spMkLst>
        </pc:spChg>
        <pc:spChg chg="add mod">
          <ac:chgData name="Manoj Sundar Ravichandran" userId="S::mravichandran@hof-university.de::453332ee-569c-4cda-ae19-79d852ef561a" providerId="AD" clId="Web-{E813BD4E-0231-96AD-0653-A9CF7FC8197D}" dt="2025-01-02T17:43:04.421" v="75" actId="20577"/>
          <ac:spMkLst>
            <pc:docMk/>
            <pc:sldMk cId="1295064107" sldId="333"/>
            <ac:spMk id="20" creationId="{E9D1A59B-BBBB-D036-AF76-CD087CEDC06A}"/>
          </ac:spMkLst>
        </pc:spChg>
        <pc:spChg chg="add del mod">
          <ac:chgData name="Manoj Sundar Ravichandran" userId="S::mravichandran@hof-university.de::453332ee-569c-4cda-ae19-79d852ef561a" providerId="AD" clId="Web-{E813BD4E-0231-96AD-0653-A9CF7FC8197D}" dt="2025-01-02T12:54:53.971" v="5"/>
          <ac:spMkLst>
            <pc:docMk/>
            <pc:sldMk cId="1295064107" sldId="333"/>
            <ac:spMk id="21" creationId="{FFD4925C-3D01-43EA-9123-ED17D4C20BEE}"/>
          </ac:spMkLst>
        </pc:spChg>
        <pc:spChg chg="del">
          <ac:chgData name="Manoj Sundar Ravichandran" userId="S::mravichandran@hof-university.de::453332ee-569c-4cda-ae19-79d852ef561a" providerId="AD" clId="Web-{E813BD4E-0231-96AD-0653-A9CF7FC8197D}" dt="2025-01-02T12:56:14.943" v="20"/>
          <ac:spMkLst>
            <pc:docMk/>
            <pc:sldMk cId="1295064107" sldId="333"/>
            <ac:spMk id="22" creationId="{E610674F-D665-8EC3-355D-1C82B24C2524}"/>
          </ac:spMkLst>
        </pc:spChg>
        <pc:spChg chg="add del mod">
          <ac:chgData name="Manoj Sundar Ravichandran" userId="S::mravichandran@hof-university.de::453332ee-569c-4cda-ae19-79d852ef561a" providerId="AD" clId="Web-{E813BD4E-0231-96AD-0653-A9CF7FC8197D}" dt="2025-01-02T12:54:53.971" v="5"/>
          <ac:spMkLst>
            <pc:docMk/>
            <pc:sldMk cId="1295064107" sldId="333"/>
            <ac:spMk id="23" creationId="{DCE6F9E6-964F-1524-5CA8-35E574BEE42B}"/>
          </ac:spMkLst>
        </pc:spChg>
        <pc:spChg chg="add del mod">
          <ac:chgData name="Manoj Sundar Ravichandran" userId="S::mravichandran@hof-university.de::453332ee-569c-4cda-ae19-79d852ef561a" providerId="AD" clId="Web-{E813BD4E-0231-96AD-0653-A9CF7FC8197D}" dt="2025-01-02T12:54:53.971" v="5"/>
          <ac:spMkLst>
            <pc:docMk/>
            <pc:sldMk cId="1295064107" sldId="333"/>
            <ac:spMk id="27" creationId="{07454888-8AA2-FE4E-E210-669CE97E54B3}"/>
          </ac:spMkLst>
        </pc:spChg>
        <pc:spChg chg="add del mod">
          <ac:chgData name="Manoj Sundar Ravichandran" userId="S::mravichandran@hof-university.de::453332ee-569c-4cda-ae19-79d852ef561a" providerId="AD" clId="Web-{E813BD4E-0231-96AD-0653-A9CF7FC8197D}" dt="2025-01-02T17:36:01.947" v="72"/>
          <ac:spMkLst>
            <pc:docMk/>
            <pc:sldMk cId="1295064107" sldId="333"/>
            <ac:spMk id="33" creationId="{759070D4-5CC8-F7DD-048D-C46DFBD42CF1}"/>
          </ac:spMkLst>
        </pc:spChg>
        <pc:graphicFrameChg chg="add del mod ord modGraphic">
          <ac:chgData name="Manoj Sundar Ravichandran" userId="S::mravichandran@hof-university.de::453332ee-569c-4cda-ae19-79d852ef561a" providerId="AD" clId="Web-{E813BD4E-0231-96AD-0653-A9CF7FC8197D}" dt="2025-01-02T12:56:15.833" v="21"/>
          <ac:graphicFrameMkLst>
            <pc:docMk/>
            <pc:sldMk cId="1295064107" sldId="333"/>
            <ac:graphicFrameMk id="13" creationId="{CE46A531-99BD-34ED-32D4-ED1780A4C904}"/>
          </ac:graphicFrameMkLst>
        </pc:graphicFrameChg>
        <pc:picChg chg="add mod ord">
          <ac:chgData name="Manoj Sundar Ravichandran" userId="S::mravichandran@hof-university.de::453332ee-569c-4cda-ae19-79d852ef561a" providerId="AD" clId="Web-{E813BD4E-0231-96AD-0653-A9CF7FC8197D}" dt="2025-01-02T12:55:21.894" v="6"/>
          <ac:picMkLst>
            <pc:docMk/>
            <pc:sldMk cId="1295064107" sldId="333"/>
            <ac:picMk id="6" creationId="{8A46D433-FED7-FF12-AAD4-D57BBBE0FF18}"/>
          </ac:picMkLst>
        </pc:picChg>
      </pc:sldChg>
      <pc:sldChg chg="modSp">
        <pc:chgData name="Manoj Sundar Ravichandran" userId="S::mravichandran@hof-university.de::453332ee-569c-4cda-ae19-79d852ef561a" providerId="AD" clId="Web-{E813BD4E-0231-96AD-0653-A9CF7FC8197D}" dt="2025-01-02T13:02:51.020" v="65"/>
        <pc:sldMkLst>
          <pc:docMk/>
          <pc:sldMk cId="3304441295" sldId="334"/>
        </pc:sldMkLst>
        <pc:picChg chg="mod">
          <ac:chgData name="Manoj Sundar Ravichandran" userId="S::mravichandran@hof-university.de::453332ee-569c-4cda-ae19-79d852ef561a" providerId="AD" clId="Web-{E813BD4E-0231-96AD-0653-A9CF7FC8197D}" dt="2025-01-02T13:02:51.020" v="65"/>
          <ac:picMkLst>
            <pc:docMk/>
            <pc:sldMk cId="3304441295" sldId="334"/>
            <ac:picMk id="5" creationId="{B1A93310-92F0-F0A0-4962-934EA1F76033}"/>
          </ac:picMkLst>
        </pc:picChg>
        <pc:picChg chg="mod">
          <ac:chgData name="Manoj Sundar Ravichandran" userId="S::mravichandran@hof-university.de::453332ee-569c-4cda-ae19-79d852ef561a" providerId="AD" clId="Web-{E813BD4E-0231-96AD-0653-A9CF7FC8197D}" dt="2025-01-02T12:52:31.122" v="2" actId="1076"/>
          <ac:picMkLst>
            <pc:docMk/>
            <pc:sldMk cId="3304441295" sldId="334"/>
            <ac:picMk id="16" creationId="{7E1D212D-2240-A25B-32C0-60BAA7A09F42}"/>
          </ac:picMkLst>
        </pc:picChg>
      </pc:sldChg>
    </pc:docChg>
  </pc:docChgLst>
  <pc:docChgLst>
    <pc:chgData name="Manoj Sundar Ravichandran" userId="S::mravichandran@hof-university.de::453332ee-569c-4cda-ae19-79d852ef561a" providerId="AD" clId="Web-{160CA977-4223-0750-48DC-81D5EB2206B6}"/>
    <pc:docChg chg="addSld delSld modSld">
      <pc:chgData name="Manoj Sundar Ravichandran" userId="S::mravichandran@hof-university.de::453332ee-569c-4cda-ae19-79d852ef561a" providerId="AD" clId="Web-{160CA977-4223-0750-48DC-81D5EB2206B6}" dt="2024-05-26T12:58:21.445" v="984" actId="14100"/>
      <pc:docMkLst>
        <pc:docMk/>
      </pc:docMkLst>
      <pc:sldChg chg="modSp del">
        <pc:chgData name="Manoj Sundar Ravichandran" userId="S::mravichandran@hof-university.de::453332ee-569c-4cda-ae19-79d852ef561a" providerId="AD" clId="Web-{160CA977-4223-0750-48DC-81D5EB2206B6}" dt="2024-05-25T13:14:10.926" v="557"/>
        <pc:sldMkLst>
          <pc:docMk/>
          <pc:sldMk cId="570757576" sldId="282"/>
        </pc:sldMkLst>
        <pc:spChg chg="mod">
          <ac:chgData name="Manoj Sundar Ravichandran" userId="S::mravichandran@hof-university.de::453332ee-569c-4cda-ae19-79d852ef561a" providerId="AD" clId="Web-{160CA977-4223-0750-48DC-81D5EB2206B6}" dt="2024-05-25T13:14:06.378" v="556" actId="14100"/>
          <ac:spMkLst>
            <pc:docMk/>
            <pc:sldMk cId="570757576" sldId="282"/>
            <ac:spMk id="11" creationId="{781C6EBE-C8A0-8088-6298-B6E160D7B59A}"/>
          </ac:spMkLst>
        </pc:spChg>
      </pc:sldChg>
      <pc:sldChg chg="modSp">
        <pc:chgData name="Manoj Sundar Ravichandran" userId="S::mravichandran@hof-university.de::453332ee-569c-4cda-ae19-79d852ef561a" providerId="AD" clId="Web-{160CA977-4223-0750-48DC-81D5EB2206B6}" dt="2024-05-26T12:58:21.445" v="984" actId="14100"/>
        <pc:sldMkLst>
          <pc:docMk/>
          <pc:sldMk cId="2353119598" sldId="287"/>
        </pc:sldMkLst>
        <pc:spChg chg="mod">
          <ac:chgData name="Manoj Sundar Ravichandran" userId="S::mravichandran@hof-university.de::453332ee-569c-4cda-ae19-79d852ef561a" providerId="AD" clId="Web-{160CA977-4223-0750-48DC-81D5EB2206B6}" dt="2024-05-26T12:58:21.445" v="984" actId="14100"/>
          <ac:spMkLst>
            <pc:docMk/>
            <pc:sldMk cId="2353119598" sldId="287"/>
            <ac:spMk id="11" creationId="{9298AA33-FEFB-77B1-46A5-09E468D6F3E3}"/>
          </ac:spMkLst>
        </pc:spChg>
      </pc:sldChg>
      <pc:sldChg chg="modSp del">
        <pc:chgData name="Manoj Sundar Ravichandran" userId="S::mravichandran@hof-university.de::453332ee-569c-4cda-ae19-79d852ef561a" providerId="AD" clId="Web-{160CA977-4223-0750-48DC-81D5EB2206B6}" dt="2024-05-25T13:02:22.633" v="412"/>
        <pc:sldMkLst>
          <pc:docMk/>
          <pc:sldMk cId="399147548" sldId="288"/>
        </pc:sldMkLst>
        <pc:spChg chg="mod">
          <ac:chgData name="Manoj Sundar Ravichandran" userId="S::mravichandran@hof-university.de::453332ee-569c-4cda-ae19-79d852ef561a" providerId="AD" clId="Web-{160CA977-4223-0750-48DC-81D5EB2206B6}" dt="2024-05-25T13:02:19.445" v="411" actId="20577"/>
          <ac:spMkLst>
            <pc:docMk/>
            <pc:sldMk cId="399147548" sldId="288"/>
            <ac:spMk id="4" creationId="{1B7960D7-55F2-B418-68E3-CBB11340177D}"/>
          </ac:spMkLst>
        </pc:spChg>
      </pc:sldChg>
      <pc:sldChg chg="modSp del">
        <pc:chgData name="Manoj Sundar Ravichandran" userId="S::mravichandran@hof-university.de::453332ee-569c-4cda-ae19-79d852ef561a" providerId="AD" clId="Web-{160CA977-4223-0750-48DC-81D5EB2206B6}" dt="2024-05-25T12:12:55.656" v="247"/>
        <pc:sldMkLst>
          <pc:docMk/>
          <pc:sldMk cId="838887318" sldId="293"/>
        </pc:sldMkLst>
        <pc:spChg chg="mod">
          <ac:chgData name="Manoj Sundar Ravichandran" userId="S::mravichandran@hof-university.de::453332ee-569c-4cda-ae19-79d852ef561a" providerId="AD" clId="Web-{160CA977-4223-0750-48DC-81D5EB2206B6}" dt="2024-05-25T12:12:51.234" v="246" actId="20577"/>
          <ac:spMkLst>
            <pc:docMk/>
            <pc:sldMk cId="838887318" sldId="293"/>
            <ac:spMk id="8" creationId="{57A4FE36-383F-EC62-01CE-9B3258EE8F40}"/>
          </ac:spMkLst>
        </pc:spChg>
      </pc:sldChg>
      <pc:sldChg chg="addSp delSp del">
        <pc:chgData name="Manoj Sundar Ravichandran" userId="S::mravichandran@hof-university.de::453332ee-569c-4cda-ae19-79d852ef561a" providerId="AD" clId="Web-{160CA977-4223-0750-48DC-81D5EB2206B6}" dt="2024-05-26T12:48:10.808" v="819"/>
        <pc:sldMkLst>
          <pc:docMk/>
          <pc:sldMk cId="2295153978" sldId="296"/>
        </pc:sldMkLst>
        <pc:spChg chg="del">
          <ac:chgData name="Manoj Sundar Ravichandran" userId="S::mravichandran@hof-university.de::453332ee-569c-4cda-ae19-79d852ef561a" providerId="AD" clId="Web-{160CA977-4223-0750-48DC-81D5EB2206B6}" dt="2024-05-25T14:14:30.648" v="795"/>
          <ac:spMkLst>
            <pc:docMk/>
            <pc:sldMk cId="2295153978" sldId="296"/>
            <ac:spMk id="2" creationId="{5D485D58-5714-E8DF-6D82-DB0A882418E7}"/>
          </ac:spMkLst>
        </pc:spChg>
        <pc:spChg chg="add del">
          <ac:chgData name="Manoj Sundar Ravichandran" userId="S::mravichandran@hof-university.de::453332ee-569c-4cda-ae19-79d852ef561a" providerId="AD" clId="Web-{160CA977-4223-0750-48DC-81D5EB2206B6}" dt="2024-05-26T12:48:06.605" v="818"/>
          <ac:spMkLst>
            <pc:docMk/>
            <pc:sldMk cId="2295153978" sldId="296"/>
            <ac:spMk id="9" creationId="{B088F85B-36AD-5321-1220-A0BFF223340A}"/>
          </ac:spMkLst>
        </pc:spChg>
      </pc:sldChg>
      <pc:sldChg chg="modSp">
        <pc:chgData name="Manoj Sundar Ravichandran" userId="S::mravichandran@hof-university.de::453332ee-569c-4cda-ae19-79d852ef561a" providerId="AD" clId="Web-{160CA977-4223-0750-48DC-81D5EB2206B6}" dt="2024-05-25T13:18:00.084" v="631"/>
        <pc:sldMkLst>
          <pc:docMk/>
          <pc:sldMk cId="758406290" sldId="298"/>
        </pc:sldMkLst>
        <pc:spChg chg="mod">
          <ac:chgData name="Manoj Sundar Ravichandran" userId="S::mravichandran@hof-university.de::453332ee-569c-4cda-ae19-79d852ef561a" providerId="AD" clId="Web-{160CA977-4223-0750-48DC-81D5EB2206B6}" dt="2024-05-25T13:18:00.084" v="631"/>
          <ac:spMkLst>
            <pc:docMk/>
            <pc:sldMk cId="758406290" sldId="298"/>
            <ac:spMk id="21" creationId="{5B4AE3F9-2B06-AE8A-634A-F40BCDD3700B}"/>
          </ac:spMkLst>
        </pc:spChg>
      </pc:sldChg>
      <pc:sldChg chg="modSp">
        <pc:chgData name="Manoj Sundar Ravichandran" userId="S::mravichandran@hof-university.de::453332ee-569c-4cda-ae19-79d852ef561a" providerId="AD" clId="Web-{160CA977-4223-0750-48DC-81D5EB2206B6}" dt="2024-05-25T13:19:51.984" v="638" actId="14100"/>
        <pc:sldMkLst>
          <pc:docMk/>
          <pc:sldMk cId="4010891399" sldId="299"/>
        </pc:sldMkLst>
        <pc:spChg chg="mod">
          <ac:chgData name="Manoj Sundar Ravichandran" userId="S::mravichandran@hof-university.de::453332ee-569c-4cda-ae19-79d852ef561a" providerId="AD" clId="Web-{160CA977-4223-0750-48DC-81D5EB2206B6}" dt="2024-05-25T13:19:51.984" v="638" actId="14100"/>
          <ac:spMkLst>
            <pc:docMk/>
            <pc:sldMk cId="4010891399" sldId="299"/>
            <ac:spMk id="70" creationId="{E7D6452B-87FB-E17F-9024-5271D24EEBFA}"/>
          </ac:spMkLst>
        </pc:spChg>
        <pc:graphicFrameChg chg="mod">
          <ac:chgData name="Manoj Sundar Ravichandran" userId="S::mravichandran@hof-university.de::453332ee-569c-4cda-ae19-79d852ef561a" providerId="AD" clId="Web-{160CA977-4223-0750-48DC-81D5EB2206B6}" dt="2024-05-25T13:19:31.717" v="636" actId="1076"/>
          <ac:graphicFrameMkLst>
            <pc:docMk/>
            <pc:sldMk cId="4010891399" sldId="299"/>
            <ac:graphicFrameMk id="45" creationId="{9C73FD2A-888A-09DB-EAB5-4CABD9053F6C}"/>
          </ac:graphicFrameMkLst>
        </pc:graphicFrameChg>
      </pc:sldChg>
      <pc:sldChg chg="addSp delSp modSp mod modClrScheme chgLayout">
        <pc:chgData name="Manoj Sundar Ravichandran" userId="S::mravichandran@hof-university.de::453332ee-569c-4cda-ae19-79d852ef561a" providerId="AD" clId="Web-{160CA977-4223-0750-48DC-81D5EB2206B6}" dt="2024-05-25T11:55:05.893" v="238"/>
        <pc:sldMkLst>
          <pc:docMk/>
          <pc:sldMk cId="3576929467" sldId="303"/>
        </pc:sldMkLst>
        <pc:spChg chg="mod ord">
          <ac:chgData name="Manoj Sundar Ravichandran" userId="S::mravichandran@hof-university.de::453332ee-569c-4cda-ae19-79d852ef561a" providerId="AD" clId="Web-{160CA977-4223-0750-48DC-81D5EB2206B6}" dt="2024-05-25T11:55:05.862" v="237"/>
          <ac:spMkLst>
            <pc:docMk/>
            <pc:sldMk cId="3576929467" sldId="303"/>
            <ac:spMk id="2" creationId="{84E84EF2-57DB-A7C8-798E-7A801FAC1B9B}"/>
          </ac:spMkLst>
        </pc:spChg>
        <pc:spChg chg="mod ord">
          <ac:chgData name="Manoj Sundar Ravichandran" userId="S::mravichandran@hof-university.de::453332ee-569c-4cda-ae19-79d852ef561a" providerId="AD" clId="Web-{160CA977-4223-0750-48DC-81D5EB2206B6}" dt="2024-05-25T11:55:05.862" v="237"/>
          <ac:spMkLst>
            <pc:docMk/>
            <pc:sldMk cId="3576929467" sldId="303"/>
            <ac:spMk id="3" creationId="{A14853A9-46E2-A198-1A07-4D0C055AE1E0}"/>
          </ac:spMkLst>
        </pc:spChg>
        <pc:spChg chg="add del">
          <ac:chgData name="Manoj Sundar Ravichandran" userId="S::mravichandran@hof-university.de::453332ee-569c-4cda-ae19-79d852ef561a" providerId="AD" clId="Web-{160CA977-4223-0750-48DC-81D5EB2206B6}" dt="2024-05-25T11:52:38.483" v="212"/>
          <ac:spMkLst>
            <pc:docMk/>
            <pc:sldMk cId="3576929467" sldId="303"/>
            <ac:spMk id="4" creationId="{1AA42B11-E283-0DEE-9849-43F7D2E42273}"/>
          </ac:spMkLst>
        </pc:spChg>
        <pc:spChg chg="add del">
          <ac:chgData name="Manoj Sundar Ravichandran" userId="S::mravichandran@hof-university.de::453332ee-569c-4cda-ae19-79d852ef561a" providerId="AD" clId="Web-{160CA977-4223-0750-48DC-81D5EB2206B6}" dt="2024-05-25T11:52:38.483" v="212"/>
          <ac:spMkLst>
            <pc:docMk/>
            <pc:sldMk cId="3576929467" sldId="303"/>
            <ac:spMk id="5" creationId="{CD1B5869-F075-81BD-A4D2-1375FB80D260}"/>
          </ac:spMkLst>
        </pc:spChg>
        <pc:spChg chg="mod">
          <ac:chgData name="Manoj Sundar Ravichandran" userId="S::mravichandran@hof-university.de::453332ee-569c-4cda-ae19-79d852ef561a" providerId="AD" clId="Web-{160CA977-4223-0750-48DC-81D5EB2206B6}" dt="2024-05-25T11:55:05.893" v="238"/>
          <ac:spMkLst>
            <pc:docMk/>
            <pc:sldMk cId="3576929467" sldId="303"/>
            <ac:spMk id="6" creationId="{5B90C5EA-3450-91AE-DFCF-4D294196A600}"/>
          </ac:spMkLst>
        </pc:spChg>
        <pc:spChg chg="del">
          <ac:chgData name="Manoj Sundar Ravichandran" userId="S::mravichandran@hof-university.de::453332ee-569c-4cda-ae19-79d852ef561a" providerId="AD" clId="Web-{160CA977-4223-0750-48DC-81D5EB2206B6}" dt="2024-05-25T11:39:23.687" v="20"/>
          <ac:spMkLst>
            <pc:docMk/>
            <pc:sldMk cId="3576929467" sldId="303"/>
            <ac:spMk id="7" creationId="{22B89871-C1C2-2B77-2AF9-3E6314724CDD}"/>
          </ac:spMkLst>
        </pc:spChg>
        <pc:spChg chg="add del mod ord">
          <ac:chgData name="Manoj Sundar Ravichandran" userId="S::mravichandran@hof-university.de::453332ee-569c-4cda-ae19-79d852ef561a" providerId="AD" clId="Web-{160CA977-4223-0750-48DC-81D5EB2206B6}" dt="2024-05-25T11:55:05.893" v="238"/>
          <ac:spMkLst>
            <pc:docMk/>
            <pc:sldMk cId="3576929467" sldId="303"/>
            <ac:spMk id="8" creationId="{BDD10B23-46F2-0A2B-1944-12854241A9E1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1:52:38.468" v="211"/>
          <ac:spMkLst>
            <pc:docMk/>
            <pc:sldMk cId="3576929467" sldId="303"/>
            <ac:spMk id="13" creationId="{5B35A32A-95D0-9316-92B1-A029E91C15CA}"/>
          </ac:spMkLst>
        </pc:spChg>
        <pc:spChg chg="add del">
          <ac:chgData name="Manoj Sundar Ravichandran" userId="S::mravichandran@hof-university.de::453332ee-569c-4cda-ae19-79d852ef561a" providerId="AD" clId="Web-{160CA977-4223-0750-48DC-81D5EB2206B6}" dt="2024-05-25T11:55:00.612" v="233"/>
          <ac:spMkLst>
            <pc:docMk/>
            <pc:sldMk cId="3576929467" sldId="303"/>
            <ac:spMk id="14" creationId="{6D1D6FEA-A814-D06B-6784-2B611850BF60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1:52:38.468" v="211"/>
          <ac:spMkLst>
            <pc:docMk/>
            <pc:sldMk cId="3576929467" sldId="303"/>
            <ac:spMk id="15" creationId="{FC36EB87-84B8-6A68-83ED-297389CD585B}"/>
          </ac:spMkLst>
        </pc:spChg>
        <pc:spChg chg="add del">
          <ac:chgData name="Manoj Sundar Ravichandran" userId="S::mravichandran@hof-university.de::453332ee-569c-4cda-ae19-79d852ef561a" providerId="AD" clId="Web-{160CA977-4223-0750-48DC-81D5EB2206B6}" dt="2024-05-25T11:55:00.612" v="233"/>
          <ac:spMkLst>
            <pc:docMk/>
            <pc:sldMk cId="3576929467" sldId="303"/>
            <ac:spMk id="16" creationId="{B2BC2A1C-8A1C-E7F5-DC42-0E2569D6E474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1:52:38.468" v="211"/>
          <ac:spMkLst>
            <pc:docMk/>
            <pc:sldMk cId="3576929467" sldId="303"/>
            <ac:spMk id="17" creationId="{D3BE9425-8C81-75DE-9291-EFD84C2EAB55}"/>
          </ac:spMkLst>
        </pc:spChg>
        <pc:spChg chg="add del">
          <ac:chgData name="Manoj Sundar Ravichandran" userId="S::mravichandran@hof-university.de::453332ee-569c-4cda-ae19-79d852ef561a" providerId="AD" clId="Web-{160CA977-4223-0750-48DC-81D5EB2206B6}" dt="2024-05-25T11:55:03.284" v="235"/>
          <ac:spMkLst>
            <pc:docMk/>
            <pc:sldMk cId="3576929467" sldId="303"/>
            <ac:spMk id="18" creationId="{FEE8B02A-5752-3A24-A08E-4F5DF3926162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1:52:38.468" v="211"/>
          <ac:spMkLst>
            <pc:docMk/>
            <pc:sldMk cId="3576929467" sldId="303"/>
            <ac:spMk id="19" creationId="{582861DF-A647-B24C-F546-807DF93AB127}"/>
          </ac:spMkLst>
        </pc:spChg>
        <pc:spChg chg="add del">
          <ac:chgData name="Manoj Sundar Ravichandran" userId="S::mravichandran@hof-university.de::453332ee-569c-4cda-ae19-79d852ef561a" providerId="AD" clId="Web-{160CA977-4223-0750-48DC-81D5EB2206B6}" dt="2024-05-25T11:55:03.284" v="235"/>
          <ac:spMkLst>
            <pc:docMk/>
            <pc:sldMk cId="3576929467" sldId="303"/>
            <ac:spMk id="20" creationId="{CEB3B5DC-005C-4D47-AA10-DD90E7F7CE7B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1:52:55.812" v="215"/>
          <ac:spMkLst>
            <pc:docMk/>
            <pc:sldMk cId="3576929467" sldId="303"/>
            <ac:spMk id="21" creationId="{0CF80526-5897-D475-5DEB-2668D767E32C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1:52:55.812" v="215"/>
          <ac:spMkLst>
            <pc:docMk/>
            <pc:sldMk cId="3576929467" sldId="303"/>
            <ac:spMk id="22" creationId="{11E408FF-D0DA-DC36-0B0B-5ECBBD87A8B8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1:52:55.812" v="215"/>
          <ac:spMkLst>
            <pc:docMk/>
            <pc:sldMk cId="3576929467" sldId="303"/>
            <ac:spMk id="23" creationId="{1CAD1694-85AE-9E72-2A93-C86A2A48FB56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1:55:05.862" v="237"/>
          <ac:spMkLst>
            <pc:docMk/>
            <pc:sldMk cId="3576929467" sldId="303"/>
            <ac:spMk id="26" creationId="{CE9EE8C4-E083-897F-635F-1ECB64E45FCD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1:55:05.862" v="237"/>
          <ac:spMkLst>
            <pc:docMk/>
            <pc:sldMk cId="3576929467" sldId="303"/>
            <ac:spMk id="27" creationId="{35CCDA14-12C1-6A53-BA94-037566C8B50E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1:52:55.796" v="214"/>
          <ac:spMkLst>
            <pc:docMk/>
            <pc:sldMk cId="3576929467" sldId="303"/>
            <ac:spMk id="28" creationId="{E55708A9-2F54-9BC8-7425-D1C881A66ED0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1:55:05.862" v="237"/>
          <ac:spMkLst>
            <pc:docMk/>
            <pc:sldMk cId="3576929467" sldId="303"/>
            <ac:spMk id="29" creationId="{598603B1-D195-60E7-CD48-C294070ADE7D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1:52:55.796" v="214"/>
          <ac:spMkLst>
            <pc:docMk/>
            <pc:sldMk cId="3576929467" sldId="303"/>
            <ac:spMk id="30" creationId="{3D682606-F07A-B056-3401-2614DDE317C6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1:52:55.796" v="214"/>
          <ac:spMkLst>
            <pc:docMk/>
            <pc:sldMk cId="3576929467" sldId="303"/>
            <ac:spMk id="32" creationId="{3620F189-49D0-B5A3-572E-A19486D4C91D}"/>
          </ac:spMkLst>
        </pc:spChg>
        <pc:spChg chg="add">
          <ac:chgData name="Manoj Sundar Ravichandran" userId="S::mravichandran@hof-university.de::453332ee-569c-4cda-ae19-79d852ef561a" providerId="AD" clId="Web-{160CA977-4223-0750-48DC-81D5EB2206B6}" dt="2024-05-25T11:55:05.893" v="238"/>
          <ac:spMkLst>
            <pc:docMk/>
            <pc:sldMk cId="3576929467" sldId="303"/>
            <ac:spMk id="33" creationId="{6D1D6FEA-A814-D06B-6784-2B611850BF60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1:52:55.796" v="214"/>
          <ac:spMkLst>
            <pc:docMk/>
            <pc:sldMk cId="3576929467" sldId="303"/>
            <ac:spMk id="34" creationId="{BEE22830-04C3-90CB-F35C-A30DFADA5821}"/>
          </ac:spMkLst>
        </pc:spChg>
        <pc:spChg chg="add">
          <ac:chgData name="Manoj Sundar Ravichandran" userId="S::mravichandran@hof-university.de::453332ee-569c-4cda-ae19-79d852ef561a" providerId="AD" clId="Web-{160CA977-4223-0750-48DC-81D5EB2206B6}" dt="2024-05-25T11:55:05.893" v="238"/>
          <ac:spMkLst>
            <pc:docMk/>
            <pc:sldMk cId="3576929467" sldId="303"/>
            <ac:spMk id="35" creationId="{B2BC2A1C-8A1C-E7F5-DC42-0E2569D6E474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1:52:55.796" v="214"/>
          <ac:spMkLst>
            <pc:docMk/>
            <pc:sldMk cId="3576929467" sldId="303"/>
            <ac:spMk id="36" creationId="{49BF8E0A-2AB8-5FC0-E47E-CEDB6A1A6256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1:52:55.796" v="214"/>
          <ac:spMkLst>
            <pc:docMk/>
            <pc:sldMk cId="3576929467" sldId="303"/>
            <ac:spMk id="38" creationId="{79FD6D67-1DCB-C864-38A7-7674CB65EA70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1:53:35.860" v="224"/>
          <ac:spMkLst>
            <pc:docMk/>
            <pc:sldMk cId="3576929467" sldId="303"/>
            <ac:spMk id="40" creationId="{5211B9D5-2CD1-B953-52D8-6DA8FCDB6F9D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1:53:30.969" v="223"/>
          <ac:spMkLst>
            <pc:docMk/>
            <pc:sldMk cId="3576929467" sldId="303"/>
            <ac:spMk id="41" creationId="{E3DFFD94-4697-3681-C88C-E40D6813D861}"/>
          </ac:spMkLst>
        </pc:spChg>
        <pc:graphicFrameChg chg="add del">
          <ac:chgData name="Manoj Sundar Ravichandran" userId="S::mravichandran@hof-university.de::453332ee-569c-4cda-ae19-79d852ef561a" providerId="AD" clId="Web-{160CA977-4223-0750-48DC-81D5EB2206B6}" dt="2024-05-25T11:55:00.612" v="233"/>
          <ac:graphicFrameMkLst>
            <pc:docMk/>
            <pc:sldMk cId="3576929467" sldId="303"/>
            <ac:graphicFrameMk id="10" creationId="{875E7221-C909-FB16-3E56-09B7761E6FEE}"/>
          </ac:graphicFrameMkLst>
        </pc:graphicFrameChg>
        <pc:graphicFrameChg chg="add del">
          <ac:chgData name="Manoj Sundar Ravichandran" userId="S::mravichandran@hof-university.de::453332ee-569c-4cda-ae19-79d852ef561a" providerId="AD" clId="Web-{160CA977-4223-0750-48DC-81D5EB2206B6}" dt="2024-05-25T11:55:03.284" v="235"/>
          <ac:graphicFrameMkLst>
            <pc:docMk/>
            <pc:sldMk cId="3576929467" sldId="303"/>
            <ac:graphicFrameMk id="24" creationId="{6B9A40D6-0657-F097-4B66-2B5F0C4059F7}"/>
          </ac:graphicFrameMkLst>
        </pc:graphicFrameChg>
        <pc:graphicFrameChg chg="add del mod">
          <ac:chgData name="Manoj Sundar Ravichandran" userId="S::mravichandran@hof-university.de::453332ee-569c-4cda-ae19-79d852ef561a" providerId="AD" clId="Web-{160CA977-4223-0750-48DC-81D5EB2206B6}" dt="2024-05-25T11:55:05.862" v="237"/>
          <ac:graphicFrameMkLst>
            <pc:docMk/>
            <pc:sldMk cId="3576929467" sldId="303"/>
            <ac:graphicFrameMk id="31" creationId="{97D70418-14B4-4022-42CB-326E020BA3B1}"/>
          </ac:graphicFrameMkLst>
        </pc:graphicFrameChg>
        <pc:graphicFrameChg chg="add">
          <ac:chgData name="Manoj Sundar Ravichandran" userId="S::mravichandran@hof-university.de::453332ee-569c-4cda-ae19-79d852ef561a" providerId="AD" clId="Web-{160CA977-4223-0750-48DC-81D5EB2206B6}" dt="2024-05-25T11:55:05.893" v="238"/>
          <ac:graphicFrameMkLst>
            <pc:docMk/>
            <pc:sldMk cId="3576929467" sldId="303"/>
            <ac:graphicFrameMk id="37" creationId="{875E7221-C909-FB16-3E56-09B7761E6FEE}"/>
          </ac:graphicFrameMkLst>
        </pc:graphicFrameChg>
      </pc:sldChg>
      <pc:sldChg chg="addSp delSp modSp new mod modClrScheme chgLayout">
        <pc:chgData name="Manoj Sundar Ravichandran" userId="S::mravichandran@hof-university.de::453332ee-569c-4cda-ae19-79d852ef561a" providerId="AD" clId="Web-{160CA977-4223-0750-48DC-81D5EB2206B6}" dt="2024-05-25T12:25:37.410" v="401" actId="1076"/>
        <pc:sldMkLst>
          <pc:docMk/>
          <pc:sldMk cId="1388261220" sldId="304"/>
        </pc:sldMkLst>
        <pc:spChg chg="mod">
          <ac:chgData name="Manoj Sundar Ravichandran" userId="S::mravichandran@hof-university.de::453332ee-569c-4cda-ae19-79d852ef561a" providerId="AD" clId="Web-{160CA977-4223-0750-48DC-81D5EB2206B6}" dt="2024-05-25T12:25:08.768" v="398"/>
          <ac:spMkLst>
            <pc:docMk/>
            <pc:sldMk cId="1388261220" sldId="304"/>
            <ac:spMk id="2" creationId="{D74188DF-B984-97C5-A5A2-819595644088}"/>
          </ac:spMkLst>
        </pc:spChg>
        <pc:spChg chg="mod modVis">
          <ac:chgData name="Manoj Sundar Ravichandran" userId="S::mravichandran@hof-university.de::453332ee-569c-4cda-ae19-79d852ef561a" providerId="AD" clId="Web-{160CA977-4223-0750-48DC-81D5EB2206B6}" dt="2024-05-25T12:25:08.768" v="398"/>
          <ac:spMkLst>
            <pc:docMk/>
            <pc:sldMk cId="1388261220" sldId="304"/>
            <ac:spMk id="3" creationId="{F07495AB-BA29-1639-FAE8-5FFD05B68318}"/>
          </ac:spMkLst>
        </pc:spChg>
        <pc:spChg chg="del">
          <ac:chgData name="Manoj Sundar Ravichandran" userId="S::mravichandran@hof-university.de::453332ee-569c-4cda-ae19-79d852ef561a" providerId="AD" clId="Web-{160CA977-4223-0750-48DC-81D5EB2206B6}" dt="2024-05-25T12:25:08.768" v="398"/>
          <ac:spMkLst>
            <pc:docMk/>
            <pc:sldMk cId="1388261220" sldId="304"/>
            <ac:spMk id="4" creationId="{82560D62-8C72-9FD6-4F5A-17851C351080}"/>
          </ac:spMkLst>
        </pc:spChg>
        <pc:spChg chg="del">
          <ac:chgData name="Manoj Sundar Ravichandran" userId="S::mravichandran@hof-university.de::453332ee-569c-4cda-ae19-79d852ef561a" providerId="AD" clId="Web-{160CA977-4223-0750-48DC-81D5EB2206B6}" dt="2024-05-25T12:25:08.768" v="398"/>
          <ac:spMkLst>
            <pc:docMk/>
            <pc:sldMk cId="1388261220" sldId="304"/>
            <ac:spMk id="5" creationId="{58E213CE-B3EC-E392-BF22-822C2810E0DF}"/>
          </ac:spMkLst>
        </pc:spChg>
        <pc:spChg chg="del mod">
          <ac:chgData name="Manoj Sundar Ravichandran" userId="S::mravichandran@hof-university.de::453332ee-569c-4cda-ae19-79d852ef561a" providerId="AD" clId="Web-{160CA977-4223-0750-48DC-81D5EB2206B6}" dt="2024-05-25T12:25:08.768" v="398"/>
          <ac:spMkLst>
            <pc:docMk/>
            <pc:sldMk cId="1388261220" sldId="304"/>
            <ac:spMk id="6" creationId="{45F4243A-2634-DDE0-F948-E2CE61B85915}"/>
          </ac:spMkLst>
        </pc:spChg>
        <pc:spChg chg="del">
          <ac:chgData name="Manoj Sundar Ravichandran" userId="S::mravichandran@hof-university.de::453332ee-569c-4cda-ae19-79d852ef561a" providerId="AD" clId="Web-{160CA977-4223-0750-48DC-81D5EB2206B6}" dt="2024-05-25T12:13:22.766" v="259"/>
          <ac:spMkLst>
            <pc:docMk/>
            <pc:sldMk cId="1388261220" sldId="304"/>
            <ac:spMk id="7" creationId="{21F4ACA5-EE60-EF92-CF0C-16BB4362787D}"/>
          </ac:spMkLst>
        </pc:spChg>
        <pc:spChg chg="del mod">
          <ac:chgData name="Manoj Sundar Ravichandran" userId="S::mravichandran@hof-university.de::453332ee-569c-4cda-ae19-79d852ef561a" providerId="AD" clId="Web-{160CA977-4223-0750-48DC-81D5EB2206B6}" dt="2024-05-25T12:25:05.175" v="397"/>
          <ac:spMkLst>
            <pc:docMk/>
            <pc:sldMk cId="1388261220" sldId="304"/>
            <ac:spMk id="8" creationId="{AB3B796A-4183-B22D-2729-DA6BB2A2DF0E}"/>
          </ac:spMkLst>
        </pc:spChg>
        <pc:spChg chg="add mod">
          <ac:chgData name="Manoj Sundar Ravichandran" userId="S::mravichandran@hof-university.de::453332ee-569c-4cda-ae19-79d852ef561a" providerId="AD" clId="Web-{160CA977-4223-0750-48DC-81D5EB2206B6}" dt="2024-05-25T12:25:37.410" v="401" actId="1076"/>
          <ac:spMkLst>
            <pc:docMk/>
            <pc:sldMk cId="1388261220" sldId="304"/>
            <ac:spMk id="11" creationId="{C3415EFD-7F95-A2D2-D039-4C4CBF48472F}"/>
          </ac:spMkLst>
        </pc:spChg>
        <pc:picChg chg="add mod ord">
          <ac:chgData name="Manoj Sundar Ravichandran" userId="S::mravichandran@hof-university.de::453332ee-569c-4cda-ae19-79d852ef561a" providerId="AD" clId="Web-{160CA977-4223-0750-48DC-81D5EB2206B6}" dt="2024-05-25T12:25:08.768" v="398"/>
          <ac:picMkLst>
            <pc:docMk/>
            <pc:sldMk cId="1388261220" sldId="304"/>
            <ac:picMk id="9" creationId="{CF575920-B601-F240-0A97-26D5CF2ECB70}"/>
          </ac:picMkLst>
        </pc:picChg>
      </pc:sldChg>
      <pc:sldChg chg="addSp delSp modSp new">
        <pc:chgData name="Manoj Sundar Ravichandran" userId="S::mravichandran@hof-university.de::453332ee-569c-4cda-ae19-79d852ef561a" providerId="AD" clId="Web-{160CA977-4223-0750-48DC-81D5EB2206B6}" dt="2024-05-25T12:22:24.624" v="394" actId="20577"/>
        <pc:sldMkLst>
          <pc:docMk/>
          <pc:sldMk cId="1185375381" sldId="305"/>
        </pc:sldMkLst>
        <pc:spChg chg="mod">
          <ac:chgData name="Manoj Sundar Ravichandran" userId="S::mravichandran@hof-university.de::453332ee-569c-4cda-ae19-79d852ef561a" providerId="AD" clId="Web-{160CA977-4223-0750-48DC-81D5EB2206B6}" dt="2024-05-25T12:18:16.523" v="331" actId="1076"/>
          <ac:spMkLst>
            <pc:docMk/>
            <pc:sldMk cId="1185375381" sldId="305"/>
            <ac:spMk id="2" creationId="{4AE9DF88-879D-7221-8E82-EB5E58AA3096}"/>
          </ac:spMkLst>
        </pc:spChg>
        <pc:spChg chg="mod">
          <ac:chgData name="Manoj Sundar Ravichandran" userId="S::mravichandran@hof-university.de::453332ee-569c-4cda-ae19-79d852ef561a" providerId="AD" clId="Web-{160CA977-4223-0750-48DC-81D5EB2206B6}" dt="2024-05-25T12:21:53.576" v="389" actId="1076"/>
          <ac:spMkLst>
            <pc:docMk/>
            <pc:sldMk cId="1185375381" sldId="305"/>
            <ac:spMk id="5" creationId="{9554F003-E97D-E069-8C88-55C78BE8F394}"/>
          </ac:spMkLst>
        </pc:spChg>
        <pc:spChg chg="mod">
          <ac:chgData name="Manoj Sundar Ravichandran" userId="S::mravichandran@hof-university.de::453332ee-569c-4cda-ae19-79d852ef561a" providerId="AD" clId="Web-{160CA977-4223-0750-48DC-81D5EB2206B6}" dt="2024-05-25T12:22:19.483" v="393" actId="20577"/>
          <ac:spMkLst>
            <pc:docMk/>
            <pc:sldMk cId="1185375381" sldId="305"/>
            <ac:spMk id="6" creationId="{2B06D083-FB0C-DC46-F38C-DA6EB1533C45}"/>
          </ac:spMkLst>
        </pc:spChg>
        <pc:spChg chg="mod">
          <ac:chgData name="Manoj Sundar Ravichandran" userId="S::mravichandran@hof-university.de::453332ee-569c-4cda-ae19-79d852ef561a" providerId="AD" clId="Web-{160CA977-4223-0750-48DC-81D5EB2206B6}" dt="2024-05-25T12:22:24.624" v="394" actId="20577"/>
          <ac:spMkLst>
            <pc:docMk/>
            <pc:sldMk cId="1185375381" sldId="305"/>
            <ac:spMk id="7" creationId="{4E2B70A2-336C-6877-EAFF-6C1577E95A7E}"/>
          </ac:spMkLst>
        </pc:spChg>
        <pc:spChg chg="del">
          <ac:chgData name="Manoj Sundar Ravichandran" userId="S::mravichandran@hof-university.de::453332ee-569c-4cda-ae19-79d852ef561a" providerId="AD" clId="Web-{160CA977-4223-0750-48DC-81D5EB2206B6}" dt="2024-05-25T12:19:33.369" v="358"/>
          <ac:spMkLst>
            <pc:docMk/>
            <pc:sldMk cId="1185375381" sldId="305"/>
            <ac:spMk id="8" creationId="{5F48B2CF-4630-203B-8876-BC7333E566DD}"/>
          </ac:spMkLst>
        </pc:spChg>
        <pc:spChg chg="add mod">
          <ac:chgData name="Manoj Sundar Ravichandran" userId="S::mravichandran@hof-university.de::453332ee-569c-4cda-ae19-79d852ef561a" providerId="AD" clId="Web-{160CA977-4223-0750-48DC-81D5EB2206B6}" dt="2024-05-25T12:21:57.873" v="390" actId="1076"/>
          <ac:spMkLst>
            <pc:docMk/>
            <pc:sldMk cId="1185375381" sldId="305"/>
            <ac:spMk id="10" creationId="{2D0B3823-B627-A9ED-4F03-2362BE74197C}"/>
          </ac:spMkLst>
        </pc:spChg>
        <pc:spChg chg="add mod">
          <ac:chgData name="Manoj Sundar Ravichandran" userId="S::mravichandran@hof-university.de::453332ee-569c-4cda-ae19-79d852ef561a" providerId="AD" clId="Web-{160CA977-4223-0750-48DC-81D5EB2206B6}" dt="2024-05-25T12:21:33.966" v="384" actId="1076"/>
          <ac:spMkLst>
            <pc:docMk/>
            <pc:sldMk cId="1185375381" sldId="305"/>
            <ac:spMk id="11" creationId="{DA5A9230-8B11-9E2C-A351-B97E8D72AF12}"/>
          </ac:spMkLst>
        </pc:spChg>
      </pc:sldChg>
      <pc:sldChg chg="addSp delSp modSp new mod modClrScheme chgLayout">
        <pc:chgData name="Manoj Sundar Ravichandran" userId="S::mravichandran@hof-university.de::453332ee-569c-4cda-ae19-79d852ef561a" providerId="AD" clId="Web-{160CA977-4223-0750-48DC-81D5EB2206B6}" dt="2024-05-25T13:21:51.466" v="653" actId="1076"/>
        <pc:sldMkLst>
          <pc:docMk/>
          <pc:sldMk cId="3757046931" sldId="306"/>
        </pc:sldMkLst>
        <pc:spChg chg="mod ord">
          <ac:chgData name="Manoj Sundar Ravichandran" userId="S::mravichandran@hof-university.de::453332ee-569c-4cda-ae19-79d852ef561a" providerId="AD" clId="Web-{160CA977-4223-0750-48DC-81D5EB2206B6}" dt="2024-05-25T13:21:33.246" v="651"/>
          <ac:spMkLst>
            <pc:docMk/>
            <pc:sldMk cId="3757046931" sldId="306"/>
            <ac:spMk id="2" creationId="{788BD31E-10CF-A294-F551-3C671514BFF8}"/>
          </ac:spMkLst>
        </pc:spChg>
        <pc:spChg chg="mod ord">
          <ac:chgData name="Manoj Sundar Ravichandran" userId="S::mravichandran@hof-university.de::453332ee-569c-4cda-ae19-79d852ef561a" providerId="AD" clId="Web-{160CA977-4223-0750-48DC-81D5EB2206B6}" dt="2024-05-25T13:21:33.246" v="651"/>
          <ac:spMkLst>
            <pc:docMk/>
            <pc:sldMk cId="3757046931" sldId="306"/>
            <ac:spMk id="3" creationId="{16C65530-268C-63F6-B3F6-1DCFD320ED49}"/>
          </ac:spMkLst>
        </pc:spChg>
        <pc:spChg chg="add del">
          <ac:chgData name="Manoj Sundar Ravichandran" userId="S::mravichandran@hof-university.de::453332ee-569c-4cda-ae19-79d852ef561a" providerId="AD" clId="Web-{160CA977-4223-0750-48DC-81D5EB2206B6}" dt="2024-05-25T13:11:16.159" v="518"/>
          <ac:spMkLst>
            <pc:docMk/>
            <pc:sldMk cId="3757046931" sldId="306"/>
            <ac:spMk id="4" creationId="{E48FF594-1D65-87AC-7798-566F0DEBB34F}"/>
          </ac:spMkLst>
        </pc:spChg>
        <pc:spChg chg="add del">
          <ac:chgData name="Manoj Sundar Ravichandran" userId="S::mravichandran@hof-university.de::453332ee-569c-4cda-ae19-79d852ef561a" providerId="AD" clId="Web-{160CA977-4223-0750-48DC-81D5EB2206B6}" dt="2024-05-25T13:11:16.159" v="518"/>
          <ac:spMkLst>
            <pc:docMk/>
            <pc:sldMk cId="3757046931" sldId="306"/>
            <ac:spMk id="5" creationId="{3D7010BA-1E3F-DD40-3AC9-E38AA699D0AA}"/>
          </ac:spMkLst>
        </pc:spChg>
        <pc:spChg chg="mod">
          <ac:chgData name="Manoj Sundar Ravichandran" userId="S::mravichandran@hof-university.de::453332ee-569c-4cda-ae19-79d852ef561a" providerId="AD" clId="Web-{160CA977-4223-0750-48DC-81D5EB2206B6}" dt="2024-05-25T13:21:33.246" v="651"/>
          <ac:spMkLst>
            <pc:docMk/>
            <pc:sldMk cId="3757046931" sldId="306"/>
            <ac:spMk id="6" creationId="{0FCC8BCA-3876-EE30-9603-6FA68307B899}"/>
          </ac:spMkLst>
        </pc:spChg>
        <pc:spChg chg="del">
          <ac:chgData name="Manoj Sundar Ravichandran" userId="S::mravichandran@hof-university.de::453332ee-569c-4cda-ae19-79d852ef561a" providerId="AD" clId="Web-{160CA977-4223-0750-48DC-81D5EB2206B6}" dt="2024-05-25T13:02:42.133" v="417"/>
          <ac:spMkLst>
            <pc:docMk/>
            <pc:sldMk cId="3757046931" sldId="306"/>
            <ac:spMk id="7" creationId="{6A8986EB-08A0-CE62-C042-BB7E7586C5E0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1:16.159" v="518"/>
          <ac:spMkLst>
            <pc:docMk/>
            <pc:sldMk cId="3757046931" sldId="306"/>
            <ac:spMk id="8" creationId="{9CAEAF6A-CF2B-801B-0983-9D2D0AED9D36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1:05.986" v="511"/>
          <ac:spMkLst>
            <pc:docMk/>
            <pc:sldMk cId="3757046931" sldId="306"/>
            <ac:spMk id="14" creationId="{0788854D-9D19-EA89-72F7-3CA611DA8CF0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1:05.986" v="511"/>
          <ac:spMkLst>
            <pc:docMk/>
            <pc:sldMk cId="3757046931" sldId="306"/>
            <ac:spMk id="16" creationId="{D60AB715-32EC-85CA-1948-959FF17D2F38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1:08.596" v="513"/>
          <ac:spMkLst>
            <pc:docMk/>
            <pc:sldMk cId="3757046931" sldId="306"/>
            <ac:spMk id="18" creationId="{7D9166E6-F8E6-3115-F6E9-76AE2CC277B3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1:08.596" v="513"/>
          <ac:spMkLst>
            <pc:docMk/>
            <pc:sldMk cId="3757046931" sldId="306"/>
            <ac:spMk id="19" creationId="{1BE54FDC-2083-9D2F-9AA2-137765896F9A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1:08.596" v="513"/>
          <ac:spMkLst>
            <pc:docMk/>
            <pc:sldMk cId="3757046931" sldId="306"/>
            <ac:spMk id="20" creationId="{D903DBBE-DF0C-C261-07B5-BB7BB59489DE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1:08.596" v="513"/>
          <ac:spMkLst>
            <pc:docMk/>
            <pc:sldMk cId="3757046931" sldId="306"/>
            <ac:spMk id="21" creationId="{FC9ABBB7-0493-FC19-6811-5402019A3570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1:08.596" v="513"/>
          <ac:spMkLst>
            <pc:docMk/>
            <pc:sldMk cId="3757046931" sldId="306"/>
            <ac:spMk id="22" creationId="{9018D2F9-94D9-5917-940A-ED23BF046796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1:08.596" v="513"/>
          <ac:spMkLst>
            <pc:docMk/>
            <pc:sldMk cId="3757046931" sldId="306"/>
            <ac:spMk id="24" creationId="{1C7E48A1-CFAF-00E7-1835-3E40D3FAFC70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1:13.596" v="515"/>
          <ac:spMkLst>
            <pc:docMk/>
            <pc:sldMk cId="3757046931" sldId="306"/>
            <ac:spMk id="26" creationId="{03F649C3-A2DA-6308-241C-FDABD6275A0B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1:13.596" v="515"/>
          <ac:spMkLst>
            <pc:docMk/>
            <pc:sldMk cId="3757046931" sldId="306"/>
            <ac:spMk id="27" creationId="{095092E8-00F2-66E5-EC5D-CE4AAF5D7CCF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1:13.596" v="515"/>
          <ac:spMkLst>
            <pc:docMk/>
            <pc:sldMk cId="3757046931" sldId="306"/>
            <ac:spMk id="28" creationId="{52F02BC7-A92F-B761-1FB2-3F0AAC1AB280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1:13.596" v="515"/>
          <ac:spMkLst>
            <pc:docMk/>
            <pc:sldMk cId="3757046931" sldId="306"/>
            <ac:spMk id="29" creationId="{45501FB9-F04C-3FDA-E8FE-F12CCE79F432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1:13.596" v="515"/>
          <ac:spMkLst>
            <pc:docMk/>
            <pc:sldMk cId="3757046931" sldId="306"/>
            <ac:spMk id="30" creationId="{E594EC9D-F939-BDA5-E5EE-B5A2D996EC49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1:13.596" v="515"/>
          <ac:spMkLst>
            <pc:docMk/>
            <pc:sldMk cId="3757046931" sldId="306"/>
            <ac:spMk id="31" creationId="{259B74ED-5A7F-E229-C4E9-B524AEBF7374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1:16.128" v="517"/>
          <ac:spMkLst>
            <pc:docMk/>
            <pc:sldMk cId="3757046931" sldId="306"/>
            <ac:spMk id="34" creationId="{B395DC1A-0955-D47B-2558-7114D4097060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1:16.128" v="517"/>
          <ac:spMkLst>
            <pc:docMk/>
            <pc:sldMk cId="3757046931" sldId="306"/>
            <ac:spMk id="35" creationId="{6EC1A588-4551-6D4C-1D21-9612F6399939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1:16.128" v="517"/>
          <ac:spMkLst>
            <pc:docMk/>
            <pc:sldMk cId="3757046931" sldId="306"/>
            <ac:spMk id="36" creationId="{04F9EA95-9260-60F3-9663-81B81AC32ADA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1:16.128" v="517"/>
          <ac:spMkLst>
            <pc:docMk/>
            <pc:sldMk cId="3757046931" sldId="306"/>
            <ac:spMk id="37" creationId="{CE01DEDC-A77A-C4DC-0C03-8FDAF259752A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2:02.494" v="526"/>
          <ac:spMkLst>
            <pc:docMk/>
            <pc:sldMk cId="3757046931" sldId="306"/>
            <ac:spMk id="40" creationId="{1203F685-62CA-B27F-B68A-32F949B55784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2:02.494" v="526"/>
          <ac:spMkLst>
            <pc:docMk/>
            <pc:sldMk cId="3757046931" sldId="306"/>
            <ac:spMk id="41" creationId="{B74833E5-96CD-2669-0213-21BB15C20A8A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2:02.494" v="526"/>
          <ac:spMkLst>
            <pc:docMk/>
            <pc:sldMk cId="3757046931" sldId="306"/>
            <ac:spMk id="42" creationId="{97AC460B-059C-42DA-0E23-95F1B5F9E929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20:15.849" v="639"/>
          <ac:spMkLst>
            <pc:docMk/>
            <pc:sldMk cId="3757046931" sldId="306"/>
            <ac:spMk id="48" creationId="{F6E004D6-51AC-A956-9C25-6D5CC130525F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20:15.849" v="639"/>
          <ac:spMkLst>
            <pc:docMk/>
            <pc:sldMk cId="3757046931" sldId="306"/>
            <ac:spMk id="50" creationId="{26B4659B-D4E5-404B-FB0E-938308677E17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20:15.849" v="639"/>
          <ac:spMkLst>
            <pc:docMk/>
            <pc:sldMk cId="3757046931" sldId="306"/>
            <ac:spMk id="52" creationId="{32427D52-4333-D1D6-A09F-19B6131D9D74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2:12.260" v="527"/>
          <ac:spMkLst>
            <pc:docMk/>
            <pc:sldMk cId="3757046931" sldId="306"/>
            <ac:spMk id="54" creationId="{26D3603B-B47F-0A7D-A511-128082B62A60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20:24.600" v="640"/>
          <ac:spMkLst>
            <pc:docMk/>
            <pc:sldMk cId="3757046931" sldId="306"/>
            <ac:spMk id="55" creationId="{BCF50F3E-812C-A5A7-C1B3-44473FC3765D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21:33.246" v="651"/>
          <ac:spMkLst>
            <pc:docMk/>
            <pc:sldMk cId="3757046931" sldId="306"/>
            <ac:spMk id="56" creationId="{282FB1BE-32B1-F8FD-2539-3F385C1D9E98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7:02.079" v="626"/>
          <ac:spMkLst>
            <pc:docMk/>
            <pc:sldMk cId="3757046931" sldId="306"/>
            <ac:spMk id="57" creationId="{CDFE4886-0C43-780D-C34F-76D63B9D92FE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21:33.246" v="651"/>
          <ac:spMkLst>
            <pc:docMk/>
            <pc:sldMk cId="3757046931" sldId="306"/>
            <ac:spMk id="58" creationId="{A1136098-FD63-78C1-57EE-13A39B5CD772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7:02.079" v="626"/>
          <ac:spMkLst>
            <pc:docMk/>
            <pc:sldMk cId="3757046931" sldId="306"/>
            <ac:spMk id="59" creationId="{F89605D4-AD22-BFB3-22C2-A16527DA1CAD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21:33.246" v="651"/>
          <ac:spMkLst>
            <pc:docMk/>
            <pc:sldMk cId="3757046931" sldId="306"/>
            <ac:spMk id="60" creationId="{8E66077A-0F22-6E10-DE06-CBA3F94474EE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7:02.079" v="626"/>
          <ac:spMkLst>
            <pc:docMk/>
            <pc:sldMk cId="3757046931" sldId="306"/>
            <ac:spMk id="61" creationId="{3A625B55-3D03-6B0B-C870-7FD6658B256E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21:33.246" v="651"/>
          <ac:spMkLst>
            <pc:docMk/>
            <pc:sldMk cId="3757046931" sldId="306"/>
            <ac:spMk id="62" creationId="{BE763FB3-4BF9-F4DA-23B9-ADF618556F1C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7:02.079" v="626"/>
          <ac:spMkLst>
            <pc:docMk/>
            <pc:sldMk cId="3757046931" sldId="306"/>
            <ac:spMk id="63" creationId="{C1AC0C6E-B22D-266D-EE16-CBE0A93CC413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21:33.246" v="651"/>
          <ac:spMkLst>
            <pc:docMk/>
            <pc:sldMk cId="3757046931" sldId="306"/>
            <ac:spMk id="64" creationId="{9C11C393-3C5D-DDCC-6C56-66817E48621D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7:02.079" v="626"/>
          <ac:spMkLst>
            <pc:docMk/>
            <pc:sldMk cId="3757046931" sldId="306"/>
            <ac:spMk id="65" creationId="{FA670A81-7239-AA90-782B-E758BE64D825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7:02.079" v="626"/>
          <ac:spMkLst>
            <pc:docMk/>
            <pc:sldMk cId="3757046931" sldId="306"/>
            <ac:spMk id="67" creationId="{1282B35C-B01A-1FF4-8403-F8889953FB14}"/>
          </ac:spMkLst>
        </pc:spChg>
        <pc:spChg chg="add mod">
          <ac:chgData name="Manoj Sundar Ravichandran" userId="S::mravichandran@hof-university.de::453332ee-569c-4cda-ae19-79d852ef561a" providerId="AD" clId="Web-{160CA977-4223-0750-48DC-81D5EB2206B6}" dt="2024-05-25T13:21:33.246" v="651"/>
          <ac:spMkLst>
            <pc:docMk/>
            <pc:sldMk cId="3757046931" sldId="306"/>
            <ac:spMk id="69" creationId="{7E5A4993-AE28-3701-A404-30020EECA60E}"/>
          </ac:spMkLst>
        </pc:spChg>
        <pc:spChg chg="add mod">
          <ac:chgData name="Manoj Sundar Ravichandran" userId="S::mravichandran@hof-university.de::453332ee-569c-4cda-ae19-79d852ef561a" providerId="AD" clId="Web-{160CA977-4223-0750-48DC-81D5EB2206B6}" dt="2024-05-25T13:21:44.434" v="652"/>
          <ac:spMkLst>
            <pc:docMk/>
            <pc:sldMk cId="3757046931" sldId="306"/>
            <ac:spMk id="71" creationId="{B67E95B6-0640-0FA7-9F6F-F0DDA846D94A}"/>
          </ac:spMkLst>
        </pc:spChg>
        <pc:spChg chg="add mod">
          <ac:chgData name="Manoj Sundar Ravichandran" userId="S::mravichandran@hof-university.de::453332ee-569c-4cda-ae19-79d852ef561a" providerId="AD" clId="Web-{160CA977-4223-0750-48DC-81D5EB2206B6}" dt="2024-05-25T13:21:33.246" v="651"/>
          <ac:spMkLst>
            <pc:docMk/>
            <pc:sldMk cId="3757046931" sldId="306"/>
            <ac:spMk id="73" creationId="{7460EBEB-7FF8-9769-DA88-7F953089E50C}"/>
          </ac:spMkLst>
        </pc:spChg>
        <pc:graphicFrameChg chg="add del mod">
          <ac:chgData name="Manoj Sundar Ravichandran" userId="S::mravichandran@hof-university.de::453332ee-569c-4cda-ae19-79d852ef561a" providerId="AD" clId="Web-{160CA977-4223-0750-48DC-81D5EB2206B6}" dt="2024-05-25T13:11:05.986" v="511"/>
          <ac:graphicFrameMkLst>
            <pc:docMk/>
            <pc:sldMk cId="3757046931" sldId="306"/>
            <ac:graphicFrameMk id="10" creationId="{5765F547-8336-3CC0-06FB-F55B6E87BED2}"/>
          </ac:graphicFrameMkLst>
        </pc:graphicFrameChg>
        <pc:graphicFrameChg chg="add del mod">
          <ac:chgData name="Manoj Sundar Ravichandran" userId="S::mravichandran@hof-university.de::453332ee-569c-4cda-ae19-79d852ef561a" providerId="AD" clId="Web-{160CA977-4223-0750-48DC-81D5EB2206B6}" dt="2024-05-25T13:11:08.596" v="513"/>
          <ac:graphicFrameMkLst>
            <pc:docMk/>
            <pc:sldMk cId="3757046931" sldId="306"/>
            <ac:graphicFrameMk id="23" creationId="{A54F86FE-30C5-67C2-5F9A-85D5093413FE}"/>
          </ac:graphicFrameMkLst>
        </pc:graphicFrameChg>
        <pc:graphicFrameChg chg="add del mod">
          <ac:chgData name="Manoj Sundar Ravichandran" userId="S::mravichandran@hof-university.de::453332ee-569c-4cda-ae19-79d852ef561a" providerId="AD" clId="Web-{160CA977-4223-0750-48DC-81D5EB2206B6}" dt="2024-05-25T13:11:13.596" v="515"/>
          <ac:graphicFrameMkLst>
            <pc:docMk/>
            <pc:sldMk cId="3757046931" sldId="306"/>
            <ac:graphicFrameMk id="32" creationId="{EAEDD2E8-AFC1-D9D5-424B-3C634E457C92}"/>
          </ac:graphicFrameMkLst>
        </pc:graphicFrameChg>
        <pc:graphicFrameChg chg="add del mod">
          <ac:chgData name="Manoj Sundar Ravichandran" userId="S::mravichandran@hof-university.de::453332ee-569c-4cda-ae19-79d852ef561a" providerId="AD" clId="Web-{160CA977-4223-0750-48DC-81D5EB2206B6}" dt="2024-05-25T13:11:16.128" v="517"/>
          <ac:graphicFrameMkLst>
            <pc:docMk/>
            <pc:sldMk cId="3757046931" sldId="306"/>
            <ac:graphicFrameMk id="38" creationId="{8C65DCFC-8E39-E62F-3E86-32688429A105}"/>
          </ac:graphicFrameMkLst>
        </pc:graphicFrameChg>
        <pc:graphicFrameChg chg="add mod modGraphic">
          <ac:chgData name="Manoj Sundar Ravichandran" userId="S::mravichandran@hof-university.de::453332ee-569c-4cda-ae19-79d852ef561a" providerId="AD" clId="Web-{160CA977-4223-0750-48DC-81D5EB2206B6}" dt="2024-05-25T13:21:51.466" v="653" actId="1076"/>
          <ac:graphicFrameMkLst>
            <pc:docMk/>
            <pc:sldMk cId="3757046931" sldId="306"/>
            <ac:graphicFrameMk id="43" creationId="{C47D1151-2507-7662-4F4B-420E136EE508}"/>
          </ac:graphicFrameMkLst>
        </pc:graphicFrameChg>
      </pc:sldChg>
      <pc:sldChg chg="addSp delSp modSp new mod modClrScheme chgLayout">
        <pc:chgData name="Manoj Sundar Ravichandran" userId="S::mravichandran@hof-university.de::453332ee-569c-4cda-ae19-79d852ef561a" providerId="AD" clId="Web-{160CA977-4223-0750-48DC-81D5EB2206B6}" dt="2024-05-26T12:23:10.315" v="797" actId="20577"/>
        <pc:sldMkLst>
          <pc:docMk/>
          <pc:sldMk cId="175944444" sldId="307"/>
        </pc:sldMkLst>
        <pc:spChg chg="mod ord">
          <ac:chgData name="Manoj Sundar Ravichandran" userId="S::mravichandran@hof-university.de::453332ee-569c-4cda-ae19-79d852ef561a" providerId="AD" clId="Web-{160CA977-4223-0750-48DC-81D5EB2206B6}" dt="2024-05-25T13:16:33.436" v="622"/>
          <ac:spMkLst>
            <pc:docMk/>
            <pc:sldMk cId="175944444" sldId="307"/>
            <ac:spMk id="2" creationId="{AAFABAAF-D2D4-9C95-5722-D43D38A66E46}"/>
          </ac:spMkLst>
        </pc:spChg>
        <pc:spChg chg="mod">
          <ac:chgData name="Manoj Sundar Ravichandran" userId="S::mravichandran@hof-university.de::453332ee-569c-4cda-ae19-79d852ef561a" providerId="AD" clId="Web-{160CA977-4223-0750-48DC-81D5EB2206B6}" dt="2024-05-25T13:16:33.436" v="622"/>
          <ac:spMkLst>
            <pc:docMk/>
            <pc:sldMk cId="175944444" sldId="307"/>
            <ac:spMk id="3" creationId="{41F46F8F-74A5-D273-D6C3-13C5E16A56CE}"/>
          </ac:spMkLst>
        </pc:spChg>
        <pc:spChg chg="add del">
          <ac:chgData name="Manoj Sundar Ravichandran" userId="S::mravichandran@hof-university.de::453332ee-569c-4cda-ae19-79d852ef561a" providerId="AD" clId="Web-{160CA977-4223-0750-48DC-81D5EB2206B6}" dt="2024-05-25T13:16:24.264" v="621"/>
          <ac:spMkLst>
            <pc:docMk/>
            <pc:sldMk cId="175944444" sldId="307"/>
            <ac:spMk id="4" creationId="{57A67F51-7C1F-E470-647C-12FEA656921D}"/>
          </ac:spMkLst>
        </pc:spChg>
        <pc:spChg chg="add del">
          <ac:chgData name="Manoj Sundar Ravichandran" userId="S::mravichandran@hof-university.de::453332ee-569c-4cda-ae19-79d852ef561a" providerId="AD" clId="Web-{160CA977-4223-0750-48DC-81D5EB2206B6}" dt="2024-05-25T13:16:24.264" v="621"/>
          <ac:spMkLst>
            <pc:docMk/>
            <pc:sldMk cId="175944444" sldId="307"/>
            <ac:spMk id="5" creationId="{7E63C58D-1371-44AF-4F3A-8041B9F98FEF}"/>
          </ac:spMkLst>
        </pc:spChg>
        <pc:spChg chg="mod">
          <ac:chgData name="Manoj Sundar Ravichandran" userId="S::mravichandran@hof-university.de::453332ee-569c-4cda-ae19-79d852ef561a" providerId="AD" clId="Web-{160CA977-4223-0750-48DC-81D5EB2206B6}" dt="2024-05-25T13:16:33.436" v="622"/>
          <ac:spMkLst>
            <pc:docMk/>
            <pc:sldMk cId="175944444" sldId="307"/>
            <ac:spMk id="6" creationId="{9948F1F1-652F-94AA-8D72-68D7B857156A}"/>
          </ac:spMkLst>
        </pc:spChg>
        <pc:spChg chg="del">
          <ac:chgData name="Manoj Sundar Ravichandran" userId="S::mravichandran@hof-university.de::453332ee-569c-4cda-ae19-79d852ef561a" providerId="AD" clId="Web-{160CA977-4223-0750-48DC-81D5EB2206B6}" dt="2024-05-25T13:14:36.584" v="566"/>
          <ac:spMkLst>
            <pc:docMk/>
            <pc:sldMk cId="175944444" sldId="307"/>
            <ac:spMk id="7" creationId="{35B4FE9A-5D2D-F27D-D9EB-84C8C778FC28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6:24.264" v="621"/>
          <ac:spMkLst>
            <pc:docMk/>
            <pc:sldMk cId="175944444" sldId="307"/>
            <ac:spMk id="8" creationId="{A606CFF8-CB52-FB45-4CC9-5EBF1AAB4AA7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6:24.233" v="620"/>
          <ac:spMkLst>
            <pc:docMk/>
            <pc:sldMk cId="175944444" sldId="307"/>
            <ac:spMk id="14" creationId="{22488F5D-2B8B-DE31-2C23-BBB086EA249B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6:24.233" v="620"/>
          <ac:spMkLst>
            <pc:docMk/>
            <pc:sldMk cId="175944444" sldId="307"/>
            <ac:spMk id="16" creationId="{5BDA67B7-BA2A-18A1-A6EA-2B71375D9873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6:24.233" v="620"/>
          <ac:spMkLst>
            <pc:docMk/>
            <pc:sldMk cId="175944444" sldId="307"/>
            <ac:spMk id="18" creationId="{B700945F-A03E-49CE-5756-1833DC58C139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6:24.233" v="620"/>
          <ac:spMkLst>
            <pc:docMk/>
            <pc:sldMk cId="175944444" sldId="307"/>
            <ac:spMk id="20" creationId="{B31E0C43-F3E9-F04F-096B-D0E707AA4EC2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6:24.233" v="620"/>
          <ac:spMkLst>
            <pc:docMk/>
            <pc:sldMk cId="175944444" sldId="307"/>
            <ac:spMk id="22" creationId="{FA683C1B-714E-60D2-EEAA-9ECF5ACB805F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6:24.233" v="620"/>
          <ac:spMkLst>
            <pc:docMk/>
            <pc:sldMk cId="175944444" sldId="307"/>
            <ac:spMk id="24" creationId="{1951BCC3-DC9E-51FA-1B07-DC570FFC660A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6:33.436" v="622"/>
          <ac:spMkLst>
            <pc:docMk/>
            <pc:sldMk cId="175944444" sldId="307"/>
            <ac:spMk id="26" creationId="{FCD2C410-2194-6AB0-C2E7-5EEDC7F6C119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6:33.436" v="622"/>
          <ac:spMkLst>
            <pc:docMk/>
            <pc:sldMk cId="175944444" sldId="307"/>
            <ac:spMk id="27" creationId="{4A375F27-AA8C-9C23-9935-9A6673D5AE3B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6:33.436" v="622"/>
          <ac:spMkLst>
            <pc:docMk/>
            <pc:sldMk cId="175944444" sldId="307"/>
            <ac:spMk id="28" creationId="{D1FFBC8B-EFA4-8A0F-21F0-2EBB87F23CE4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6:33.436" v="622"/>
          <ac:spMkLst>
            <pc:docMk/>
            <pc:sldMk cId="175944444" sldId="307"/>
            <ac:spMk id="29" creationId="{48315DAC-79C3-B93B-F91A-D05C58D32F2E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7:12.877" v="627"/>
          <ac:spMkLst>
            <pc:docMk/>
            <pc:sldMk cId="175944444" sldId="307"/>
            <ac:spMk id="35" creationId="{79ED5795-3FF9-4015-CD3A-5D2556899D60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7:12.877" v="627"/>
          <ac:spMkLst>
            <pc:docMk/>
            <pc:sldMk cId="175944444" sldId="307"/>
            <ac:spMk id="37" creationId="{2FF5614D-3A8C-33CF-08B1-E7970E1F858F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7:12.877" v="627"/>
          <ac:spMkLst>
            <pc:docMk/>
            <pc:sldMk cId="175944444" sldId="307"/>
            <ac:spMk id="39" creationId="{B729B5D4-B46A-FB5D-0F99-410A373F20AE}"/>
          </ac:spMkLst>
        </pc:spChg>
        <pc:spChg chg="add mod">
          <ac:chgData name="Manoj Sundar Ravichandran" userId="S::mravichandran@hof-university.de::453332ee-569c-4cda-ae19-79d852ef561a" providerId="AD" clId="Web-{160CA977-4223-0750-48DC-81D5EB2206B6}" dt="2024-05-25T13:17:41.254" v="629"/>
          <ac:spMkLst>
            <pc:docMk/>
            <pc:sldMk cId="175944444" sldId="307"/>
            <ac:spMk id="41" creationId="{DB34CC71-3368-4FD7-1999-75C656284E91}"/>
          </ac:spMkLst>
        </pc:spChg>
        <pc:spChg chg="add">
          <ac:chgData name="Manoj Sundar Ravichandran" userId="S::mravichandran@hof-university.de::453332ee-569c-4cda-ae19-79d852ef561a" providerId="AD" clId="Web-{160CA977-4223-0750-48DC-81D5EB2206B6}" dt="2024-05-25T13:17:12.877" v="627"/>
          <ac:spMkLst>
            <pc:docMk/>
            <pc:sldMk cId="175944444" sldId="307"/>
            <ac:spMk id="44" creationId="{37941676-B7B0-1DCE-A665-9707546C0D17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5T13:16:42.375" v="624"/>
          <ac:spMkLst>
            <pc:docMk/>
            <pc:sldMk cId="175944444" sldId="307"/>
            <ac:spMk id="46" creationId="{2DDF431D-C06F-37FF-7719-3F09D8D6B131}"/>
          </ac:spMkLst>
        </pc:spChg>
        <pc:spChg chg="add">
          <ac:chgData name="Manoj Sundar Ravichandran" userId="S::mravichandran@hof-university.de::453332ee-569c-4cda-ae19-79d852ef561a" providerId="AD" clId="Web-{160CA977-4223-0750-48DC-81D5EB2206B6}" dt="2024-05-25T13:17:12.877" v="627"/>
          <ac:spMkLst>
            <pc:docMk/>
            <pc:sldMk cId="175944444" sldId="307"/>
            <ac:spMk id="48" creationId="{A328D012-3AB0-C570-94EE-5BA61D18111C}"/>
          </ac:spMkLst>
        </pc:spChg>
        <pc:graphicFrameChg chg="add del mod">
          <ac:chgData name="Manoj Sundar Ravichandran" userId="S::mravichandran@hof-university.de::453332ee-569c-4cda-ae19-79d852ef561a" providerId="AD" clId="Web-{160CA977-4223-0750-48DC-81D5EB2206B6}" dt="2024-05-25T13:16:24.233" v="620"/>
          <ac:graphicFrameMkLst>
            <pc:docMk/>
            <pc:sldMk cId="175944444" sldId="307"/>
            <ac:graphicFrameMk id="10" creationId="{85239FD6-F617-2642-BF83-7818396DEF3C}"/>
          </ac:graphicFrameMkLst>
        </pc:graphicFrameChg>
        <pc:graphicFrameChg chg="add del mod modGraphic">
          <ac:chgData name="Manoj Sundar Ravichandran" userId="S::mravichandran@hof-university.de::453332ee-569c-4cda-ae19-79d852ef561a" providerId="AD" clId="Web-{160CA977-4223-0750-48DC-81D5EB2206B6}" dt="2024-05-26T12:23:10.315" v="797" actId="20577"/>
          <ac:graphicFrameMkLst>
            <pc:docMk/>
            <pc:sldMk cId="175944444" sldId="307"/>
            <ac:graphicFrameMk id="30" creationId="{33D97EC0-EEB0-F7E9-FF92-53822F5F86F6}"/>
          </ac:graphicFrameMkLst>
        </pc:graphicFrameChg>
      </pc:sldChg>
      <pc:sldChg chg="addSp delSp modSp new">
        <pc:chgData name="Manoj Sundar Ravichandran" userId="S::mravichandran@hof-university.de::453332ee-569c-4cda-ae19-79d852ef561a" providerId="AD" clId="Web-{160CA977-4223-0750-48DC-81D5EB2206B6}" dt="2024-05-25T13:56:52.174" v="754" actId="20577"/>
        <pc:sldMkLst>
          <pc:docMk/>
          <pc:sldMk cId="527624444" sldId="308"/>
        </pc:sldMkLst>
        <pc:spChg chg="mod">
          <ac:chgData name="Manoj Sundar Ravichandran" userId="S::mravichandran@hof-university.de::453332ee-569c-4cda-ae19-79d852ef561a" providerId="AD" clId="Web-{160CA977-4223-0750-48DC-81D5EB2206B6}" dt="2024-05-25T13:56:52.174" v="754" actId="20577"/>
          <ac:spMkLst>
            <pc:docMk/>
            <pc:sldMk cId="527624444" sldId="308"/>
            <ac:spMk id="6" creationId="{A0748684-838D-A9C7-B622-0E2FDBA1ABD3}"/>
          </ac:spMkLst>
        </pc:spChg>
        <pc:spChg chg="del">
          <ac:chgData name="Manoj Sundar Ravichandran" userId="S::mravichandran@hof-university.de::453332ee-569c-4cda-ae19-79d852ef561a" providerId="AD" clId="Web-{160CA977-4223-0750-48DC-81D5EB2206B6}" dt="2024-05-25T13:47:02.123" v="663"/>
          <ac:spMkLst>
            <pc:docMk/>
            <pc:sldMk cId="527624444" sldId="308"/>
            <ac:spMk id="7" creationId="{3A4A6F44-928E-2089-E0C7-559A8E893E5B}"/>
          </ac:spMkLst>
        </pc:spChg>
        <pc:spChg chg="del mod">
          <ac:chgData name="Manoj Sundar Ravichandran" userId="S::mravichandran@hof-university.de::453332ee-569c-4cda-ae19-79d852ef561a" providerId="AD" clId="Web-{160CA977-4223-0750-48DC-81D5EB2206B6}" dt="2024-05-25T13:55:58.498" v="738"/>
          <ac:spMkLst>
            <pc:docMk/>
            <pc:sldMk cId="527624444" sldId="308"/>
            <ac:spMk id="8" creationId="{B32EE33A-90BC-AF1B-7966-8AFEEFCC958C}"/>
          </ac:spMkLst>
        </pc:spChg>
        <pc:picChg chg="add mod ord">
          <ac:chgData name="Manoj Sundar Ravichandran" userId="S::mravichandran@hof-university.de::453332ee-569c-4cda-ae19-79d852ef561a" providerId="AD" clId="Web-{160CA977-4223-0750-48DC-81D5EB2206B6}" dt="2024-05-25T13:56:11.483" v="742" actId="14100"/>
          <ac:picMkLst>
            <pc:docMk/>
            <pc:sldMk cId="527624444" sldId="308"/>
            <ac:picMk id="9" creationId="{286F5B7F-D2B0-C56A-F163-A8DE88B5007C}"/>
          </ac:picMkLst>
        </pc:picChg>
      </pc:sldChg>
      <pc:sldChg chg="delSp modSp new">
        <pc:chgData name="Manoj Sundar Ravichandran" userId="S::mravichandran@hof-university.de::453332ee-569c-4cda-ae19-79d852ef561a" providerId="AD" clId="Web-{160CA977-4223-0750-48DC-81D5EB2206B6}" dt="2024-05-25T14:06:41.049" v="761"/>
        <pc:sldMkLst>
          <pc:docMk/>
          <pc:sldMk cId="297761114" sldId="309"/>
        </pc:sldMkLst>
        <pc:spChg chg="mod">
          <ac:chgData name="Manoj Sundar Ravichandran" userId="S::mravichandran@hof-university.de::453332ee-569c-4cda-ae19-79d852ef561a" providerId="AD" clId="Web-{160CA977-4223-0750-48DC-81D5EB2206B6}" dt="2024-05-25T14:06:31.110" v="760" actId="20577"/>
          <ac:spMkLst>
            <pc:docMk/>
            <pc:sldMk cId="297761114" sldId="309"/>
            <ac:spMk id="6" creationId="{04BB9924-CBA4-F5C6-807B-F11FCA1970DA}"/>
          </ac:spMkLst>
        </pc:spChg>
        <pc:spChg chg="del">
          <ac:chgData name="Manoj Sundar Ravichandran" userId="S::mravichandran@hof-university.de::453332ee-569c-4cda-ae19-79d852ef561a" providerId="AD" clId="Web-{160CA977-4223-0750-48DC-81D5EB2206B6}" dt="2024-05-25T14:06:41.049" v="761"/>
          <ac:spMkLst>
            <pc:docMk/>
            <pc:sldMk cId="297761114" sldId="309"/>
            <ac:spMk id="7" creationId="{68AD832E-25B1-8346-37C3-403DE20BC411}"/>
          </ac:spMkLst>
        </pc:spChg>
      </pc:sldChg>
      <pc:sldChg chg="modSp new">
        <pc:chgData name="Manoj Sundar Ravichandran" userId="S::mravichandran@hof-university.de::453332ee-569c-4cda-ae19-79d852ef561a" providerId="AD" clId="Web-{160CA977-4223-0750-48DC-81D5EB2206B6}" dt="2024-05-25T14:07:01.191" v="766" actId="20577"/>
        <pc:sldMkLst>
          <pc:docMk/>
          <pc:sldMk cId="3153529949" sldId="310"/>
        </pc:sldMkLst>
        <pc:spChg chg="mod">
          <ac:chgData name="Manoj Sundar Ravichandran" userId="S::mravichandran@hof-university.de::453332ee-569c-4cda-ae19-79d852ef561a" providerId="AD" clId="Web-{160CA977-4223-0750-48DC-81D5EB2206B6}" dt="2024-05-25T14:07:01.191" v="766" actId="20577"/>
          <ac:spMkLst>
            <pc:docMk/>
            <pc:sldMk cId="3153529949" sldId="310"/>
            <ac:spMk id="6" creationId="{62411B7F-1EFE-7D00-D50D-F9C3498C3DFB}"/>
          </ac:spMkLst>
        </pc:spChg>
      </pc:sldChg>
      <pc:sldChg chg="modSp new">
        <pc:chgData name="Manoj Sundar Ravichandran" userId="S::mravichandran@hof-university.de::453332ee-569c-4cda-ae19-79d852ef561a" providerId="AD" clId="Web-{160CA977-4223-0750-48DC-81D5EB2206B6}" dt="2024-05-25T14:07:26.615" v="770" actId="20577"/>
        <pc:sldMkLst>
          <pc:docMk/>
          <pc:sldMk cId="1881670893" sldId="311"/>
        </pc:sldMkLst>
        <pc:spChg chg="mod">
          <ac:chgData name="Manoj Sundar Ravichandran" userId="S::mravichandran@hof-university.de::453332ee-569c-4cda-ae19-79d852ef561a" providerId="AD" clId="Web-{160CA977-4223-0750-48DC-81D5EB2206B6}" dt="2024-05-25T14:07:26.615" v="770" actId="20577"/>
          <ac:spMkLst>
            <pc:docMk/>
            <pc:sldMk cId="1881670893" sldId="311"/>
            <ac:spMk id="6" creationId="{151F0244-1463-2312-C7D8-8AD1DE46C857}"/>
          </ac:spMkLst>
        </pc:spChg>
      </pc:sldChg>
      <pc:sldChg chg="delSp modSp new">
        <pc:chgData name="Manoj Sundar Ravichandran" userId="S::mravichandran@hof-university.de::453332ee-569c-4cda-ae19-79d852ef561a" providerId="AD" clId="Web-{160CA977-4223-0750-48DC-81D5EB2206B6}" dt="2024-05-25T14:09:09.451" v="779" actId="20577"/>
        <pc:sldMkLst>
          <pc:docMk/>
          <pc:sldMk cId="3387316557" sldId="312"/>
        </pc:sldMkLst>
        <pc:spChg chg="mod">
          <ac:chgData name="Manoj Sundar Ravichandran" userId="S::mravichandran@hof-university.de::453332ee-569c-4cda-ae19-79d852ef561a" providerId="AD" clId="Web-{160CA977-4223-0750-48DC-81D5EB2206B6}" dt="2024-05-25T14:09:09.451" v="779" actId="20577"/>
          <ac:spMkLst>
            <pc:docMk/>
            <pc:sldMk cId="3387316557" sldId="312"/>
            <ac:spMk id="6" creationId="{326513AD-7772-61B5-937D-C05701F4FC12}"/>
          </ac:spMkLst>
        </pc:spChg>
        <pc:spChg chg="del">
          <ac:chgData name="Manoj Sundar Ravichandran" userId="S::mravichandran@hof-university.de::453332ee-569c-4cda-ae19-79d852ef561a" providerId="AD" clId="Web-{160CA977-4223-0750-48DC-81D5EB2206B6}" dt="2024-05-25T14:08:59.575" v="772"/>
          <ac:spMkLst>
            <pc:docMk/>
            <pc:sldMk cId="3387316557" sldId="312"/>
            <ac:spMk id="7" creationId="{2D783A34-2E04-947D-8927-905A464D99EE}"/>
          </ac:spMkLst>
        </pc:spChg>
      </pc:sldChg>
      <pc:sldChg chg="delSp modSp new">
        <pc:chgData name="Manoj Sundar Ravichandran" userId="S::mravichandran@hof-university.de::453332ee-569c-4cda-ae19-79d852ef561a" providerId="AD" clId="Web-{160CA977-4223-0750-48DC-81D5EB2206B6}" dt="2024-05-25T14:10:01.314" v="787"/>
        <pc:sldMkLst>
          <pc:docMk/>
          <pc:sldMk cId="1993552413" sldId="313"/>
        </pc:sldMkLst>
        <pc:spChg chg="mod">
          <ac:chgData name="Manoj Sundar Ravichandran" userId="S::mravichandran@hof-university.de::453332ee-569c-4cda-ae19-79d852ef561a" providerId="AD" clId="Web-{160CA977-4223-0750-48DC-81D5EB2206B6}" dt="2024-05-25T14:09:58.095" v="786" actId="20577"/>
          <ac:spMkLst>
            <pc:docMk/>
            <pc:sldMk cId="1993552413" sldId="313"/>
            <ac:spMk id="6" creationId="{0A760A53-33A5-BF24-8145-79917E5E790C}"/>
          </ac:spMkLst>
        </pc:spChg>
        <pc:spChg chg="del">
          <ac:chgData name="Manoj Sundar Ravichandran" userId="S::mravichandran@hof-university.de::453332ee-569c-4cda-ae19-79d852ef561a" providerId="AD" clId="Web-{160CA977-4223-0750-48DC-81D5EB2206B6}" dt="2024-05-25T14:10:01.314" v="787"/>
          <ac:spMkLst>
            <pc:docMk/>
            <pc:sldMk cId="1993552413" sldId="313"/>
            <ac:spMk id="7" creationId="{EB430EF7-2AD0-E4CE-BE44-476B309DD756}"/>
          </ac:spMkLst>
        </pc:spChg>
      </pc:sldChg>
      <pc:sldChg chg="delSp modSp new">
        <pc:chgData name="Manoj Sundar Ravichandran" userId="S::mravichandran@hof-university.de::453332ee-569c-4cda-ae19-79d852ef561a" providerId="AD" clId="Web-{160CA977-4223-0750-48DC-81D5EB2206B6}" dt="2024-05-26T12:57:29.708" v="983" actId="20577"/>
        <pc:sldMkLst>
          <pc:docMk/>
          <pc:sldMk cId="928954522" sldId="314"/>
        </pc:sldMkLst>
        <pc:spChg chg="mod">
          <ac:chgData name="Manoj Sundar Ravichandran" userId="S::mravichandran@hof-university.de::453332ee-569c-4cda-ae19-79d852ef561a" providerId="AD" clId="Web-{160CA977-4223-0750-48DC-81D5EB2206B6}" dt="2024-05-26T12:57:29.708" v="983" actId="20577"/>
          <ac:spMkLst>
            <pc:docMk/>
            <pc:sldMk cId="928954522" sldId="314"/>
            <ac:spMk id="6" creationId="{E05B18D3-B985-E2D8-1111-27F4F87A706A}"/>
          </ac:spMkLst>
        </pc:spChg>
        <pc:spChg chg="del">
          <ac:chgData name="Manoj Sundar Ravichandran" userId="S::mravichandran@hof-university.de::453332ee-569c-4cda-ae19-79d852ef561a" providerId="AD" clId="Web-{160CA977-4223-0750-48DC-81D5EB2206B6}" dt="2024-05-25T14:10:26.847" v="789"/>
          <ac:spMkLst>
            <pc:docMk/>
            <pc:sldMk cId="928954522" sldId="314"/>
            <ac:spMk id="7" creationId="{7A3CEE7D-CEE9-5047-D853-435DA3690402}"/>
          </ac:spMkLst>
        </pc:spChg>
      </pc:sldChg>
      <pc:sldChg chg="addSp delSp modSp new mod modClrScheme chgLayout">
        <pc:chgData name="Manoj Sundar Ravichandran" userId="S::mravichandran@hof-university.de::453332ee-569c-4cda-ae19-79d852ef561a" providerId="AD" clId="Web-{160CA977-4223-0750-48DC-81D5EB2206B6}" dt="2024-05-26T12:40:15.494" v="814" actId="1076"/>
        <pc:sldMkLst>
          <pc:docMk/>
          <pc:sldMk cId="632563707" sldId="315"/>
        </pc:sldMkLst>
        <pc:spChg chg="mod ord">
          <ac:chgData name="Manoj Sundar Ravichandran" userId="S::mravichandran@hof-university.de::453332ee-569c-4cda-ae19-79d852ef561a" providerId="AD" clId="Web-{160CA977-4223-0750-48DC-81D5EB2206B6}" dt="2024-05-26T12:39:25.101" v="811"/>
          <ac:spMkLst>
            <pc:docMk/>
            <pc:sldMk cId="632563707" sldId="315"/>
            <ac:spMk id="2" creationId="{2F6FE7FD-C938-B545-509D-9609F379D060}"/>
          </ac:spMkLst>
        </pc:spChg>
        <pc:spChg chg="mod ord modVis">
          <ac:chgData name="Manoj Sundar Ravichandran" userId="S::mravichandran@hof-university.de::453332ee-569c-4cda-ae19-79d852ef561a" providerId="AD" clId="Web-{160CA977-4223-0750-48DC-81D5EB2206B6}" dt="2024-05-26T12:39:25.101" v="811"/>
          <ac:spMkLst>
            <pc:docMk/>
            <pc:sldMk cId="632563707" sldId="315"/>
            <ac:spMk id="3" creationId="{E510F95B-E7BE-246F-D0B5-3EF9176576B6}"/>
          </ac:spMkLst>
        </pc:spChg>
        <pc:spChg chg="add del">
          <ac:chgData name="Manoj Sundar Ravichandran" userId="S::mravichandran@hof-university.de::453332ee-569c-4cda-ae19-79d852ef561a" providerId="AD" clId="Web-{160CA977-4223-0750-48DC-81D5EB2206B6}" dt="2024-05-26T12:39:25.101" v="811"/>
          <ac:spMkLst>
            <pc:docMk/>
            <pc:sldMk cId="632563707" sldId="315"/>
            <ac:spMk id="4" creationId="{166441F4-E4F9-346C-DAF9-8BF22FAE43EB}"/>
          </ac:spMkLst>
        </pc:spChg>
        <pc:spChg chg="add del">
          <ac:chgData name="Manoj Sundar Ravichandran" userId="S::mravichandran@hof-university.de::453332ee-569c-4cda-ae19-79d852ef561a" providerId="AD" clId="Web-{160CA977-4223-0750-48DC-81D5EB2206B6}" dt="2024-05-26T12:39:25.101" v="811"/>
          <ac:spMkLst>
            <pc:docMk/>
            <pc:sldMk cId="632563707" sldId="315"/>
            <ac:spMk id="5" creationId="{1C64BFB8-50C8-2601-B10A-44E6F7A3E08D}"/>
          </ac:spMkLst>
        </pc:spChg>
        <pc:spChg chg="add del">
          <ac:chgData name="Manoj Sundar Ravichandran" userId="S::mravichandran@hof-university.de::453332ee-569c-4cda-ae19-79d852ef561a" providerId="AD" clId="Web-{160CA977-4223-0750-48DC-81D5EB2206B6}" dt="2024-05-26T12:39:25.101" v="811"/>
          <ac:spMkLst>
            <pc:docMk/>
            <pc:sldMk cId="632563707" sldId="315"/>
            <ac:spMk id="6" creationId="{767DE20C-1379-108A-A212-0AFA83973C93}"/>
          </ac:spMkLst>
        </pc:spChg>
        <pc:spChg chg="add del">
          <ac:chgData name="Manoj Sundar Ravichandran" userId="S::mravichandran@hof-university.de::453332ee-569c-4cda-ae19-79d852ef561a" providerId="AD" clId="Web-{160CA977-4223-0750-48DC-81D5EB2206B6}" dt="2024-05-26T12:39:25.101" v="811"/>
          <ac:spMkLst>
            <pc:docMk/>
            <pc:sldMk cId="632563707" sldId="315"/>
            <ac:spMk id="7" creationId="{1F2C90E2-A153-9098-59F1-856F1D9B713C}"/>
          </ac:spMkLst>
        </pc:spChg>
        <pc:spChg chg="del">
          <ac:chgData name="Manoj Sundar Ravichandran" userId="S::mravichandran@hof-university.de::453332ee-569c-4cda-ae19-79d852ef561a" providerId="AD" clId="Web-{160CA977-4223-0750-48DC-81D5EB2206B6}" dt="2024-05-26T12:39:00.085" v="799"/>
          <ac:spMkLst>
            <pc:docMk/>
            <pc:sldMk cId="632563707" sldId="315"/>
            <ac:spMk id="8" creationId="{02D56E48-3D03-3B3F-4F7E-7358C4E288D4}"/>
          </ac:spMkLst>
        </pc:spChg>
        <pc:spChg chg="add del">
          <ac:chgData name="Manoj Sundar Ravichandran" userId="S::mravichandran@hof-university.de::453332ee-569c-4cda-ae19-79d852ef561a" providerId="AD" clId="Web-{160CA977-4223-0750-48DC-81D5EB2206B6}" dt="2024-05-26T12:39:20.335" v="808"/>
          <ac:spMkLst>
            <pc:docMk/>
            <pc:sldMk cId="632563707" sldId="315"/>
            <ac:spMk id="11" creationId="{8CFFEA63-A11E-B602-BCC3-768275E97098}"/>
          </ac:spMkLst>
        </pc:spChg>
        <pc:spChg chg="add del">
          <ac:chgData name="Manoj Sundar Ravichandran" userId="S::mravichandran@hof-university.de::453332ee-569c-4cda-ae19-79d852ef561a" providerId="AD" clId="Web-{160CA977-4223-0750-48DC-81D5EB2206B6}" dt="2024-05-26T12:39:20.335" v="808"/>
          <ac:spMkLst>
            <pc:docMk/>
            <pc:sldMk cId="632563707" sldId="315"/>
            <ac:spMk id="12" creationId="{739F69FF-E033-9EFE-768A-F0BABC3D4C4E}"/>
          </ac:spMkLst>
        </pc:spChg>
        <pc:spChg chg="add del">
          <ac:chgData name="Manoj Sundar Ravichandran" userId="S::mravichandran@hof-university.de::453332ee-569c-4cda-ae19-79d852ef561a" providerId="AD" clId="Web-{160CA977-4223-0750-48DC-81D5EB2206B6}" dt="2024-05-26T12:39:20.335" v="808"/>
          <ac:spMkLst>
            <pc:docMk/>
            <pc:sldMk cId="632563707" sldId="315"/>
            <ac:spMk id="13" creationId="{4A567D98-6DF9-0523-765D-B94117428376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39:09.101" v="802"/>
          <ac:spMkLst>
            <pc:docMk/>
            <pc:sldMk cId="632563707" sldId="315"/>
            <ac:spMk id="14" creationId="{9AAC3877-3BB0-2998-53A4-79B3C57F3536}"/>
          </ac:spMkLst>
        </pc:spChg>
        <pc:spChg chg="add del">
          <ac:chgData name="Manoj Sundar Ravichandran" userId="S::mravichandran@hof-university.de::453332ee-569c-4cda-ae19-79d852ef561a" providerId="AD" clId="Web-{160CA977-4223-0750-48DC-81D5EB2206B6}" dt="2024-05-26T12:39:20.335" v="808"/>
          <ac:spMkLst>
            <pc:docMk/>
            <pc:sldMk cId="632563707" sldId="315"/>
            <ac:spMk id="15" creationId="{9A9EAEE8-982B-1285-FC35-EF6C2216F8C0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39:09.101" v="802"/>
          <ac:spMkLst>
            <pc:docMk/>
            <pc:sldMk cId="632563707" sldId="315"/>
            <ac:spMk id="16" creationId="{E0B19B9E-D362-20A9-9F93-B2284291A414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39:25.101" v="810"/>
          <ac:spMkLst>
            <pc:docMk/>
            <pc:sldMk cId="632563707" sldId="315"/>
            <ac:spMk id="17" creationId="{9AAC3877-3BB0-2998-53A4-79B3C57F3536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39:09.101" v="802"/>
          <ac:spMkLst>
            <pc:docMk/>
            <pc:sldMk cId="632563707" sldId="315"/>
            <ac:spMk id="18" creationId="{37AB0680-1D9D-22D0-73F1-4F29540E2C8C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39:25.101" v="810"/>
          <ac:spMkLst>
            <pc:docMk/>
            <pc:sldMk cId="632563707" sldId="315"/>
            <ac:spMk id="19" creationId="{E0B19B9E-D362-20A9-9F93-B2284291A414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39:09.101" v="802"/>
          <ac:spMkLst>
            <pc:docMk/>
            <pc:sldMk cId="632563707" sldId="315"/>
            <ac:spMk id="20" creationId="{D0A7D279-54BF-010E-A20B-46A82C10C64B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39:25.101" v="810"/>
          <ac:spMkLst>
            <pc:docMk/>
            <pc:sldMk cId="632563707" sldId="315"/>
            <ac:spMk id="21" creationId="{37AB0680-1D9D-22D0-73F1-4F29540E2C8C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39:25.101" v="810"/>
          <ac:spMkLst>
            <pc:docMk/>
            <pc:sldMk cId="632563707" sldId="315"/>
            <ac:spMk id="22" creationId="{D0A7D279-54BF-010E-A20B-46A82C10C64B}"/>
          </ac:spMkLst>
        </pc:spChg>
        <pc:spChg chg="add mod">
          <ac:chgData name="Manoj Sundar Ravichandran" userId="S::mravichandran@hof-university.de::453332ee-569c-4cda-ae19-79d852ef561a" providerId="AD" clId="Web-{160CA977-4223-0750-48DC-81D5EB2206B6}" dt="2024-05-26T12:40:15.494" v="814" actId="1076"/>
          <ac:spMkLst>
            <pc:docMk/>
            <pc:sldMk cId="632563707" sldId="315"/>
            <ac:spMk id="23" creationId="{50738DC3-6EA3-2412-71AB-40DAAD1265A0}"/>
          </ac:spMkLst>
        </pc:spChg>
        <pc:picChg chg="add mod ord">
          <ac:chgData name="Manoj Sundar Ravichandran" userId="S::mravichandran@hof-university.de::453332ee-569c-4cda-ae19-79d852ef561a" providerId="AD" clId="Web-{160CA977-4223-0750-48DC-81D5EB2206B6}" dt="2024-05-26T12:39:31.117" v="812" actId="14100"/>
          <ac:picMkLst>
            <pc:docMk/>
            <pc:sldMk cId="632563707" sldId="315"/>
            <ac:picMk id="9" creationId="{87920DAE-945B-F18A-49F4-B9908031FF9B}"/>
          </ac:picMkLst>
        </pc:picChg>
      </pc:sldChg>
      <pc:sldChg chg="addSp delSp modSp new mod modClrScheme chgLayout">
        <pc:chgData name="Manoj Sundar Ravichandran" userId="S::mravichandran@hof-university.de::453332ee-569c-4cda-ae19-79d852ef561a" providerId="AD" clId="Web-{160CA977-4223-0750-48DC-81D5EB2206B6}" dt="2024-05-26T12:57:16.708" v="981" actId="20577"/>
        <pc:sldMkLst>
          <pc:docMk/>
          <pc:sldMk cId="4093255372" sldId="316"/>
        </pc:sldMkLst>
        <pc:spChg chg="mod ord">
          <ac:chgData name="Manoj Sundar Ravichandran" userId="S::mravichandran@hof-university.de::453332ee-569c-4cda-ae19-79d852ef561a" providerId="AD" clId="Web-{160CA977-4223-0750-48DC-81D5EB2206B6}" dt="2024-05-26T12:53:34.059" v="972"/>
          <ac:spMkLst>
            <pc:docMk/>
            <pc:sldMk cId="4093255372" sldId="316"/>
            <ac:spMk id="2" creationId="{042E1AEA-FC04-1DDE-BA23-02C3869A2994}"/>
          </ac:spMkLst>
        </pc:spChg>
        <pc:spChg chg="mod ord">
          <ac:chgData name="Manoj Sundar Ravichandran" userId="S::mravichandran@hof-university.de::453332ee-569c-4cda-ae19-79d852ef561a" providerId="AD" clId="Web-{160CA977-4223-0750-48DC-81D5EB2206B6}" dt="2024-05-26T12:53:34.059" v="972"/>
          <ac:spMkLst>
            <pc:docMk/>
            <pc:sldMk cId="4093255372" sldId="316"/>
            <ac:spMk id="3" creationId="{DF2ED75E-3995-63F9-7186-7052B7D7F162}"/>
          </ac:spMkLst>
        </pc:spChg>
        <pc:spChg chg="add del">
          <ac:chgData name="Manoj Sundar Ravichandran" userId="S::mravichandran@hof-university.de::453332ee-569c-4cda-ae19-79d852ef561a" providerId="AD" clId="Web-{160CA977-4223-0750-48DC-81D5EB2206B6}" dt="2024-05-26T12:52:11.114" v="962"/>
          <ac:spMkLst>
            <pc:docMk/>
            <pc:sldMk cId="4093255372" sldId="316"/>
            <ac:spMk id="4" creationId="{C892C410-5A94-92CC-FE01-817AAA0B2C33}"/>
          </ac:spMkLst>
        </pc:spChg>
        <pc:spChg chg="add del">
          <ac:chgData name="Manoj Sundar Ravichandran" userId="S::mravichandran@hof-university.de::453332ee-569c-4cda-ae19-79d852ef561a" providerId="AD" clId="Web-{160CA977-4223-0750-48DC-81D5EB2206B6}" dt="2024-05-26T12:52:11.114" v="962"/>
          <ac:spMkLst>
            <pc:docMk/>
            <pc:sldMk cId="4093255372" sldId="316"/>
            <ac:spMk id="5" creationId="{EE438A4C-CC6F-3403-7F58-4242271A6240}"/>
          </ac:spMkLst>
        </pc:spChg>
        <pc:spChg chg="mod">
          <ac:chgData name="Manoj Sundar Ravichandran" userId="S::mravichandran@hof-university.de::453332ee-569c-4cda-ae19-79d852ef561a" providerId="AD" clId="Web-{160CA977-4223-0750-48DC-81D5EB2206B6}" dt="2024-05-26T12:53:34.059" v="972"/>
          <ac:spMkLst>
            <pc:docMk/>
            <pc:sldMk cId="4093255372" sldId="316"/>
            <ac:spMk id="6" creationId="{F4D8B17F-0CE2-C116-5827-B3C2C884E62D}"/>
          </ac:spMkLst>
        </pc:spChg>
        <pc:spChg chg="del">
          <ac:chgData name="Manoj Sundar Ravichandran" userId="S::mravichandran@hof-university.de::453332ee-569c-4cda-ae19-79d852ef561a" providerId="AD" clId="Web-{160CA977-4223-0750-48DC-81D5EB2206B6}" dt="2024-05-26T12:48:27.278" v="822"/>
          <ac:spMkLst>
            <pc:docMk/>
            <pc:sldMk cId="4093255372" sldId="316"/>
            <ac:spMk id="7" creationId="{E38611D6-CCEC-E890-C809-B175B3EF78C6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2:11.114" v="962"/>
          <ac:spMkLst>
            <pc:docMk/>
            <pc:sldMk cId="4093255372" sldId="316"/>
            <ac:spMk id="8" creationId="{34C208E4-F78C-49D4-5C02-23E1F0275BA9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1:54.910" v="953"/>
          <ac:spMkLst>
            <pc:docMk/>
            <pc:sldMk cId="4093255372" sldId="316"/>
            <ac:spMk id="14" creationId="{B3465E86-3F8C-0C25-0AF1-28FE5D038487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1:54.910" v="953"/>
          <ac:spMkLst>
            <pc:docMk/>
            <pc:sldMk cId="4093255372" sldId="316"/>
            <ac:spMk id="16" creationId="{D59DF23D-D76C-35F9-74E2-D27419DA0A42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1:54.910" v="953"/>
          <ac:spMkLst>
            <pc:docMk/>
            <pc:sldMk cId="4093255372" sldId="316"/>
            <ac:spMk id="18" creationId="{560FEE43-77F1-B619-A71A-10F794CA89CD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1:58.989" v="955"/>
          <ac:spMkLst>
            <pc:docMk/>
            <pc:sldMk cId="4093255372" sldId="316"/>
            <ac:spMk id="20" creationId="{69E88117-0913-E8BE-AFD5-93A4EAF124EA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1:58.989" v="955"/>
          <ac:spMkLst>
            <pc:docMk/>
            <pc:sldMk cId="4093255372" sldId="316"/>
            <ac:spMk id="21" creationId="{05982DD0-13E2-901C-B25B-A57AA11C4C22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2:04.504" v="957"/>
          <ac:spMkLst>
            <pc:docMk/>
            <pc:sldMk cId="4093255372" sldId="316"/>
            <ac:spMk id="24" creationId="{69E88117-0913-E8BE-AFD5-93A4EAF124EA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2:04.504" v="957"/>
          <ac:spMkLst>
            <pc:docMk/>
            <pc:sldMk cId="4093255372" sldId="316"/>
            <ac:spMk id="25" creationId="{05982DD0-13E2-901C-B25B-A57AA11C4C22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2:07.145" v="959"/>
          <ac:spMkLst>
            <pc:docMk/>
            <pc:sldMk cId="4093255372" sldId="316"/>
            <ac:spMk id="28" creationId="{41E74669-5F50-FD7F-814A-9B443892C254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2:07.145" v="959"/>
          <ac:spMkLst>
            <pc:docMk/>
            <pc:sldMk cId="4093255372" sldId="316"/>
            <ac:spMk id="29" creationId="{6BB04C6D-E21D-3AE0-CC6B-E6495DB21FC3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2:07.145" v="959"/>
          <ac:spMkLst>
            <pc:docMk/>
            <pc:sldMk cId="4093255372" sldId="316"/>
            <ac:spMk id="30" creationId="{8FC05AD0-6AFD-C8AB-5661-E5E95D210F5E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2:07.145" v="959"/>
          <ac:spMkLst>
            <pc:docMk/>
            <pc:sldMk cId="4093255372" sldId="316"/>
            <ac:spMk id="31" creationId="{5F11A851-CF41-4485-CC94-CB7B316CDDD0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2:07.145" v="959"/>
          <ac:spMkLst>
            <pc:docMk/>
            <pc:sldMk cId="4093255372" sldId="316"/>
            <ac:spMk id="32" creationId="{C1EA74EF-17DB-0146-A549-36DBFB725F13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2:07.145" v="959"/>
          <ac:spMkLst>
            <pc:docMk/>
            <pc:sldMk cId="4093255372" sldId="316"/>
            <ac:spMk id="33" creationId="{DE084C10-1F50-1D46-9315-6B1E902E0A7C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2:11.067" v="961"/>
          <ac:spMkLst>
            <pc:docMk/>
            <pc:sldMk cId="4093255372" sldId="316"/>
            <ac:spMk id="36" creationId="{B3465E86-3F8C-0C25-0AF1-28FE5D038487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2:11.067" v="961"/>
          <ac:spMkLst>
            <pc:docMk/>
            <pc:sldMk cId="4093255372" sldId="316"/>
            <ac:spMk id="37" creationId="{D59DF23D-D76C-35F9-74E2-D27419DA0A42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2:11.067" v="961"/>
          <ac:spMkLst>
            <pc:docMk/>
            <pc:sldMk cId="4093255372" sldId="316"/>
            <ac:spMk id="38" creationId="{560FEE43-77F1-B619-A71A-10F794CA89CD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2:28.646" v="963"/>
          <ac:spMkLst>
            <pc:docMk/>
            <pc:sldMk cId="4093255372" sldId="316"/>
            <ac:spMk id="41" creationId="{69E88117-0913-E8BE-AFD5-93A4EAF124EA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2:28.646" v="963"/>
          <ac:spMkLst>
            <pc:docMk/>
            <pc:sldMk cId="4093255372" sldId="316"/>
            <ac:spMk id="42" creationId="{05982DD0-13E2-901C-B25B-A57AA11C4C22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3:34.059" v="972"/>
          <ac:spMkLst>
            <pc:docMk/>
            <pc:sldMk cId="4093255372" sldId="316"/>
            <ac:spMk id="48" creationId="{EE26A356-401F-8F6B-F89C-7D93ECA53762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3:34.059" v="972"/>
          <ac:spMkLst>
            <pc:docMk/>
            <pc:sldMk cId="4093255372" sldId="316"/>
            <ac:spMk id="50" creationId="{E7AF990B-50DA-B487-8B68-C5441799B6F1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3:34.059" v="972"/>
          <ac:spMkLst>
            <pc:docMk/>
            <pc:sldMk cId="4093255372" sldId="316"/>
            <ac:spMk id="52" creationId="{5972D5E2-8DAD-6D26-FE50-348BDDBCF9B5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3:30.340" v="969"/>
          <ac:spMkLst>
            <pc:docMk/>
            <pc:sldMk cId="4093255372" sldId="316"/>
            <ac:spMk id="57" creationId="{2929EF24-3BB7-18DE-F55A-7B15FFB21798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3:30.340" v="969"/>
          <ac:spMkLst>
            <pc:docMk/>
            <pc:sldMk cId="4093255372" sldId="316"/>
            <ac:spMk id="59" creationId="{96DDA4E3-9CCD-DBE8-EB00-C401FFE5A7B8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3:30.340" v="969"/>
          <ac:spMkLst>
            <pc:docMk/>
            <pc:sldMk cId="4093255372" sldId="316"/>
            <ac:spMk id="61" creationId="{F052EF7D-E290-7118-B1BC-3ADDF4F4D47F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3:34.012" v="971"/>
          <ac:spMkLst>
            <pc:docMk/>
            <pc:sldMk cId="4093255372" sldId="316"/>
            <ac:spMk id="63" creationId="{2929EF24-3BB7-18DE-F55A-7B15FFB21798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3:34.012" v="971"/>
          <ac:spMkLst>
            <pc:docMk/>
            <pc:sldMk cId="4093255372" sldId="316"/>
            <ac:spMk id="64" creationId="{96DDA4E3-9CCD-DBE8-EB00-C401FFE5A7B8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3:34.012" v="971"/>
          <ac:spMkLst>
            <pc:docMk/>
            <pc:sldMk cId="4093255372" sldId="316"/>
            <ac:spMk id="65" creationId="{F052EF7D-E290-7118-B1BC-3ADDF4F4D47F}"/>
          </ac:spMkLst>
        </pc:spChg>
        <pc:spChg chg="add mod">
          <ac:chgData name="Manoj Sundar Ravichandran" userId="S::mravichandran@hof-university.de::453332ee-569c-4cda-ae19-79d852ef561a" providerId="AD" clId="Web-{160CA977-4223-0750-48DC-81D5EB2206B6}" dt="2024-05-26T12:53:34.059" v="972"/>
          <ac:spMkLst>
            <pc:docMk/>
            <pc:sldMk cId="4093255372" sldId="316"/>
            <ac:spMk id="67" creationId="{492AF23A-529E-A607-0ABB-87772FAB2C16}"/>
          </ac:spMkLst>
        </pc:spChg>
        <pc:spChg chg="add del mod">
          <ac:chgData name="Manoj Sundar Ravichandran" userId="S::mravichandran@hof-university.de::453332ee-569c-4cda-ae19-79d852ef561a" providerId="AD" clId="Web-{160CA977-4223-0750-48DC-81D5EB2206B6}" dt="2024-05-26T12:53:53.716" v="973"/>
          <ac:spMkLst>
            <pc:docMk/>
            <pc:sldMk cId="4093255372" sldId="316"/>
            <ac:spMk id="68" creationId="{90A7A9C2-0A98-946B-B158-B81220CD3BB4}"/>
          </ac:spMkLst>
        </pc:spChg>
        <pc:graphicFrameChg chg="add del mod">
          <ac:chgData name="Manoj Sundar Ravichandran" userId="S::mravichandran@hof-university.de::453332ee-569c-4cda-ae19-79d852ef561a" providerId="AD" clId="Web-{160CA977-4223-0750-48DC-81D5EB2206B6}" dt="2024-05-26T12:51:54.910" v="953"/>
          <ac:graphicFrameMkLst>
            <pc:docMk/>
            <pc:sldMk cId="4093255372" sldId="316"/>
            <ac:graphicFrameMk id="10" creationId="{E6A749FE-4F03-4B2D-99D4-5676CE16DF51}"/>
          </ac:graphicFrameMkLst>
        </pc:graphicFrameChg>
        <pc:graphicFrameChg chg="add del mod">
          <ac:chgData name="Manoj Sundar Ravichandran" userId="S::mravichandran@hof-university.de::453332ee-569c-4cda-ae19-79d852ef561a" providerId="AD" clId="Web-{160CA977-4223-0750-48DC-81D5EB2206B6}" dt="2024-05-26T12:51:58.989" v="955"/>
          <ac:graphicFrameMkLst>
            <pc:docMk/>
            <pc:sldMk cId="4093255372" sldId="316"/>
            <ac:graphicFrameMk id="22" creationId="{6B08C678-FD3F-963C-0556-8F6BE13012FB}"/>
          </ac:graphicFrameMkLst>
        </pc:graphicFrameChg>
        <pc:graphicFrameChg chg="add del mod">
          <ac:chgData name="Manoj Sundar Ravichandran" userId="S::mravichandran@hof-university.de::453332ee-569c-4cda-ae19-79d852ef561a" providerId="AD" clId="Web-{160CA977-4223-0750-48DC-81D5EB2206B6}" dt="2024-05-26T12:52:04.504" v="957"/>
          <ac:graphicFrameMkLst>
            <pc:docMk/>
            <pc:sldMk cId="4093255372" sldId="316"/>
            <ac:graphicFrameMk id="26" creationId="{D078AE8D-1BFA-951F-E8BA-4465F9511571}"/>
          </ac:graphicFrameMkLst>
        </pc:graphicFrameChg>
        <pc:graphicFrameChg chg="add del mod">
          <ac:chgData name="Manoj Sundar Ravichandran" userId="S::mravichandran@hof-university.de::453332ee-569c-4cda-ae19-79d852ef561a" providerId="AD" clId="Web-{160CA977-4223-0750-48DC-81D5EB2206B6}" dt="2024-05-26T12:52:07.145" v="959"/>
          <ac:graphicFrameMkLst>
            <pc:docMk/>
            <pc:sldMk cId="4093255372" sldId="316"/>
            <ac:graphicFrameMk id="34" creationId="{C340912E-2AE3-9EF6-72D4-B557CDA1BC15}"/>
          </ac:graphicFrameMkLst>
        </pc:graphicFrameChg>
        <pc:graphicFrameChg chg="add del mod">
          <ac:chgData name="Manoj Sundar Ravichandran" userId="S::mravichandran@hof-university.de::453332ee-569c-4cda-ae19-79d852ef561a" providerId="AD" clId="Web-{160CA977-4223-0750-48DC-81D5EB2206B6}" dt="2024-05-26T12:52:11.067" v="961"/>
          <ac:graphicFrameMkLst>
            <pc:docMk/>
            <pc:sldMk cId="4093255372" sldId="316"/>
            <ac:graphicFrameMk id="39" creationId="{E6A749FE-4F03-4B2D-99D4-5676CE16DF51}"/>
          </ac:graphicFrameMkLst>
        </pc:graphicFrameChg>
        <pc:graphicFrameChg chg="add mod modGraphic">
          <ac:chgData name="Manoj Sundar Ravichandran" userId="S::mravichandran@hof-university.de::453332ee-569c-4cda-ae19-79d852ef561a" providerId="AD" clId="Web-{160CA977-4223-0750-48DC-81D5EB2206B6}" dt="2024-05-26T12:57:16.708" v="981" actId="20577"/>
          <ac:graphicFrameMkLst>
            <pc:docMk/>
            <pc:sldMk cId="4093255372" sldId="316"/>
            <ac:graphicFrameMk id="43" creationId="{6B08C678-FD3F-963C-0556-8F6BE13012FB}"/>
          </ac:graphicFrameMkLst>
        </pc:graphicFrameChg>
      </pc:sldChg>
    </pc:docChg>
  </pc:docChgLst>
  <pc:docChgLst>
    <pc:chgData name="Manoj Sundar Ravichandran" userId="S::mravichandran@hof-university.de::453332ee-569c-4cda-ae19-79d852ef561a" providerId="AD" clId="Web-{0B5C3F6D-901F-C29E-B34F-76BD71B66330}"/>
    <pc:docChg chg="addSld modSld">
      <pc:chgData name="Manoj Sundar Ravichandran" userId="S::mravichandran@hof-university.de::453332ee-569c-4cda-ae19-79d852ef561a" providerId="AD" clId="Web-{0B5C3F6D-901F-C29E-B34F-76BD71B66330}" dt="2025-01-02T12:36:08.022" v="591" actId="20577"/>
      <pc:docMkLst>
        <pc:docMk/>
      </pc:docMkLst>
      <pc:sldChg chg="addSp delSp modSp">
        <pc:chgData name="Manoj Sundar Ravichandran" userId="S::mravichandran@hof-university.de::453332ee-569c-4cda-ae19-79d852ef561a" providerId="AD" clId="Web-{0B5C3F6D-901F-C29E-B34F-76BD71B66330}" dt="2025-01-02T12:36:08.022" v="591" actId="20577"/>
        <pc:sldMkLst>
          <pc:docMk/>
          <pc:sldMk cId="3222987528" sldId="332"/>
        </pc:sldMkLst>
        <pc:spChg chg="add del">
          <ac:chgData name="Manoj Sundar Ravichandran" userId="S::mravichandran@hof-university.de::453332ee-569c-4cda-ae19-79d852ef561a" providerId="AD" clId="Web-{0B5C3F6D-901F-C29E-B34F-76BD71B66330}" dt="2025-01-02T12:33:18.656" v="505"/>
          <ac:spMkLst>
            <pc:docMk/>
            <pc:sldMk cId="3222987528" sldId="332"/>
            <ac:spMk id="2" creationId="{AEFFBC10-117B-0099-576B-3F1E6844E56A}"/>
          </ac:spMkLst>
        </pc:spChg>
        <pc:spChg chg="add mod">
          <ac:chgData name="Manoj Sundar Ravichandran" userId="S::mravichandran@hof-university.de::453332ee-569c-4cda-ae19-79d852ef561a" providerId="AD" clId="Web-{0B5C3F6D-901F-C29E-B34F-76BD71B66330}" dt="2025-01-02T12:33:45.438" v="515" actId="20577"/>
          <ac:spMkLst>
            <pc:docMk/>
            <pc:sldMk cId="3222987528" sldId="332"/>
            <ac:spMk id="3" creationId="{4254C2C0-F5F8-8B59-775A-48BC59B1AB2E}"/>
          </ac:spMkLst>
        </pc:spChg>
        <pc:spChg chg="add mod">
          <ac:chgData name="Manoj Sundar Ravichandran" userId="S::mravichandran@hof-university.de::453332ee-569c-4cda-ae19-79d852ef561a" providerId="AD" clId="Web-{0B5C3F6D-901F-C29E-B34F-76BD71B66330}" dt="2025-01-02T12:36:08.022" v="591" actId="20577"/>
          <ac:spMkLst>
            <pc:docMk/>
            <pc:sldMk cId="3222987528" sldId="332"/>
            <ac:spMk id="4" creationId="{74F39478-2C64-25C8-733A-0DD7BA3DE847}"/>
          </ac:spMkLst>
        </pc:spChg>
        <pc:spChg chg="add del mod">
          <ac:chgData name="Manoj Sundar Ravichandran" userId="S::mravichandran@hof-university.de::453332ee-569c-4cda-ae19-79d852ef561a" providerId="AD" clId="Web-{0B5C3F6D-901F-C29E-B34F-76BD71B66330}" dt="2025-01-02T12:33:52.486" v="517"/>
          <ac:spMkLst>
            <pc:docMk/>
            <pc:sldMk cId="3222987528" sldId="332"/>
            <ac:spMk id="158" creationId="{74F39478-2C64-25C8-733A-0DD7BA3DE847}"/>
          </ac:spMkLst>
        </pc:spChg>
        <pc:spChg chg="mod">
          <ac:chgData name="Manoj Sundar Ravichandran" userId="S::mravichandran@hof-university.de::453332ee-569c-4cda-ae19-79d852ef561a" providerId="AD" clId="Web-{0B5C3F6D-901F-C29E-B34F-76BD71B66330}" dt="2025-01-02T11:26:02.772" v="214" actId="20577"/>
          <ac:spMkLst>
            <pc:docMk/>
            <pc:sldMk cId="3222987528" sldId="332"/>
            <ac:spMk id="160" creationId="{F4818DB4-1736-F434-6EFD-7DE5F4AAE711}"/>
          </ac:spMkLst>
        </pc:spChg>
        <pc:spChg chg="del mod">
          <ac:chgData name="Manoj Sundar Ravichandran" userId="S::mravichandran@hof-university.de::453332ee-569c-4cda-ae19-79d852ef561a" providerId="AD" clId="Web-{0B5C3F6D-901F-C29E-B34F-76BD71B66330}" dt="2025-01-02T12:31:25.512" v="484"/>
          <ac:spMkLst>
            <pc:docMk/>
            <pc:sldMk cId="3222987528" sldId="332"/>
            <ac:spMk id="165" creationId="{2830E1C5-6953-C54A-F883-A980E7C0CE43}"/>
          </ac:spMkLst>
        </pc:spChg>
        <pc:spChg chg="del mod">
          <ac:chgData name="Manoj Sundar Ravichandran" userId="S::mravichandran@hof-university.de::453332ee-569c-4cda-ae19-79d852ef561a" providerId="AD" clId="Web-{0B5C3F6D-901F-C29E-B34F-76BD71B66330}" dt="2025-01-02T12:32:29.733" v="497"/>
          <ac:spMkLst>
            <pc:docMk/>
            <pc:sldMk cId="3222987528" sldId="332"/>
            <ac:spMk id="166" creationId="{AEFFBC10-117B-0099-576B-3F1E6844E56A}"/>
          </ac:spMkLst>
        </pc:spChg>
      </pc:sldChg>
      <pc:sldChg chg="modSp new">
        <pc:chgData name="Manoj Sundar Ravichandran" userId="S::mravichandran@hof-university.de::453332ee-569c-4cda-ae19-79d852ef561a" providerId="AD" clId="Web-{0B5C3F6D-901F-C29E-B34F-76BD71B66330}" dt="2025-01-02T11:04:40.927" v="7" actId="20577"/>
        <pc:sldMkLst>
          <pc:docMk/>
          <pc:sldMk cId="1295064107" sldId="333"/>
        </pc:sldMkLst>
        <pc:spChg chg="mod">
          <ac:chgData name="Manoj Sundar Ravichandran" userId="S::mravichandran@hof-university.de::453332ee-569c-4cda-ae19-79d852ef561a" providerId="AD" clId="Web-{0B5C3F6D-901F-C29E-B34F-76BD71B66330}" dt="2025-01-02T11:04:40.927" v="7" actId="20577"/>
          <ac:spMkLst>
            <pc:docMk/>
            <pc:sldMk cId="1295064107" sldId="333"/>
            <ac:spMk id="6" creationId="{AFDBFB8A-C6E5-7904-8062-E628F976BC36}"/>
          </ac:spMkLst>
        </pc:spChg>
      </pc:sldChg>
      <pc:sldChg chg="addSp delSp modSp add replId">
        <pc:chgData name="Manoj Sundar Ravichandran" userId="S::mravichandran@hof-university.de::453332ee-569c-4cda-ae19-79d852ef561a" providerId="AD" clId="Web-{0B5C3F6D-901F-C29E-B34F-76BD71B66330}" dt="2025-01-02T12:32:52.046" v="503" actId="1076"/>
        <pc:sldMkLst>
          <pc:docMk/>
          <pc:sldMk cId="3304441295" sldId="334"/>
        </pc:sldMkLst>
        <pc:spChg chg="add del mod">
          <ac:chgData name="Manoj Sundar Ravichandran" userId="S::mravichandran@hof-university.de::453332ee-569c-4cda-ae19-79d852ef561a" providerId="AD" clId="Web-{0B5C3F6D-901F-C29E-B34F-76BD71B66330}" dt="2025-01-02T12:31:44.950" v="490"/>
          <ac:spMkLst>
            <pc:docMk/>
            <pc:sldMk cId="3304441295" sldId="334"/>
            <ac:spMk id="2" creationId="{2830E1C5-6953-C54A-F883-A980E7C0CE43}"/>
          </ac:spMkLst>
        </pc:spChg>
        <pc:spChg chg="add mod">
          <ac:chgData name="Manoj Sundar Ravichandran" userId="S::mravichandran@hof-university.de::453332ee-569c-4cda-ae19-79d852ef561a" providerId="AD" clId="Web-{0B5C3F6D-901F-C29E-B34F-76BD71B66330}" dt="2025-01-02T12:32:20.014" v="494" actId="1076"/>
          <ac:spMkLst>
            <pc:docMk/>
            <pc:sldMk cId="3304441295" sldId="334"/>
            <ac:spMk id="3" creationId="{2830E1C5-6953-C54A-F883-A980E7C0CE43}"/>
          </ac:spMkLst>
        </pc:spChg>
        <pc:spChg chg="add mod">
          <ac:chgData name="Manoj Sundar Ravichandran" userId="S::mravichandran@hof-university.de::453332ee-569c-4cda-ae19-79d852ef561a" providerId="AD" clId="Web-{0B5C3F6D-901F-C29E-B34F-76BD71B66330}" dt="2025-01-02T12:32:52.046" v="503" actId="1076"/>
          <ac:spMkLst>
            <pc:docMk/>
            <pc:sldMk cId="3304441295" sldId="334"/>
            <ac:spMk id="4" creationId="{AEFFBC10-117B-0099-576B-3F1E6844E56A}"/>
          </ac:spMkLst>
        </pc:spChg>
        <pc:spChg chg="del mod">
          <ac:chgData name="Manoj Sundar Ravichandran" userId="S::mravichandran@hof-university.de::453332ee-569c-4cda-ae19-79d852ef561a" providerId="AD" clId="Web-{0B5C3F6D-901F-C29E-B34F-76BD71B66330}" dt="2025-01-02T12:31:50.731" v="492"/>
          <ac:spMkLst>
            <pc:docMk/>
            <pc:sldMk cId="3304441295" sldId="334"/>
            <ac:spMk id="158" creationId="{74F39478-2C64-25C8-733A-0DD7BA3DE847}"/>
          </ac:spMkLst>
        </pc:spChg>
        <pc:spChg chg="del mod">
          <ac:chgData name="Manoj Sundar Ravichandran" userId="S::mravichandran@hof-university.de::453332ee-569c-4cda-ae19-79d852ef561a" providerId="AD" clId="Web-{0B5C3F6D-901F-C29E-B34F-76BD71B66330}" dt="2025-01-02T12:31:38.153" v="489"/>
          <ac:spMkLst>
            <pc:docMk/>
            <pc:sldMk cId="3304441295" sldId="334"/>
            <ac:spMk id="160" creationId="{F4818DB4-1736-F434-6EFD-7DE5F4AAE711}"/>
          </ac:spMkLst>
        </pc:spChg>
        <pc:spChg chg="mod">
          <ac:chgData name="Manoj Sundar Ravichandran" userId="S::mravichandran@hof-university.de::453332ee-569c-4cda-ae19-79d852ef561a" providerId="AD" clId="Web-{0B5C3F6D-901F-C29E-B34F-76BD71B66330}" dt="2025-01-02T12:32:45.499" v="501" actId="1076"/>
          <ac:spMkLst>
            <pc:docMk/>
            <pc:sldMk cId="3304441295" sldId="334"/>
            <ac:spMk id="165" creationId="{2830E1C5-6953-C54A-F883-A980E7C0CE43}"/>
          </ac:spMkLst>
        </pc:spChg>
        <pc:spChg chg="mod">
          <ac:chgData name="Manoj Sundar Ravichandran" userId="S::mravichandran@hof-university.de::453332ee-569c-4cda-ae19-79d852ef561a" providerId="AD" clId="Web-{0B5C3F6D-901F-C29E-B34F-76BD71B66330}" dt="2025-01-02T12:32:48.327" v="502" actId="1076"/>
          <ac:spMkLst>
            <pc:docMk/>
            <pc:sldMk cId="3304441295" sldId="334"/>
            <ac:spMk id="166" creationId="{AEFFBC10-117B-0099-576B-3F1E6844E56A}"/>
          </ac:spMkLst>
        </pc:spChg>
      </pc:sldChg>
      <pc:sldChg chg="addSp delSp modSp new mod modClrScheme chgLayout">
        <pc:chgData name="Manoj Sundar Ravichandran" userId="S::mravichandran@hof-university.de::453332ee-569c-4cda-ae19-79d852ef561a" providerId="AD" clId="Web-{0B5C3F6D-901F-C29E-B34F-76BD71B66330}" dt="2025-01-02T11:11:57.782" v="45" actId="1076"/>
        <pc:sldMkLst>
          <pc:docMk/>
          <pc:sldMk cId="3983310443" sldId="335"/>
        </pc:sldMkLst>
        <pc:spChg chg="mod">
          <ac:chgData name="Manoj Sundar Ravichandran" userId="S::mravichandran@hof-university.de::453332ee-569c-4cda-ae19-79d852ef561a" providerId="AD" clId="Web-{0B5C3F6D-901F-C29E-B34F-76BD71B66330}" dt="2025-01-02T11:11:57.782" v="45" actId="1076"/>
          <ac:spMkLst>
            <pc:docMk/>
            <pc:sldMk cId="3983310443" sldId="335"/>
            <ac:spMk id="2" creationId="{3FF2C337-5DF6-29C5-A645-CDD6335D263B}"/>
          </ac:spMkLst>
        </pc:spChg>
        <pc:spChg chg="mod modVis">
          <ac:chgData name="Manoj Sundar Ravichandran" userId="S::mravichandran@hof-university.de::453332ee-569c-4cda-ae19-79d852ef561a" providerId="AD" clId="Web-{0B5C3F6D-901F-C29E-B34F-76BD71B66330}" dt="2025-01-02T11:10:31.405" v="34"/>
          <ac:spMkLst>
            <pc:docMk/>
            <pc:sldMk cId="3983310443" sldId="335"/>
            <ac:spMk id="3" creationId="{7F47C410-2F9B-28D0-917E-07127EC08B96}"/>
          </ac:spMkLst>
        </pc:spChg>
        <pc:spChg chg="del">
          <ac:chgData name="Manoj Sundar Ravichandran" userId="S::mravichandran@hof-university.de::453332ee-569c-4cda-ae19-79d852ef561a" providerId="AD" clId="Web-{0B5C3F6D-901F-C29E-B34F-76BD71B66330}" dt="2025-01-02T11:10:31.405" v="34"/>
          <ac:spMkLst>
            <pc:docMk/>
            <pc:sldMk cId="3983310443" sldId="335"/>
            <ac:spMk id="4" creationId="{7C353E19-30E2-5AE6-6F59-DDD715D42EF7}"/>
          </ac:spMkLst>
        </pc:spChg>
        <pc:spChg chg="del">
          <ac:chgData name="Manoj Sundar Ravichandran" userId="S::mravichandran@hof-university.de::453332ee-569c-4cda-ae19-79d852ef561a" providerId="AD" clId="Web-{0B5C3F6D-901F-C29E-B34F-76BD71B66330}" dt="2025-01-02T11:10:31.405" v="34"/>
          <ac:spMkLst>
            <pc:docMk/>
            <pc:sldMk cId="3983310443" sldId="335"/>
            <ac:spMk id="5" creationId="{F28EA87C-820E-0CC0-9C1A-B5E350C9B2B8}"/>
          </ac:spMkLst>
        </pc:spChg>
        <pc:spChg chg="del">
          <ac:chgData name="Manoj Sundar Ravichandran" userId="S::mravichandran@hof-university.de::453332ee-569c-4cda-ae19-79d852ef561a" providerId="AD" clId="Web-{0B5C3F6D-901F-C29E-B34F-76BD71B66330}" dt="2025-01-02T11:09:32.513" v="31"/>
          <ac:spMkLst>
            <pc:docMk/>
            <pc:sldMk cId="3983310443" sldId="335"/>
            <ac:spMk id="6" creationId="{BB514099-9B7D-D0AF-60CD-080C68274A8E}"/>
          </ac:spMkLst>
        </pc:spChg>
        <pc:spChg chg="del">
          <ac:chgData name="Manoj Sundar Ravichandran" userId="S::mravichandran@hof-university.de::453332ee-569c-4cda-ae19-79d852ef561a" providerId="AD" clId="Web-{0B5C3F6D-901F-C29E-B34F-76BD71B66330}" dt="2025-01-02T11:09:35.154" v="32"/>
          <ac:spMkLst>
            <pc:docMk/>
            <pc:sldMk cId="3983310443" sldId="335"/>
            <ac:spMk id="7" creationId="{BC2F97A9-3FA1-5585-E925-CC40B422504E}"/>
          </ac:spMkLst>
        </pc:spChg>
        <pc:spChg chg="del">
          <ac:chgData name="Manoj Sundar Ravichandran" userId="S::mravichandran@hof-university.de::453332ee-569c-4cda-ae19-79d852ef561a" providerId="AD" clId="Web-{0B5C3F6D-901F-C29E-B34F-76BD71B66330}" dt="2025-01-02T11:10:26.671" v="33"/>
          <ac:spMkLst>
            <pc:docMk/>
            <pc:sldMk cId="3983310443" sldId="335"/>
            <ac:spMk id="8" creationId="{31590F18-9D32-8DB0-BCB1-16F96474F9D1}"/>
          </ac:spMkLst>
        </pc:spChg>
        <pc:spChg chg="add mod">
          <ac:chgData name="Manoj Sundar Ravichandran" userId="S::mravichandran@hof-university.de::453332ee-569c-4cda-ae19-79d852ef561a" providerId="AD" clId="Web-{0B5C3F6D-901F-C29E-B34F-76BD71B66330}" dt="2025-01-02T11:11:06.250" v="41" actId="1076"/>
          <ac:spMkLst>
            <pc:docMk/>
            <pc:sldMk cId="3983310443" sldId="335"/>
            <ac:spMk id="11" creationId="{C9083E83-12B3-CE20-316A-8A5638EBBF9D}"/>
          </ac:spMkLst>
        </pc:spChg>
        <pc:picChg chg="add mod ord">
          <ac:chgData name="Manoj Sundar Ravichandran" userId="S::mravichandran@hof-university.de::453332ee-569c-4cda-ae19-79d852ef561a" providerId="AD" clId="Web-{0B5C3F6D-901F-C29E-B34F-76BD71B66330}" dt="2025-01-02T11:10:36.546" v="36" actId="1076"/>
          <ac:picMkLst>
            <pc:docMk/>
            <pc:sldMk cId="3983310443" sldId="335"/>
            <ac:picMk id="9" creationId="{6814AE85-2C64-47E2-36CF-F9BD36F6DC75}"/>
          </ac:picMkLst>
        </pc:picChg>
      </pc:sldChg>
    </pc:docChg>
  </pc:docChgLst>
  <pc:docChgLst>
    <pc:chgData name="Manoj Sundar Ravichandran" userId="S::mravichandran@hof-university.de::453332ee-569c-4cda-ae19-79d852ef561a" providerId="AD" clId="Web-{18392185-F66A-52C0-F9DD-6A9493F8FAE5}"/>
    <pc:docChg chg="delSld modSld">
      <pc:chgData name="Manoj Sundar Ravichandran" userId="S::mravichandran@hof-university.de::453332ee-569c-4cda-ae19-79d852ef561a" providerId="AD" clId="Web-{18392185-F66A-52C0-F9DD-6A9493F8FAE5}" dt="2024-06-02T18:39:35.939" v="226"/>
      <pc:docMkLst>
        <pc:docMk/>
      </pc:docMkLst>
      <pc:sldChg chg="modSp">
        <pc:chgData name="Manoj Sundar Ravichandran" userId="S::mravichandran@hof-university.de::453332ee-569c-4cda-ae19-79d852ef561a" providerId="AD" clId="Web-{18392185-F66A-52C0-F9DD-6A9493F8FAE5}" dt="2024-06-02T15:17:10.050" v="37" actId="20577"/>
        <pc:sldMkLst>
          <pc:docMk/>
          <pc:sldMk cId="2265045271" sldId="272"/>
        </pc:sldMkLst>
        <pc:spChg chg="mod">
          <ac:chgData name="Manoj Sundar Ravichandran" userId="S::mravichandran@hof-university.de::453332ee-569c-4cda-ae19-79d852ef561a" providerId="AD" clId="Web-{18392185-F66A-52C0-F9DD-6A9493F8FAE5}" dt="2024-06-02T15:16:33.861" v="26" actId="20577"/>
          <ac:spMkLst>
            <pc:docMk/>
            <pc:sldMk cId="2265045271" sldId="272"/>
            <ac:spMk id="2" creationId="{1DF41B01-1958-C34E-23CD-4DC4BBAD6C64}"/>
          </ac:spMkLst>
        </pc:spChg>
        <pc:spChg chg="mod">
          <ac:chgData name="Manoj Sundar Ravichandran" userId="S::mravichandran@hof-university.de::453332ee-569c-4cda-ae19-79d852ef561a" providerId="AD" clId="Web-{18392185-F66A-52C0-F9DD-6A9493F8FAE5}" dt="2024-06-02T15:17:10.050" v="37" actId="20577"/>
          <ac:spMkLst>
            <pc:docMk/>
            <pc:sldMk cId="2265045271" sldId="272"/>
            <ac:spMk id="3" creationId="{7D7CE20B-22FB-5030-9099-17B9B77641BC}"/>
          </ac:spMkLst>
        </pc:spChg>
      </pc:sldChg>
      <pc:sldChg chg="addSp delSp modSp mod modClrScheme chgLayout">
        <pc:chgData name="Manoj Sundar Ravichandran" userId="S::mravichandran@hof-university.de::453332ee-569c-4cda-ae19-79d852ef561a" providerId="AD" clId="Web-{18392185-F66A-52C0-F9DD-6A9493F8FAE5}" dt="2024-06-02T18:29:41.130" v="193"/>
        <pc:sldMkLst>
          <pc:docMk/>
          <pc:sldMk cId="2969681313" sldId="297"/>
        </pc:sldMkLst>
        <pc:spChg chg="mod ord">
          <ac:chgData name="Manoj Sundar Ravichandran" userId="S::mravichandran@hof-university.de::453332ee-569c-4cda-ae19-79d852ef561a" providerId="AD" clId="Web-{18392185-F66A-52C0-F9DD-6A9493F8FAE5}" dt="2024-06-02T18:27:18.214" v="127"/>
          <ac:spMkLst>
            <pc:docMk/>
            <pc:sldMk cId="2969681313" sldId="297"/>
            <ac:spMk id="15" creationId="{F3E691BA-C39D-1369-EA89-7E0E515DC578}"/>
          </ac:spMkLst>
        </pc:spChg>
        <pc:spChg chg="add del mod">
          <ac:chgData name="Manoj Sundar Ravichandran" userId="S::mravichandran@hof-university.de::453332ee-569c-4cda-ae19-79d852ef561a" providerId="AD" clId="Web-{18392185-F66A-52C0-F9DD-6A9493F8FAE5}" dt="2024-06-02T18:27:18.214" v="127"/>
          <ac:spMkLst>
            <pc:docMk/>
            <pc:sldMk cId="2969681313" sldId="297"/>
            <ac:spMk id="25" creationId="{12AD06F3-266F-E365-5CD8-D5F26DE613D2}"/>
          </ac:spMkLst>
        </pc:spChg>
        <pc:spChg chg="mod">
          <ac:chgData name="Manoj Sundar Ravichandran" userId="S::mravichandran@hof-university.de::453332ee-569c-4cda-ae19-79d852ef561a" providerId="AD" clId="Web-{18392185-F66A-52C0-F9DD-6A9493F8FAE5}" dt="2024-06-02T18:27:18.214" v="127"/>
          <ac:spMkLst>
            <pc:docMk/>
            <pc:sldMk cId="2969681313" sldId="297"/>
            <ac:spMk id="53" creationId="{FF1CD1FF-A053-36A9-4252-6726B6ED6C7B}"/>
          </ac:spMkLst>
        </pc:spChg>
        <pc:spChg chg="add mod">
          <ac:chgData name="Manoj Sundar Ravichandran" userId="S::mravichandran@hof-university.de::453332ee-569c-4cda-ae19-79d852ef561a" providerId="AD" clId="Web-{18392185-F66A-52C0-F9DD-6A9493F8FAE5}" dt="2024-06-02T18:29:32.770" v="192" actId="20577"/>
          <ac:spMkLst>
            <pc:docMk/>
            <pc:sldMk cId="2969681313" sldId="297"/>
            <ac:spMk id="59" creationId="{C823821B-644D-06FB-1D91-876BC95E8F7E}"/>
          </ac:spMkLst>
        </pc:spChg>
        <pc:spChg chg="add del mod">
          <ac:chgData name="Manoj Sundar Ravichandran" userId="S::mravichandran@hof-university.de::453332ee-569c-4cda-ae19-79d852ef561a" providerId="AD" clId="Web-{18392185-F66A-52C0-F9DD-6A9493F8FAE5}" dt="2024-06-02T18:27:27.558" v="128"/>
          <ac:spMkLst>
            <pc:docMk/>
            <pc:sldMk cId="2969681313" sldId="297"/>
            <ac:spMk id="61" creationId="{9E04C0D0-370A-63CE-858A-95FDD95602EA}"/>
          </ac:spMkLst>
        </pc:spChg>
        <pc:spChg chg="add del mod">
          <ac:chgData name="Manoj Sundar Ravichandran" userId="S::mravichandran@hof-university.de::453332ee-569c-4cda-ae19-79d852ef561a" providerId="AD" clId="Web-{18392185-F66A-52C0-F9DD-6A9493F8FAE5}" dt="2024-06-02T18:29:41.130" v="193"/>
          <ac:spMkLst>
            <pc:docMk/>
            <pc:sldMk cId="2969681313" sldId="297"/>
            <ac:spMk id="63" creationId="{76944C42-6F15-5810-CDA9-E307B2899665}"/>
          </ac:spMkLst>
        </pc:spChg>
        <pc:graphicFrameChg chg="del mod">
          <ac:chgData name="Manoj Sundar Ravichandran" userId="S::mravichandran@hof-university.de::453332ee-569c-4cda-ae19-79d852ef561a" providerId="AD" clId="Web-{18392185-F66A-52C0-F9DD-6A9493F8FAE5}" dt="2024-06-02T15:17:19.488" v="39"/>
          <ac:graphicFrameMkLst>
            <pc:docMk/>
            <pc:sldMk cId="2969681313" sldId="297"/>
            <ac:graphicFrameMk id="31" creationId="{17BC093E-E4DD-24C5-1AC3-5ED7A042D1F8}"/>
          </ac:graphicFrameMkLst>
        </pc:graphicFrameChg>
        <pc:graphicFrameChg chg="add mod">
          <ac:chgData name="Manoj Sundar Ravichandran" userId="S::mravichandran@hof-university.de::453332ee-569c-4cda-ae19-79d852ef561a" providerId="AD" clId="Web-{18392185-F66A-52C0-F9DD-6A9493F8FAE5}" dt="2024-06-02T18:27:18.214" v="127"/>
          <ac:graphicFrameMkLst>
            <pc:docMk/>
            <pc:sldMk cId="2969681313" sldId="297"/>
            <ac:graphicFrameMk id="55" creationId="{024E3F62-D499-8BB7-B1C7-4D11D57F474E}"/>
          </ac:graphicFrameMkLst>
        </pc:graphicFrameChg>
      </pc:sldChg>
      <pc:sldChg chg="addSp delSp modSp mod modClrScheme chgLayout">
        <pc:chgData name="Manoj Sundar Ravichandran" userId="S::mravichandran@hof-university.de::453332ee-569c-4cda-ae19-79d852ef561a" providerId="AD" clId="Web-{18392185-F66A-52C0-F9DD-6A9493F8FAE5}" dt="2024-06-02T18:39:35.939" v="226"/>
        <pc:sldMkLst>
          <pc:docMk/>
          <pc:sldMk cId="1303834696" sldId="301"/>
        </pc:sldMkLst>
        <pc:spChg chg="mod modVis">
          <ac:chgData name="Manoj Sundar Ravichandran" userId="S::mravichandran@hof-university.de::453332ee-569c-4cda-ae19-79d852ef561a" providerId="AD" clId="Web-{18392185-F66A-52C0-F9DD-6A9493F8FAE5}" dt="2024-06-02T18:39:35.939" v="226"/>
          <ac:spMkLst>
            <pc:docMk/>
            <pc:sldMk cId="1303834696" sldId="301"/>
            <ac:spMk id="3" creationId="{2AC4C273-89E1-D93F-8D83-B484F9912D09}"/>
          </ac:spMkLst>
        </pc:spChg>
        <pc:spChg chg="mod">
          <ac:chgData name="Manoj Sundar Ravichandran" userId="S::mravichandran@hof-university.de::453332ee-569c-4cda-ae19-79d852ef561a" providerId="AD" clId="Web-{18392185-F66A-52C0-F9DD-6A9493F8FAE5}" dt="2024-06-02T18:39:35.939" v="226"/>
          <ac:spMkLst>
            <pc:docMk/>
            <pc:sldMk cId="1303834696" sldId="301"/>
            <ac:spMk id="6" creationId="{A8FBF07E-8EDF-B88D-4C69-FAC3B69C5F15}"/>
          </ac:spMkLst>
        </pc:spChg>
        <pc:spChg chg="add del mod">
          <ac:chgData name="Manoj Sundar Ravichandran" userId="S::mravichandran@hof-university.de::453332ee-569c-4cda-ae19-79d852ef561a" providerId="AD" clId="Web-{18392185-F66A-52C0-F9DD-6A9493F8FAE5}" dt="2024-06-02T18:39:35.939" v="226"/>
          <ac:spMkLst>
            <pc:docMk/>
            <pc:sldMk cId="1303834696" sldId="301"/>
            <ac:spMk id="36" creationId="{582D6B92-5AE9-8D39-E19D-FDF8E90EF34F}"/>
          </ac:spMkLst>
        </pc:spChg>
        <pc:spChg chg="add mod">
          <ac:chgData name="Manoj Sundar Ravichandran" userId="S::mravichandran@hof-university.de::453332ee-569c-4cda-ae19-79d852ef561a" providerId="AD" clId="Web-{18392185-F66A-52C0-F9DD-6A9493F8FAE5}" dt="2024-06-02T18:39:35.939" v="226"/>
          <ac:spMkLst>
            <pc:docMk/>
            <pc:sldMk cId="1303834696" sldId="301"/>
            <ac:spMk id="42" creationId="{B58F6CB4-970E-85B4-05A8-2D515EBDFD3D}"/>
          </ac:spMkLst>
        </pc:spChg>
        <pc:spChg chg="add mod">
          <ac:chgData name="Manoj Sundar Ravichandran" userId="S::mravichandran@hof-university.de::453332ee-569c-4cda-ae19-79d852ef561a" providerId="AD" clId="Web-{18392185-F66A-52C0-F9DD-6A9493F8FAE5}" dt="2024-06-02T18:39:35.939" v="226"/>
          <ac:spMkLst>
            <pc:docMk/>
            <pc:sldMk cId="1303834696" sldId="301"/>
            <ac:spMk id="44" creationId="{C9F419EC-CDB9-1F7A-AC1D-7AE63A717BE8}"/>
          </ac:spMkLst>
        </pc:spChg>
        <pc:spChg chg="add mod">
          <ac:chgData name="Manoj Sundar Ravichandran" userId="S::mravichandran@hof-university.de::453332ee-569c-4cda-ae19-79d852ef561a" providerId="AD" clId="Web-{18392185-F66A-52C0-F9DD-6A9493F8FAE5}" dt="2024-06-02T18:39:35.939" v="226"/>
          <ac:spMkLst>
            <pc:docMk/>
            <pc:sldMk cId="1303834696" sldId="301"/>
            <ac:spMk id="46" creationId="{9906E0EA-98FD-1D6D-7DCC-9B3A4DF7364D}"/>
          </ac:spMkLst>
        </pc:spChg>
        <pc:spChg chg="add mod">
          <ac:chgData name="Manoj Sundar Ravichandran" userId="S::mravichandran@hof-university.de::453332ee-569c-4cda-ae19-79d852ef561a" providerId="AD" clId="Web-{18392185-F66A-52C0-F9DD-6A9493F8FAE5}" dt="2024-06-02T18:39:35.939" v="226"/>
          <ac:spMkLst>
            <pc:docMk/>
            <pc:sldMk cId="1303834696" sldId="301"/>
            <ac:spMk id="48" creationId="{96EA8B78-7939-CA58-CAF7-13D33FB316B6}"/>
          </ac:spMkLst>
        </pc:spChg>
        <pc:graphicFrameChg chg="del">
          <ac:chgData name="Manoj Sundar Ravichandran" userId="S::mravichandran@hof-university.de::453332ee-569c-4cda-ae19-79d852ef561a" providerId="AD" clId="Web-{18392185-F66A-52C0-F9DD-6A9493F8FAE5}" dt="2024-06-02T18:38:21.137" v="195"/>
          <ac:graphicFrameMkLst>
            <pc:docMk/>
            <pc:sldMk cId="1303834696" sldId="301"/>
            <ac:graphicFrameMk id="13" creationId="{4078EDFC-C7E0-EF5E-F50F-530E47DB4C79}"/>
          </ac:graphicFrameMkLst>
        </pc:graphicFrameChg>
        <pc:picChg chg="add">
          <ac:chgData name="Manoj Sundar Ravichandran" userId="S::mravichandran@hof-university.de::453332ee-569c-4cda-ae19-79d852ef561a" providerId="AD" clId="Web-{18392185-F66A-52C0-F9DD-6A9493F8FAE5}" dt="2024-06-02T18:39:35.939" v="226"/>
          <ac:picMkLst>
            <pc:docMk/>
            <pc:sldMk cId="1303834696" sldId="301"/>
            <ac:picMk id="38" creationId="{CB254429-0879-0433-0D4E-A5B6180A1670}"/>
          </ac:picMkLst>
        </pc:picChg>
      </pc:sldChg>
      <pc:sldChg chg="del">
        <pc:chgData name="Manoj Sundar Ravichandran" userId="S::mravichandran@hof-university.de::453332ee-569c-4cda-ae19-79d852ef561a" providerId="AD" clId="Web-{18392185-F66A-52C0-F9DD-6A9493F8FAE5}" dt="2024-06-02T18:32:32.189" v="194"/>
        <pc:sldMkLst>
          <pc:docMk/>
          <pc:sldMk cId="4183791873" sldId="317"/>
        </pc:sldMkLst>
      </pc:sldChg>
    </pc:docChg>
  </pc:docChgLst>
  <pc:docChgLst>
    <pc:chgData name="Manoj Sundar Ravichandran" userId="S::mravichandran@hof-university.de::453332ee-569c-4cda-ae19-79d852ef561a" providerId="AD" clId="Web-{58F90365-BDFC-ABFD-B70E-4D0D63356D8A}"/>
    <pc:docChg chg="addSld delSld modSld">
      <pc:chgData name="Manoj Sundar Ravichandran" userId="S::mravichandran@hof-university.de::453332ee-569c-4cda-ae19-79d852ef561a" providerId="AD" clId="Web-{58F90365-BDFC-ABFD-B70E-4D0D63356D8A}" dt="2024-05-28T01:25:50.155" v="2589" actId="1076"/>
      <pc:docMkLst>
        <pc:docMk/>
      </pc:docMkLst>
      <pc:sldChg chg="addSp delSp modSp mod modClrScheme chgLayout">
        <pc:chgData name="Manoj Sundar Ravichandran" userId="S::mravichandran@hof-university.de::453332ee-569c-4cda-ae19-79d852ef561a" providerId="AD" clId="Web-{58F90365-BDFC-ABFD-B70E-4D0D63356D8A}" dt="2024-05-27T21:20:09.561" v="2194" actId="1076"/>
        <pc:sldMkLst>
          <pc:docMk/>
          <pc:sldMk cId="2265045271" sldId="272"/>
        </pc:sldMkLst>
        <pc:spChg chg="add mod ord">
          <ac:chgData name="Manoj Sundar Ravichandran" userId="S::mravichandran@hof-university.de::453332ee-569c-4cda-ae19-79d852ef561a" providerId="AD" clId="Web-{58F90365-BDFC-ABFD-B70E-4D0D63356D8A}" dt="2024-05-27T21:20:00.701" v="2192" actId="14100"/>
          <ac:spMkLst>
            <pc:docMk/>
            <pc:sldMk cId="2265045271" sldId="272"/>
            <ac:spMk id="2" creationId="{1DF41B01-1958-C34E-23CD-4DC4BBAD6C64}"/>
          </ac:spMkLst>
        </pc:spChg>
        <pc:spChg chg="mod">
          <ac:chgData name="Manoj Sundar Ravichandran" userId="S::mravichandran@hof-university.de::453332ee-569c-4cda-ae19-79d852ef561a" providerId="AD" clId="Web-{58F90365-BDFC-ABFD-B70E-4D0D63356D8A}" dt="2024-05-27T21:20:09.561" v="2194" actId="1076"/>
          <ac:spMkLst>
            <pc:docMk/>
            <pc:sldMk cId="2265045271" sldId="272"/>
            <ac:spMk id="3" creationId="{7D7CE20B-22FB-5030-9099-17B9B77641BC}"/>
          </ac:spMkLst>
        </pc:spChg>
        <pc:spChg chg="add del mod ord">
          <ac:chgData name="Manoj Sundar Ravichandran" userId="S::mravichandran@hof-university.de::453332ee-569c-4cda-ae19-79d852ef561a" providerId="AD" clId="Web-{58F90365-BDFC-ABFD-B70E-4D0D63356D8A}" dt="2024-05-27T21:17:27.242" v="2160"/>
          <ac:spMkLst>
            <pc:docMk/>
            <pc:sldMk cId="2265045271" sldId="272"/>
            <ac:spMk id="4" creationId="{5247B10A-B345-A080-255A-E9FF2D0732C6}"/>
          </ac:spMkLst>
        </pc:spChg>
        <pc:spChg chg="add del mod ord">
          <ac:chgData name="Manoj Sundar Ravichandran" userId="S::mravichandran@hof-university.de::453332ee-569c-4cda-ae19-79d852ef561a" providerId="AD" clId="Web-{58F90365-BDFC-ABFD-B70E-4D0D63356D8A}" dt="2024-05-27T21:17:27.242" v="2160"/>
          <ac:spMkLst>
            <pc:docMk/>
            <pc:sldMk cId="2265045271" sldId="272"/>
            <ac:spMk id="5" creationId="{8EFDA39D-16B6-FD6D-BF3E-EA6885709A84}"/>
          </ac:spMkLst>
        </pc:spChg>
        <pc:spChg chg="mod ord">
          <ac:chgData name="Manoj Sundar Ravichandran" userId="S::mravichandran@hof-university.de::453332ee-569c-4cda-ae19-79d852ef561a" providerId="AD" clId="Web-{58F90365-BDFC-ABFD-B70E-4D0D63356D8A}" dt="2024-05-27T21:19:20.621" v="2186" actId="20577"/>
          <ac:spMkLst>
            <pc:docMk/>
            <pc:sldMk cId="2265045271" sldId="272"/>
            <ac:spMk id="10" creationId="{68F2A289-27C7-B841-95E9-2016AE39FC40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1:15:04.050" v="2113"/>
          <ac:spMkLst>
            <pc:docMk/>
            <pc:sldMk cId="2265045271" sldId="272"/>
            <ac:spMk id="70" creationId="{9524F1E6-E518-5612-A742-2322DD618825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1:15:04.050" v="2113"/>
          <ac:spMkLst>
            <pc:docMk/>
            <pc:sldMk cId="2265045271" sldId="272"/>
            <ac:spMk id="71" creationId="{8F1FF39B-822E-6B9D-83D1-A4736F745E9E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1:15:04.050" v="2113"/>
          <ac:spMkLst>
            <pc:docMk/>
            <pc:sldMk cId="2265045271" sldId="272"/>
            <ac:spMk id="72" creationId="{6D728F43-FB2D-1FDC-EEC2-740111C69651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1:15:04.050" v="2113"/>
          <ac:spMkLst>
            <pc:docMk/>
            <pc:sldMk cId="2265045271" sldId="272"/>
            <ac:spMk id="73" creationId="{9DA90423-2A98-21D9-2FC0-0951D23F4EC1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1:15:04.050" v="2113"/>
          <ac:spMkLst>
            <pc:docMk/>
            <pc:sldMk cId="2265045271" sldId="272"/>
            <ac:spMk id="74" creationId="{0FD268BC-BCF8-B349-9FA8-4147BA528C4A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1:15:07.081" v="2115"/>
          <ac:spMkLst>
            <pc:docMk/>
            <pc:sldMk cId="2265045271" sldId="272"/>
            <ac:spMk id="77" creationId="{3EAC348F-C0B2-5C81-5845-98015E9830B0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1:15:07.081" v="2115"/>
          <ac:spMkLst>
            <pc:docMk/>
            <pc:sldMk cId="2265045271" sldId="272"/>
            <ac:spMk id="78" creationId="{889AC3D9-C48E-A874-BFA2-495347BAD838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1:15:07.081" v="2115"/>
          <ac:spMkLst>
            <pc:docMk/>
            <pc:sldMk cId="2265045271" sldId="272"/>
            <ac:spMk id="79" creationId="{F5340FCA-8FB0-68D9-A7EB-D51A00432245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1:15:07.081" v="2115"/>
          <ac:spMkLst>
            <pc:docMk/>
            <pc:sldMk cId="2265045271" sldId="272"/>
            <ac:spMk id="80" creationId="{C185656B-3B33-ED5C-72AC-370B6B049CFE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1:15:07.081" v="2115"/>
          <ac:spMkLst>
            <pc:docMk/>
            <pc:sldMk cId="2265045271" sldId="272"/>
            <ac:spMk id="81" creationId="{41FFAAB7-59FE-EDC0-EEAE-94FCE0CD806D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1:15:09.940" v="2117"/>
          <ac:spMkLst>
            <pc:docMk/>
            <pc:sldMk cId="2265045271" sldId="272"/>
            <ac:spMk id="83" creationId="{A87C7A55-4DD1-ED0F-F255-4AF5F5272F13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1:15:09.940" v="2117"/>
          <ac:spMkLst>
            <pc:docMk/>
            <pc:sldMk cId="2265045271" sldId="272"/>
            <ac:spMk id="85" creationId="{70A4F43B-B1A6-AD76-AE09-ABF3FA3F6F6A}"/>
          </ac:spMkLst>
        </pc:spChg>
        <pc:spChg chg="add del mod ord">
          <ac:chgData name="Manoj Sundar Ravichandran" userId="S::mravichandran@hof-university.de::453332ee-569c-4cda-ae19-79d852ef561a" providerId="AD" clId="Web-{58F90365-BDFC-ABFD-B70E-4D0D63356D8A}" dt="2024-05-27T21:17:31.977" v="2163"/>
          <ac:spMkLst>
            <pc:docMk/>
            <pc:sldMk cId="2265045271" sldId="272"/>
            <ac:spMk id="88" creationId="{3EAC348F-C0B2-5C81-5845-98015E9830B0}"/>
          </ac:spMkLst>
        </pc:spChg>
        <pc:spChg chg="add del mod ord">
          <ac:chgData name="Manoj Sundar Ravichandran" userId="S::mravichandran@hof-university.de::453332ee-569c-4cda-ae19-79d852ef561a" providerId="AD" clId="Web-{58F90365-BDFC-ABFD-B70E-4D0D63356D8A}" dt="2024-05-27T21:17:31.977" v="2163"/>
          <ac:spMkLst>
            <pc:docMk/>
            <pc:sldMk cId="2265045271" sldId="272"/>
            <ac:spMk id="89" creationId="{889AC3D9-C48E-A874-BFA2-495347BAD838}"/>
          </ac:spMkLst>
        </pc:spChg>
        <pc:spChg chg="add del mod ord">
          <ac:chgData name="Manoj Sundar Ravichandran" userId="S::mravichandran@hof-university.de::453332ee-569c-4cda-ae19-79d852ef561a" providerId="AD" clId="Web-{58F90365-BDFC-ABFD-B70E-4D0D63356D8A}" dt="2024-05-27T21:17:31.977" v="2163"/>
          <ac:spMkLst>
            <pc:docMk/>
            <pc:sldMk cId="2265045271" sldId="272"/>
            <ac:spMk id="90" creationId="{F5340FCA-8FB0-68D9-A7EB-D51A00432245}"/>
          </ac:spMkLst>
        </pc:spChg>
        <pc:spChg chg="add del mod ord">
          <ac:chgData name="Manoj Sundar Ravichandran" userId="S::mravichandran@hof-university.de::453332ee-569c-4cda-ae19-79d852ef561a" providerId="AD" clId="Web-{58F90365-BDFC-ABFD-B70E-4D0D63356D8A}" dt="2024-05-27T21:17:31.977" v="2163"/>
          <ac:spMkLst>
            <pc:docMk/>
            <pc:sldMk cId="2265045271" sldId="272"/>
            <ac:spMk id="91" creationId="{C185656B-3B33-ED5C-72AC-370B6B049CFE}"/>
          </ac:spMkLst>
        </pc:spChg>
        <pc:spChg chg="add del mod ord">
          <ac:chgData name="Manoj Sundar Ravichandran" userId="S::mravichandran@hof-university.de::453332ee-569c-4cda-ae19-79d852ef561a" providerId="AD" clId="Web-{58F90365-BDFC-ABFD-B70E-4D0D63356D8A}" dt="2024-05-27T21:17:31.977" v="2163"/>
          <ac:spMkLst>
            <pc:docMk/>
            <pc:sldMk cId="2265045271" sldId="272"/>
            <ac:spMk id="92" creationId="{41FFAAB7-59FE-EDC0-EEAE-94FCE0CD806D}"/>
          </ac:spMkLst>
        </pc:spChg>
        <pc:picChg chg="add del">
          <ac:chgData name="Manoj Sundar Ravichandran" userId="S::mravichandran@hof-university.de::453332ee-569c-4cda-ae19-79d852ef561a" providerId="AD" clId="Web-{58F90365-BDFC-ABFD-B70E-4D0D63356D8A}" dt="2024-05-27T21:15:04.050" v="2113"/>
          <ac:picMkLst>
            <pc:docMk/>
            <pc:sldMk cId="2265045271" sldId="272"/>
            <ac:picMk id="64" creationId="{B69A4EF5-834F-9EB3-6D04-63CC89FF44BD}"/>
          </ac:picMkLst>
        </pc:picChg>
        <pc:picChg chg="add del">
          <ac:chgData name="Manoj Sundar Ravichandran" userId="S::mravichandran@hof-university.de::453332ee-569c-4cda-ae19-79d852ef561a" providerId="AD" clId="Web-{58F90365-BDFC-ABFD-B70E-4D0D63356D8A}" dt="2024-05-27T21:15:07.081" v="2115"/>
          <ac:picMkLst>
            <pc:docMk/>
            <pc:sldMk cId="2265045271" sldId="272"/>
            <ac:picMk id="76" creationId="{CE2E093D-723D-9304-2CBD-CCD75270FCB6}"/>
          </ac:picMkLst>
        </pc:picChg>
        <pc:picChg chg="add del">
          <ac:chgData name="Manoj Sundar Ravichandran" userId="S::mravichandran@hof-university.de::453332ee-569c-4cda-ae19-79d852ef561a" providerId="AD" clId="Web-{58F90365-BDFC-ABFD-B70E-4D0D63356D8A}" dt="2024-05-27T21:15:09.940" v="2117"/>
          <ac:picMkLst>
            <pc:docMk/>
            <pc:sldMk cId="2265045271" sldId="272"/>
            <ac:picMk id="84" creationId="{9307EA22-D009-D97A-3D72-82BD3E67B98E}"/>
          </ac:picMkLst>
        </pc:picChg>
        <pc:picChg chg="add del">
          <ac:chgData name="Manoj Sundar Ravichandran" userId="S::mravichandran@hof-university.de::453332ee-569c-4cda-ae19-79d852ef561a" providerId="AD" clId="Web-{58F90365-BDFC-ABFD-B70E-4D0D63356D8A}" dt="2024-05-27T21:17:31.977" v="2163"/>
          <ac:picMkLst>
            <pc:docMk/>
            <pc:sldMk cId="2265045271" sldId="272"/>
            <ac:picMk id="87" creationId="{CE2E093D-723D-9304-2CBD-CCD75270FCB6}"/>
          </ac:picMkLst>
        </pc:picChg>
      </pc:sldChg>
      <pc:sldChg chg="delSp modSp modNotes">
        <pc:chgData name="Manoj Sundar Ravichandran" userId="S::mravichandran@hof-university.de::453332ee-569c-4cda-ae19-79d852ef561a" providerId="AD" clId="Web-{58F90365-BDFC-ABFD-B70E-4D0D63356D8A}" dt="2024-05-28T01:15:48.789" v="2558"/>
        <pc:sldMkLst>
          <pc:docMk/>
          <pc:sldMk cId="979090327" sldId="276"/>
        </pc:sldMkLst>
        <pc:spChg chg="del mod">
          <ac:chgData name="Manoj Sundar Ravichandran" userId="S::mravichandran@hof-university.de::453332ee-569c-4cda-ae19-79d852ef561a" providerId="AD" clId="Web-{58F90365-BDFC-ABFD-B70E-4D0D63356D8A}" dt="2024-05-27T22:22:20.064" v="2262"/>
          <ac:spMkLst>
            <pc:docMk/>
            <pc:sldMk cId="979090327" sldId="276"/>
            <ac:spMk id="2" creationId="{43132FB6-B625-6447-9FCC-4FB309BFB014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7T22:22:24.486" v="2263"/>
          <ac:spMkLst>
            <pc:docMk/>
            <pc:sldMk cId="979090327" sldId="276"/>
            <ac:spMk id="4" creationId="{4220DD06-2962-3614-EBAF-2CC7C9A3EEBF}"/>
          </ac:spMkLst>
        </pc:spChg>
      </pc:sldChg>
      <pc:sldChg chg="delSp">
        <pc:chgData name="Manoj Sundar Ravichandran" userId="S::mravichandran@hof-university.de::453332ee-569c-4cda-ae19-79d852ef561a" providerId="AD" clId="Web-{58F90365-BDFC-ABFD-B70E-4D0D63356D8A}" dt="2024-05-27T21:20:49.125" v="2195"/>
        <pc:sldMkLst>
          <pc:docMk/>
          <pc:sldMk cId="2969681313" sldId="297"/>
        </pc:sldMkLst>
        <pc:spChg chg="del">
          <ac:chgData name="Manoj Sundar Ravichandran" userId="S::mravichandran@hof-university.de::453332ee-569c-4cda-ae19-79d852ef561a" providerId="AD" clId="Web-{58F90365-BDFC-ABFD-B70E-4D0D63356D8A}" dt="2024-05-27T21:20:49.125" v="2195"/>
          <ac:spMkLst>
            <pc:docMk/>
            <pc:sldMk cId="2969681313" sldId="297"/>
            <ac:spMk id="13" creationId="{DE305731-8A7E-D309-F490-8D0732BAB42F}"/>
          </ac:spMkLst>
        </pc:spChg>
      </pc:sldChg>
      <pc:sldChg chg="delSp">
        <pc:chgData name="Manoj Sundar Ravichandran" userId="S::mravichandran@hof-university.de::453332ee-569c-4cda-ae19-79d852ef561a" providerId="AD" clId="Web-{58F90365-BDFC-ABFD-B70E-4D0D63356D8A}" dt="2024-05-28T01:16:16.040" v="2560"/>
        <pc:sldMkLst>
          <pc:docMk/>
          <pc:sldMk cId="758406290" sldId="298"/>
        </pc:sldMkLst>
        <pc:spChg chg="del">
          <ac:chgData name="Manoj Sundar Ravichandran" userId="S::mravichandran@hof-university.de::453332ee-569c-4cda-ae19-79d852ef561a" providerId="AD" clId="Web-{58F90365-BDFC-ABFD-B70E-4D0D63356D8A}" dt="2024-05-28T01:16:07.180" v="2559"/>
          <ac:spMkLst>
            <pc:docMk/>
            <pc:sldMk cId="758406290" sldId="298"/>
            <ac:spMk id="2" creationId="{265BFE4C-77E3-B909-EFF3-8D7CA9021DA2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1:16:16.040" v="2560"/>
          <ac:spMkLst>
            <pc:docMk/>
            <pc:sldMk cId="758406290" sldId="298"/>
            <ac:spMk id="22" creationId="{AA28F7CD-2B48-205E-E88F-3D3926753D39}"/>
          </ac:spMkLst>
        </pc:spChg>
      </pc:sldChg>
      <pc:sldChg chg="delSp modSp">
        <pc:chgData name="Manoj Sundar Ravichandran" userId="S::mravichandran@hof-university.de::453332ee-569c-4cda-ae19-79d852ef561a" providerId="AD" clId="Web-{58F90365-BDFC-ABFD-B70E-4D0D63356D8A}" dt="2024-05-28T01:17:08.401" v="2566" actId="1076"/>
        <pc:sldMkLst>
          <pc:docMk/>
          <pc:sldMk cId="4010891399" sldId="299"/>
        </pc:sldMkLst>
        <pc:spChg chg="del">
          <ac:chgData name="Manoj Sundar Ravichandran" userId="S::mravichandran@hof-university.de::453332ee-569c-4cda-ae19-79d852ef561a" providerId="AD" clId="Web-{58F90365-BDFC-ABFD-B70E-4D0D63356D8A}" dt="2024-05-28T01:16:25.478" v="2561"/>
          <ac:spMkLst>
            <pc:docMk/>
            <pc:sldMk cId="4010891399" sldId="299"/>
            <ac:spMk id="2" creationId="{BBC1E025-0431-D343-EF30-37243CECDABB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1:17:01.135" v="2565"/>
          <ac:spMkLst>
            <pc:docMk/>
            <pc:sldMk cId="4010891399" sldId="299"/>
            <ac:spMk id="68" creationId="{A18DF306-9E7A-F9F1-B8E2-1B61104C210A}"/>
          </ac:spMkLst>
        </pc:spChg>
        <pc:spChg chg="mod">
          <ac:chgData name="Manoj Sundar Ravichandran" userId="S::mravichandran@hof-university.de::453332ee-569c-4cda-ae19-79d852ef561a" providerId="AD" clId="Web-{58F90365-BDFC-ABFD-B70E-4D0D63356D8A}" dt="2024-05-28T01:16:45.400" v="2563" actId="1076"/>
          <ac:spMkLst>
            <pc:docMk/>
            <pc:sldMk cId="4010891399" sldId="299"/>
            <ac:spMk id="70" creationId="{E7D6452B-87FB-E17F-9024-5271D24EEBFA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1:16:32.697" v="2562"/>
          <ac:spMkLst>
            <pc:docMk/>
            <pc:sldMk cId="4010891399" sldId="299"/>
            <ac:spMk id="72" creationId="{B0C3D58C-659C-23DF-18CE-F963DDA64737}"/>
          </ac:spMkLst>
        </pc:spChg>
        <pc:graphicFrameChg chg="mod">
          <ac:chgData name="Manoj Sundar Ravichandran" userId="S::mravichandran@hof-university.de::453332ee-569c-4cda-ae19-79d852ef561a" providerId="AD" clId="Web-{58F90365-BDFC-ABFD-B70E-4D0D63356D8A}" dt="2024-05-28T01:17:08.401" v="2566" actId="1076"/>
          <ac:graphicFrameMkLst>
            <pc:docMk/>
            <pc:sldMk cId="4010891399" sldId="299"/>
            <ac:graphicFrameMk id="45" creationId="{9C73FD2A-888A-09DB-EAB5-4CABD9053F6C}"/>
          </ac:graphicFrameMkLst>
        </pc:graphicFrameChg>
      </pc:sldChg>
      <pc:sldChg chg="delSp modSp">
        <pc:chgData name="Manoj Sundar Ravichandran" userId="S::mravichandran@hof-university.de::453332ee-569c-4cda-ae19-79d852ef561a" providerId="AD" clId="Web-{58F90365-BDFC-ABFD-B70E-4D0D63356D8A}" dt="2024-05-27T23:30:58.547" v="2267" actId="20577"/>
        <pc:sldMkLst>
          <pc:docMk/>
          <pc:sldMk cId="2027237095" sldId="300"/>
        </pc:sldMkLst>
        <pc:spChg chg="del">
          <ac:chgData name="Manoj Sundar Ravichandran" userId="S::mravichandran@hof-university.de::453332ee-569c-4cda-ae19-79d852ef561a" providerId="AD" clId="Web-{58F90365-BDFC-ABFD-B70E-4D0D63356D8A}" dt="2024-05-27T23:10:32.263" v="2264"/>
          <ac:spMkLst>
            <pc:docMk/>
            <pc:sldMk cId="2027237095" sldId="300"/>
            <ac:spMk id="13" creationId="{0418C426-F849-7D37-2DBE-62A32E1F94F7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7T23:10:36.232" v="2265"/>
          <ac:spMkLst>
            <pc:docMk/>
            <pc:sldMk cId="2027237095" sldId="300"/>
            <ac:spMk id="45" creationId="{DEA7EE15-FFD8-8180-B3C0-52AFBCB67035}"/>
          </ac:spMkLst>
        </pc:spChg>
        <pc:graphicFrameChg chg="modGraphic">
          <ac:chgData name="Manoj Sundar Ravichandran" userId="S::mravichandran@hof-university.de::453332ee-569c-4cda-ae19-79d852ef561a" providerId="AD" clId="Web-{58F90365-BDFC-ABFD-B70E-4D0D63356D8A}" dt="2024-05-27T23:30:58.547" v="2267" actId="20577"/>
          <ac:graphicFrameMkLst>
            <pc:docMk/>
            <pc:sldMk cId="2027237095" sldId="300"/>
            <ac:graphicFrameMk id="9" creationId="{74127A33-F32F-D142-D1CD-123594314C54}"/>
          </ac:graphicFrameMkLst>
        </pc:graphicFrameChg>
      </pc:sldChg>
      <pc:sldChg chg="addSp delSp modSp modNotes">
        <pc:chgData name="Manoj Sundar Ravichandran" userId="S::mravichandran@hof-university.de::453332ee-569c-4cda-ae19-79d852ef561a" providerId="AD" clId="Web-{58F90365-BDFC-ABFD-B70E-4D0D63356D8A}" dt="2024-05-27T22:00:59.795" v="2234"/>
        <pc:sldMkLst>
          <pc:docMk/>
          <pc:sldMk cId="1303834696" sldId="301"/>
        </pc:sldMkLst>
        <pc:spChg chg="del">
          <ac:chgData name="Manoj Sundar Ravichandran" userId="S::mravichandran@hof-university.de::453332ee-569c-4cda-ae19-79d852ef561a" providerId="AD" clId="Web-{58F90365-BDFC-ABFD-B70E-4D0D63356D8A}" dt="2024-05-27T21:37:43.835" v="2214"/>
          <ac:spMkLst>
            <pc:docMk/>
            <pc:sldMk cId="1303834696" sldId="301"/>
            <ac:spMk id="2" creationId="{683D2C2F-349D-1F45-3F3E-C3845743EE19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7T21:37:52.304" v="2215"/>
          <ac:spMkLst>
            <pc:docMk/>
            <pc:sldMk cId="1303834696" sldId="301"/>
            <ac:spMk id="12" creationId="{E1C1B6DF-723C-E159-4839-2DED41CCEF4F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1:37:59.383" v="2216"/>
          <ac:spMkLst>
            <pc:docMk/>
            <pc:sldMk cId="1303834696" sldId="301"/>
            <ac:spMk id="105" creationId="{28DBC2C8-81FE-03B6-5364-76E0621DCB60}"/>
          </ac:spMkLst>
        </pc:spChg>
        <pc:graphicFrameChg chg="del">
          <ac:chgData name="Manoj Sundar Ravichandran" userId="S::mravichandran@hof-university.de::453332ee-569c-4cda-ae19-79d852ef561a" providerId="AD" clId="Web-{58F90365-BDFC-ABFD-B70E-4D0D63356D8A}" dt="2024-05-27T21:37:38.679" v="2213"/>
          <ac:graphicFrameMkLst>
            <pc:docMk/>
            <pc:sldMk cId="1303834696" sldId="301"/>
            <ac:graphicFrameMk id="84" creationId="{9134EC11-857B-B2D3-1BEE-2FCD3A160354}"/>
          </ac:graphicFrameMkLst>
        </pc:graphicFrameChg>
      </pc:sldChg>
      <pc:sldChg chg="delSp">
        <pc:chgData name="Manoj Sundar Ravichandran" userId="S::mravichandran@hof-university.de::453332ee-569c-4cda-ae19-79d852ef561a" providerId="AD" clId="Web-{58F90365-BDFC-ABFD-B70E-4D0D63356D8A}" dt="2024-05-28T01:17:42.934" v="2570"/>
        <pc:sldMkLst>
          <pc:docMk/>
          <pc:sldMk cId="520032560" sldId="302"/>
        </pc:sldMkLst>
        <pc:spChg chg="del">
          <ac:chgData name="Manoj Sundar Ravichandran" userId="S::mravichandran@hof-university.de::453332ee-569c-4cda-ae19-79d852ef561a" providerId="AD" clId="Web-{58F90365-BDFC-ABFD-B70E-4D0D63356D8A}" dt="2024-05-28T01:17:38.637" v="2569"/>
          <ac:spMkLst>
            <pc:docMk/>
            <pc:sldMk cId="520032560" sldId="302"/>
            <ac:spMk id="2" creationId="{2741995B-5EEA-95C8-E75F-70DB322FF45B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1:17:42.934" v="2570"/>
          <ac:spMkLst>
            <pc:docMk/>
            <pc:sldMk cId="520032560" sldId="302"/>
            <ac:spMk id="5" creationId="{088F14D1-C098-3236-662F-3A527BDFEA5B}"/>
          </ac:spMkLst>
        </pc:spChg>
      </pc:sldChg>
      <pc:sldChg chg="addSp delSp modSp">
        <pc:chgData name="Manoj Sundar Ravichandran" userId="S::mravichandran@hof-university.de::453332ee-569c-4cda-ae19-79d852ef561a" providerId="AD" clId="Web-{58F90365-BDFC-ABFD-B70E-4D0D63356D8A}" dt="2024-05-27T23:51:13.466" v="2272"/>
        <pc:sldMkLst>
          <pc:docMk/>
          <pc:sldMk cId="3576929467" sldId="303"/>
        </pc:sldMkLst>
        <pc:spChg chg="del">
          <ac:chgData name="Manoj Sundar Ravichandran" userId="S::mravichandran@hof-university.de::453332ee-569c-4cda-ae19-79d852ef561a" providerId="AD" clId="Web-{58F90365-BDFC-ABFD-B70E-4D0D63356D8A}" dt="2024-05-27T23:51:13.466" v="2272"/>
          <ac:spMkLst>
            <pc:docMk/>
            <pc:sldMk cId="3576929467" sldId="303"/>
            <ac:spMk id="2" creationId="{84E84EF2-57DB-A7C8-798E-7A801FAC1B9B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7T23:50:48.481" v="2268"/>
          <ac:spMkLst>
            <pc:docMk/>
            <pc:sldMk cId="3576929467" sldId="303"/>
            <ac:spMk id="33" creationId="{6D1D6FEA-A814-D06B-6784-2B611850BF60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7T23:51:00.747" v="2270"/>
          <ac:spMkLst>
            <pc:docMk/>
            <pc:sldMk cId="3576929467" sldId="303"/>
            <ac:spMk id="35" creationId="{B2BC2A1C-8A1C-E7F5-DC42-0E2569D6E474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3:51:07.169" v="2271"/>
          <ac:spMkLst>
            <pc:docMk/>
            <pc:sldMk cId="3576929467" sldId="303"/>
            <ac:spMk id="61" creationId="{5EF6F2E0-A2AE-BC66-97AE-C3A3B15F421C}"/>
          </ac:spMkLst>
        </pc:spChg>
        <pc:graphicFrameChg chg="add del mod ord modGraphic">
          <ac:chgData name="Manoj Sundar Ravichandran" userId="S::mravichandran@hof-university.de::453332ee-569c-4cda-ae19-79d852ef561a" providerId="AD" clId="Web-{58F90365-BDFC-ABFD-B70E-4D0D63356D8A}" dt="2024-05-27T23:50:53.309" v="2269"/>
          <ac:graphicFrameMkLst>
            <pc:docMk/>
            <pc:sldMk cId="3576929467" sldId="303"/>
            <ac:graphicFrameMk id="53" creationId="{74DA5C17-EAF9-0B2C-1E9B-381C6047AB77}"/>
          </ac:graphicFrameMkLst>
        </pc:graphicFrameChg>
      </pc:sldChg>
      <pc:sldChg chg="delSp">
        <pc:chgData name="Manoj Sundar Ravichandran" userId="S::mravichandran@hof-university.de::453332ee-569c-4cda-ae19-79d852ef561a" providerId="AD" clId="Web-{58F90365-BDFC-ABFD-B70E-4D0D63356D8A}" dt="2024-05-28T01:17:50.450" v="2571"/>
        <pc:sldMkLst>
          <pc:docMk/>
          <pc:sldMk cId="1388261220" sldId="304"/>
        </pc:sldMkLst>
        <pc:spChg chg="del">
          <ac:chgData name="Manoj Sundar Ravichandran" userId="S::mravichandran@hof-university.de::453332ee-569c-4cda-ae19-79d852ef561a" providerId="AD" clId="Web-{58F90365-BDFC-ABFD-B70E-4D0D63356D8A}" dt="2024-05-28T01:17:50.450" v="2571"/>
          <ac:spMkLst>
            <pc:docMk/>
            <pc:sldMk cId="1388261220" sldId="304"/>
            <ac:spMk id="2" creationId="{D74188DF-B984-97C5-A5A2-819595644088}"/>
          </ac:spMkLst>
        </pc:spChg>
      </pc:sldChg>
      <pc:sldChg chg="delSp">
        <pc:chgData name="Manoj Sundar Ravichandran" userId="S::mravichandran@hof-university.de::453332ee-569c-4cda-ae19-79d852ef561a" providerId="AD" clId="Web-{58F90365-BDFC-ABFD-B70E-4D0D63356D8A}" dt="2024-05-28T01:18:03.809" v="2573"/>
        <pc:sldMkLst>
          <pc:docMk/>
          <pc:sldMk cId="1185375381" sldId="305"/>
        </pc:sldMkLst>
        <pc:spChg chg="del">
          <ac:chgData name="Manoj Sundar Ravichandran" userId="S::mravichandran@hof-university.de::453332ee-569c-4cda-ae19-79d852ef561a" providerId="AD" clId="Web-{58F90365-BDFC-ABFD-B70E-4D0D63356D8A}" dt="2024-05-28T01:17:57.325" v="2572"/>
          <ac:spMkLst>
            <pc:docMk/>
            <pc:sldMk cId="1185375381" sldId="305"/>
            <ac:spMk id="2" creationId="{4AE9DF88-879D-7221-8E82-EB5E58AA3096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1:18:03.809" v="2573"/>
          <ac:spMkLst>
            <pc:docMk/>
            <pc:sldMk cId="1185375381" sldId="305"/>
            <ac:spMk id="4" creationId="{02B4287C-880A-F926-7571-E2235ADF33C6}"/>
          </ac:spMkLst>
        </pc:spChg>
      </pc:sldChg>
      <pc:sldChg chg="delSp">
        <pc:chgData name="Manoj Sundar Ravichandran" userId="S::mravichandran@hof-university.de::453332ee-569c-4cda-ae19-79d852ef561a" providerId="AD" clId="Web-{58F90365-BDFC-ABFD-B70E-4D0D63356D8A}" dt="2024-05-28T00:38:53.392" v="2275"/>
        <pc:sldMkLst>
          <pc:docMk/>
          <pc:sldMk cId="3757046931" sldId="306"/>
        </pc:sldMkLst>
        <pc:spChg chg="del">
          <ac:chgData name="Manoj Sundar Ravichandran" userId="S::mravichandran@hof-university.de::453332ee-569c-4cda-ae19-79d852ef561a" providerId="AD" clId="Web-{58F90365-BDFC-ABFD-B70E-4D0D63356D8A}" dt="2024-05-28T00:38:53.392" v="2275"/>
          <ac:spMkLst>
            <pc:docMk/>
            <pc:sldMk cId="3757046931" sldId="306"/>
            <ac:spMk id="2" creationId="{788BD31E-10CF-A294-F551-3C671514BFF8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0:38:44.970" v="2273"/>
          <ac:spMkLst>
            <pc:docMk/>
            <pc:sldMk cId="3757046931" sldId="306"/>
            <ac:spMk id="69" creationId="{7E5A4993-AE28-3701-A404-30020EECA60E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0:38:48.954" v="2274"/>
          <ac:spMkLst>
            <pc:docMk/>
            <pc:sldMk cId="3757046931" sldId="306"/>
            <ac:spMk id="73" creationId="{7460EBEB-7FF8-9769-DA88-7F953089E50C}"/>
          </ac:spMkLst>
        </pc:spChg>
      </pc:sldChg>
      <pc:sldChg chg="addSp delSp modSp">
        <pc:chgData name="Manoj Sundar Ravichandran" userId="S::mravichandran@hof-university.de::453332ee-569c-4cda-ae19-79d852ef561a" providerId="AD" clId="Web-{58F90365-BDFC-ABFD-B70E-4D0D63356D8A}" dt="2024-05-28T00:39:22.678" v="2280"/>
        <pc:sldMkLst>
          <pc:docMk/>
          <pc:sldMk cId="175944444" sldId="307"/>
        </pc:sldMkLst>
        <pc:spChg chg="del">
          <ac:chgData name="Manoj Sundar Ravichandran" userId="S::mravichandran@hof-university.de::453332ee-569c-4cda-ae19-79d852ef561a" providerId="AD" clId="Web-{58F90365-BDFC-ABFD-B70E-4D0D63356D8A}" dt="2024-05-28T00:39:01.314" v="2276"/>
          <ac:spMkLst>
            <pc:docMk/>
            <pc:sldMk cId="175944444" sldId="307"/>
            <ac:spMk id="2" creationId="{AAFABAAF-D2D4-9C95-5722-D43D38A66E46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0:39:09.537" v="2277"/>
          <ac:spMkLst>
            <pc:docMk/>
            <pc:sldMk cId="175944444" sldId="307"/>
            <ac:spMk id="44" creationId="{37941676-B7B0-1DCE-A665-9707546C0D17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0:39:10.709" v="2278"/>
          <ac:spMkLst>
            <pc:docMk/>
            <pc:sldMk cId="175944444" sldId="307"/>
            <ac:spMk id="48" creationId="{A328D012-3AB0-C570-94EE-5BA61D18111C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0:39:22.678" v="2280"/>
          <ac:spMkLst>
            <pc:docMk/>
            <pc:sldMk cId="175944444" sldId="307"/>
            <ac:spMk id="80" creationId="{84E0950B-0DDD-B81A-1B84-9D1B83A758A3}"/>
          </ac:spMkLst>
        </pc:spChg>
        <pc:graphicFrameChg chg="add del mod ord modGraphic">
          <ac:chgData name="Manoj Sundar Ravichandran" userId="S::mravichandran@hof-university.de::453332ee-569c-4cda-ae19-79d852ef561a" providerId="AD" clId="Web-{58F90365-BDFC-ABFD-B70E-4D0D63356D8A}" dt="2024-05-28T00:39:14.006" v="2279"/>
          <ac:graphicFrameMkLst>
            <pc:docMk/>
            <pc:sldMk cId="175944444" sldId="307"/>
            <ac:graphicFrameMk id="72" creationId="{4ED7ECDD-EBF9-F6CC-A199-837339B8F664}"/>
          </ac:graphicFrameMkLst>
        </pc:graphicFrameChg>
      </pc:sldChg>
      <pc:sldChg chg="delSp">
        <pc:chgData name="Manoj Sundar Ravichandran" userId="S::mravichandran@hof-university.de::453332ee-569c-4cda-ae19-79d852ef561a" providerId="AD" clId="Web-{58F90365-BDFC-ABFD-B70E-4D0D63356D8A}" dt="2024-05-28T00:39:38.710" v="2283"/>
        <pc:sldMkLst>
          <pc:docMk/>
          <pc:sldMk cId="527624444" sldId="308"/>
        </pc:sldMkLst>
        <pc:spChg chg="del">
          <ac:chgData name="Manoj Sundar Ravichandran" userId="S::mravichandran@hof-university.de::453332ee-569c-4cda-ae19-79d852ef561a" providerId="AD" clId="Web-{58F90365-BDFC-ABFD-B70E-4D0D63356D8A}" dt="2024-05-28T00:39:29.397" v="2281"/>
          <ac:spMkLst>
            <pc:docMk/>
            <pc:sldMk cId="527624444" sldId="308"/>
            <ac:spMk id="2" creationId="{B5EF4B7F-36E2-AEC5-17AB-D538C16B5279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0:39:33.741" v="2282"/>
          <ac:spMkLst>
            <pc:docMk/>
            <pc:sldMk cId="527624444" sldId="308"/>
            <ac:spMk id="4" creationId="{7B5EAF46-B2B0-D2F6-F928-6FF174E85B66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0:39:38.710" v="2283"/>
          <ac:spMkLst>
            <pc:docMk/>
            <pc:sldMk cId="527624444" sldId="308"/>
            <ac:spMk id="5" creationId="{A8FD99A3-F9D5-3E25-1068-BB3409B770DE}"/>
          </ac:spMkLst>
        </pc:spChg>
      </pc:sldChg>
      <pc:sldChg chg="addSp delSp modSp mod modClrScheme chgLayout">
        <pc:chgData name="Manoj Sundar Ravichandran" userId="S::mravichandran@hof-university.de::453332ee-569c-4cda-ae19-79d852ef561a" providerId="AD" clId="Web-{58F90365-BDFC-ABFD-B70E-4D0D63356D8A}" dt="2024-05-28T01:18:19.607" v="2574"/>
        <pc:sldMkLst>
          <pc:docMk/>
          <pc:sldMk cId="297761114" sldId="309"/>
        </pc:sldMkLst>
        <pc:spChg chg="del">
          <ac:chgData name="Manoj Sundar Ravichandran" userId="S::mravichandran@hof-university.de::453332ee-569c-4cda-ae19-79d852ef561a" providerId="AD" clId="Web-{58F90365-BDFC-ABFD-B70E-4D0D63356D8A}" dt="2024-05-27T20:33:59.974" v="867"/>
          <ac:spMkLst>
            <pc:docMk/>
            <pc:sldMk cId="297761114" sldId="309"/>
            <ac:spMk id="2" creationId="{BE9AC3B0-BC47-1CD6-364A-91F3A32F25F6}"/>
          </ac:spMkLst>
        </pc:spChg>
        <pc:spChg chg="mod ord modVis">
          <ac:chgData name="Manoj Sundar Ravichandran" userId="S::mravichandran@hof-university.de::453332ee-569c-4cda-ae19-79d852ef561a" providerId="AD" clId="Web-{58F90365-BDFC-ABFD-B70E-4D0D63356D8A}" dt="2024-05-27T20:42:09.472" v="1508"/>
          <ac:spMkLst>
            <pc:docMk/>
            <pc:sldMk cId="297761114" sldId="309"/>
            <ac:spMk id="3" creationId="{AADEDD0E-CECD-211A-36D9-9A5F9D81B848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7T20:33:49.411" v="865"/>
          <ac:spMkLst>
            <pc:docMk/>
            <pc:sldMk cId="297761114" sldId="309"/>
            <ac:spMk id="4" creationId="{DD45EE9D-228F-B8F9-F12A-E140A6090C6E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7T20:33:54.802" v="866"/>
          <ac:spMkLst>
            <pc:docMk/>
            <pc:sldMk cId="297761114" sldId="309"/>
            <ac:spMk id="5" creationId="{0CC2BD5B-0546-7FD4-32AC-ABAEDE824AC5}"/>
          </ac:spMkLst>
        </pc:spChg>
        <pc:spChg chg="mod">
          <ac:chgData name="Manoj Sundar Ravichandran" userId="S::mravichandran@hof-university.de::453332ee-569c-4cda-ae19-79d852ef561a" providerId="AD" clId="Web-{58F90365-BDFC-ABFD-B70E-4D0D63356D8A}" dt="2024-05-27T20:42:09.472" v="1508"/>
          <ac:spMkLst>
            <pc:docMk/>
            <pc:sldMk cId="297761114" sldId="309"/>
            <ac:spMk id="6" creationId="{04BB9924-CBA4-F5C6-807B-F11FCA1970DA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7T20:12:00.515" v="0"/>
          <ac:spMkLst>
            <pc:docMk/>
            <pc:sldMk cId="297761114" sldId="309"/>
            <ac:spMk id="8" creationId="{5E475368-B66B-C0AE-9A2C-5944704F4E25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0:12:28.234" v="6"/>
          <ac:spMkLst>
            <pc:docMk/>
            <pc:sldMk cId="297761114" sldId="309"/>
            <ac:spMk id="10" creationId="{921C2870-1CC1-BF0F-03DE-FD5A51112E8A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1:18:19.607" v="2574"/>
          <ac:spMkLst>
            <pc:docMk/>
            <pc:sldMk cId="297761114" sldId="309"/>
            <ac:spMk id="12" creationId="{B1DA8CF9-3E6C-BB73-72C4-F71EF0C2B2A6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0:42:06.972" v="1505"/>
          <ac:spMkLst>
            <pc:docMk/>
            <pc:sldMk cId="297761114" sldId="309"/>
            <ac:spMk id="17" creationId="{19B499DE-B1BA-02B7-BAEB-00E37087CED7}"/>
          </ac:spMkLst>
        </pc:spChg>
        <pc:spChg chg="add mod">
          <ac:chgData name="Manoj Sundar Ravichandran" userId="S::mravichandran@hof-university.de::453332ee-569c-4cda-ae19-79d852ef561a" providerId="AD" clId="Web-{58F90365-BDFC-ABFD-B70E-4D0D63356D8A}" dt="2024-05-27T20:42:38.926" v="1512"/>
          <ac:spMkLst>
            <pc:docMk/>
            <pc:sldMk cId="297761114" sldId="309"/>
            <ac:spMk id="19" creationId="{E5CA86E7-4400-E9F7-B615-325F687EEB58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0:42:06.972" v="1505"/>
          <ac:spMkLst>
            <pc:docMk/>
            <pc:sldMk cId="297761114" sldId="309"/>
            <ac:spMk id="20" creationId="{75332AAD-31EB-1BE4-E4D5-FFAA62AFF98F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0:39:44.241" v="2284"/>
          <ac:spMkLst>
            <pc:docMk/>
            <pc:sldMk cId="297761114" sldId="309"/>
            <ac:spMk id="21" creationId="{36EA4E38-32D8-E61E-609A-9B68EDD25B07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0:42:06.972" v="1505"/>
          <ac:spMkLst>
            <pc:docMk/>
            <pc:sldMk cId="297761114" sldId="309"/>
            <ac:spMk id="22" creationId="{1CD4B176-B459-64EE-663C-93DCABF0DD2C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0:42:27.394" v="1511"/>
          <ac:spMkLst>
            <pc:docMk/>
            <pc:sldMk cId="297761114" sldId="309"/>
            <ac:spMk id="23" creationId="{9CE0EC25-3620-4DB9-5519-F9DBAC813E59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0:42:06.972" v="1505"/>
          <ac:spMkLst>
            <pc:docMk/>
            <pc:sldMk cId="297761114" sldId="309"/>
            <ac:spMk id="24" creationId="{D4305080-4186-35E1-48D3-101313404AF7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0:42:06.972" v="1505"/>
          <ac:spMkLst>
            <pc:docMk/>
            <pc:sldMk cId="297761114" sldId="309"/>
            <ac:spMk id="26" creationId="{41B3255C-AD33-28EB-914B-7A0CAF80A491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0:42:06.972" v="1505"/>
          <ac:spMkLst>
            <pc:docMk/>
            <pc:sldMk cId="297761114" sldId="309"/>
            <ac:spMk id="28" creationId="{EAF5BD70-5585-DE9E-2F2C-F9BDD3162823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0:42:06.972" v="1505"/>
          <ac:spMkLst>
            <pc:docMk/>
            <pc:sldMk cId="297761114" sldId="309"/>
            <ac:spMk id="30" creationId="{886AC3DF-C88C-32DC-19A5-1F6E584BBAFF}"/>
          </ac:spMkLst>
        </pc:spChg>
        <pc:spChg chg="add del">
          <ac:chgData name="Manoj Sundar Ravichandran" userId="S::mravichandran@hof-university.de::453332ee-569c-4cda-ae19-79d852ef561a" providerId="AD" clId="Web-{58F90365-BDFC-ABFD-B70E-4D0D63356D8A}" dt="2024-05-27T20:42:09.456" v="1507"/>
          <ac:spMkLst>
            <pc:docMk/>
            <pc:sldMk cId="297761114" sldId="309"/>
            <ac:spMk id="32" creationId="{59580341-D9A5-CCF1-03F2-1BEA5B9EB041}"/>
          </ac:spMkLst>
        </pc:spChg>
        <pc:spChg chg="add del">
          <ac:chgData name="Manoj Sundar Ravichandran" userId="S::mravichandran@hof-university.de::453332ee-569c-4cda-ae19-79d852ef561a" providerId="AD" clId="Web-{58F90365-BDFC-ABFD-B70E-4D0D63356D8A}" dt="2024-05-27T20:42:09.456" v="1507"/>
          <ac:spMkLst>
            <pc:docMk/>
            <pc:sldMk cId="297761114" sldId="309"/>
            <ac:spMk id="33" creationId="{C89F4720-B6BC-EA70-2BB3-888621169DE0}"/>
          </ac:spMkLst>
        </pc:spChg>
        <pc:spChg chg="add del">
          <ac:chgData name="Manoj Sundar Ravichandran" userId="S::mravichandran@hof-university.de::453332ee-569c-4cda-ae19-79d852ef561a" providerId="AD" clId="Web-{58F90365-BDFC-ABFD-B70E-4D0D63356D8A}" dt="2024-05-27T20:42:09.456" v="1507"/>
          <ac:spMkLst>
            <pc:docMk/>
            <pc:sldMk cId="297761114" sldId="309"/>
            <ac:spMk id="34" creationId="{F4808E1A-462D-F686-749A-ABFAA7A38D64}"/>
          </ac:spMkLst>
        </pc:spChg>
        <pc:spChg chg="add del">
          <ac:chgData name="Manoj Sundar Ravichandran" userId="S::mravichandran@hof-university.de::453332ee-569c-4cda-ae19-79d852ef561a" providerId="AD" clId="Web-{58F90365-BDFC-ABFD-B70E-4D0D63356D8A}" dt="2024-05-27T20:42:09.456" v="1507"/>
          <ac:spMkLst>
            <pc:docMk/>
            <pc:sldMk cId="297761114" sldId="309"/>
            <ac:spMk id="35" creationId="{EC493D23-2778-047B-E831-C5C10E863B04}"/>
          </ac:spMkLst>
        </pc:spChg>
        <pc:spChg chg="add del">
          <ac:chgData name="Manoj Sundar Ravichandran" userId="S::mravichandran@hof-university.de::453332ee-569c-4cda-ae19-79d852ef561a" providerId="AD" clId="Web-{58F90365-BDFC-ABFD-B70E-4D0D63356D8A}" dt="2024-05-27T20:42:09.456" v="1507"/>
          <ac:spMkLst>
            <pc:docMk/>
            <pc:sldMk cId="297761114" sldId="309"/>
            <ac:spMk id="37" creationId="{2688AC65-3B7B-3905-22A5-0B232A23FCB7}"/>
          </ac:spMkLst>
        </pc:spChg>
        <pc:spChg chg="add mod">
          <ac:chgData name="Manoj Sundar Ravichandran" userId="S::mravichandran@hof-university.de::453332ee-569c-4cda-ae19-79d852ef561a" providerId="AD" clId="Web-{58F90365-BDFC-ABFD-B70E-4D0D63356D8A}" dt="2024-05-27T20:42:54.114" v="1515"/>
          <ac:spMkLst>
            <pc:docMk/>
            <pc:sldMk cId="297761114" sldId="309"/>
            <ac:spMk id="39" creationId="{2BFE7692-2E7F-4CD6-3E4C-C87ED8E61791}"/>
          </ac:spMkLst>
        </pc:spChg>
        <pc:graphicFrameChg chg="add del mod ord modGraphic">
          <ac:chgData name="Manoj Sundar Ravichandran" userId="S::mravichandran@hof-university.de::453332ee-569c-4cda-ae19-79d852ef561a" providerId="AD" clId="Web-{58F90365-BDFC-ABFD-B70E-4D0D63356D8A}" dt="2024-05-28T00:39:48.914" v="2285"/>
          <ac:graphicFrameMkLst>
            <pc:docMk/>
            <pc:sldMk cId="297761114" sldId="309"/>
            <ac:graphicFrameMk id="2" creationId="{3D6F2CA1-9A4A-3FE4-8A2D-7283F0E9C58C}"/>
          </ac:graphicFrameMkLst>
        </pc:graphicFrameChg>
        <pc:graphicFrameChg chg="add del mod ord modGraphic">
          <ac:chgData name="Manoj Sundar Ravichandran" userId="S::mravichandran@hof-university.de::453332ee-569c-4cda-ae19-79d852ef561a" providerId="AD" clId="Web-{58F90365-BDFC-ABFD-B70E-4D0D63356D8A}" dt="2024-05-27T20:42:09.472" v="1508"/>
          <ac:graphicFrameMkLst>
            <pc:docMk/>
            <pc:sldMk cId="297761114" sldId="309"/>
            <ac:graphicFrameMk id="12" creationId="{3CEFF46C-4D53-5921-D7E0-61E4984A5AAE}"/>
          </ac:graphicFrameMkLst>
        </pc:graphicFrameChg>
        <pc:graphicFrameChg chg="add del">
          <ac:chgData name="Manoj Sundar Ravichandran" userId="S::mravichandran@hof-university.de::453332ee-569c-4cda-ae19-79d852ef561a" providerId="AD" clId="Web-{58F90365-BDFC-ABFD-B70E-4D0D63356D8A}" dt="2024-05-27T20:42:06.972" v="1505"/>
          <ac:graphicFrameMkLst>
            <pc:docMk/>
            <pc:sldMk cId="297761114" sldId="309"/>
            <ac:graphicFrameMk id="15" creationId="{3CEFF46C-4D53-5921-D7E0-61E4984A5AAE}"/>
          </ac:graphicFrameMkLst>
        </pc:graphicFrameChg>
        <pc:graphicFrameChg chg="add del">
          <ac:chgData name="Manoj Sundar Ravichandran" userId="S::mravichandran@hof-university.de::453332ee-569c-4cda-ae19-79d852ef561a" providerId="AD" clId="Web-{58F90365-BDFC-ABFD-B70E-4D0D63356D8A}" dt="2024-05-27T20:42:09.456" v="1507"/>
          <ac:graphicFrameMkLst>
            <pc:docMk/>
            <pc:sldMk cId="297761114" sldId="309"/>
            <ac:graphicFrameMk id="36" creationId="{3CEFF46C-4D53-5921-D7E0-61E4984A5AAE}"/>
          </ac:graphicFrameMkLst>
        </pc:graphicFrameChg>
        <pc:graphicFrameChg chg="add mod modGraphic">
          <ac:chgData name="Manoj Sundar Ravichandran" userId="S::mravichandran@hof-university.de::453332ee-569c-4cda-ae19-79d852ef561a" providerId="AD" clId="Web-{58F90365-BDFC-ABFD-B70E-4D0D63356D8A}" dt="2024-05-27T20:42:21.925" v="1510" actId="1076"/>
          <ac:graphicFrameMkLst>
            <pc:docMk/>
            <pc:sldMk cId="297761114" sldId="309"/>
            <ac:graphicFrameMk id="40" creationId="{3CEFF46C-4D53-5921-D7E0-61E4984A5AAE}"/>
          </ac:graphicFrameMkLst>
        </pc:graphicFrameChg>
        <pc:picChg chg="add del mod ord">
          <ac:chgData name="Manoj Sundar Ravichandran" userId="S::mravichandran@hof-university.de::453332ee-569c-4cda-ae19-79d852ef561a" providerId="AD" clId="Web-{58F90365-BDFC-ABFD-B70E-4D0D63356D8A}" dt="2024-05-27T20:12:14.062" v="3"/>
          <ac:picMkLst>
            <pc:docMk/>
            <pc:sldMk cId="297761114" sldId="309"/>
            <ac:picMk id="7" creationId="{1A6DE87D-13BC-01FB-8DB0-2CF900957264}"/>
          </ac:picMkLst>
        </pc:picChg>
        <pc:picChg chg="add del mod ord">
          <ac:chgData name="Manoj Sundar Ravichandran" userId="S::mravichandran@hof-university.de::453332ee-569c-4cda-ae19-79d852ef561a" providerId="AD" clId="Web-{58F90365-BDFC-ABFD-B70E-4D0D63356D8A}" dt="2024-05-27T20:12:19.109" v="5"/>
          <ac:picMkLst>
            <pc:docMk/>
            <pc:sldMk cId="297761114" sldId="309"/>
            <ac:picMk id="11" creationId="{7EA8C2FD-F5A3-F970-018A-5F324A8EBAA3}"/>
          </ac:picMkLst>
        </pc:picChg>
      </pc:sldChg>
      <pc:sldChg chg="addSp delSp modSp mod modClrScheme chgLayout">
        <pc:chgData name="Manoj Sundar Ravichandran" userId="S::mravichandran@hof-university.de::453332ee-569c-4cda-ae19-79d852ef561a" providerId="AD" clId="Web-{58F90365-BDFC-ABFD-B70E-4D0D63356D8A}" dt="2024-05-27T20:52:41.302" v="2077"/>
        <pc:sldMkLst>
          <pc:docMk/>
          <pc:sldMk cId="3153529949" sldId="310"/>
        </pc:sldMkLst>
        <pc:spChg chg="del">
          <ac:chgData name="Manoj Sundar Ravichandran" userId="S::mravichandran@hof-university.de::453332ee-569c-4cda-ae19-79d852ef561a" providerId="AD" clId="Web-{58F90365-BDFC-ABFD-B70E-4D0D63356D8A}" dt="2024-05-27T20:52:10.364" v="2070"/>
          <ac:spMkLst>
            <pc:docMk/>
            <pc:sldMk cId="3153529949" sldId="310"/>
            <ac:spMk id="2" creationId="{B42E4857-B84E-8FBA-F39B-6E75E12CDFF6}"/>
          </ac:spMkLst>
        </pc:spChg>
        <pc:spChg chg="mod ord modVis">
          <ac:chgData name="Manoj Sundar Ravichandran" userId="S::mravichandran@hof-university.de::453332ee-569c-4cda-ae19-79d852ef561a" providerId="AD" clId="Web-{58F90365-BDFC-ABFD-B70E-4D0D63356D8A}" dt="2024-05-27T20:52:35.490" v="2076"/>
          <ac:spMkLst>
            <pc:docMk/>
            <pc:sldMk cId="3153529949" sldId="310"/>
            <ac:spMk id="3" creationId="{40B40DC8-B5CE-65B5-D6C6-A68E61CCEEFB}"/>
          </ac:spMkLst>
        </pc:spChg>
        <pc:spChg chg="add del">
          <ac:chgData name="Manoj Sundar Ravichandran" userId="S::mravichandran@hof-university.de::453332ee-569c-4cda-ae19-79d852ef561a" providerId="AD" clId="Web-{58F90365-BDFC-ABFD-B70E-4D0D63356D8A}" dt="2024-05-27T20:52:01.770" v="2068"/>
          <ac:spMkLst>
            <pc:docMk/>
            <pc:sldMk cId="3153529949" sldId="310"/>
            <ac:spMk id="4" creationId="{44BAC373-8E15-4888-F02E-1E5EAE21410E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7T20:52:05.426" v="2069"/>
          <ac:spMkLst>
            <pc:docMk/>
            <pc:sldMk cId="3153529949" sldId="310"/>
            <ac:spMk id="5" creationId="{7EF9A42F-C905-0970-A9AC-860202D74F10}"/>
          </ac:spMkLst>
        </pc:spChg>
        <pc:spChg chg="mod">
          <ac:chgData name="Manoj Sundar Ravichandran" userId="S::mravichandran@hof-university.de::453332ee-569c-4cda-ae19-79d852ef561a" providerId="AD" clId="Web-{58F90365-BDFC-ABFD-B70E-4D0D63356D8A}" dt="2024-05-27T20:52:35.490" v="2076"/>
          <ac:spMkLst>
            <pc:docMk/>
            <pc:sldMk cId="3153529949" sldId="310"/>
            <ac:spMk id="6" creationId="{62411B7F-1EFE-7D00-D50D-F9C3498C3DFB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7T20:45:53.963" v="1519"/>
          <ac:spMkLst>
            <pc:docMk/>
            <pc:sldMk cId="3153529949" sldId="310"/>
            <ac:spMk id="7" creationId="{E003589A-BBF2-1996-ABC8-01FC21978F7D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7T20:45:48.134" v="1518"/>
          <ac:spMkLst>
            <pc:docMk/>
            <pc:sldMk cId="3153529949" sldId="310"/>
            <ac:spMk id="8" creationId="{6C304CD4-2E1E-A188-EBC7-F9018A3C5438}"/>
          </ac:spMkLst>
        </pc:spChg>
        <pc:spChg chg="add del">
          <ac:chgData name="Manoj Sundar Ravichandran" userId="S::mravichandran@hof-university.de::453332ee-569c-4cda-ae19-79d852ef561a" providerId="AD" clId="Web-{58F90365-BDFC-ABFD-B70E-4D0D63356D8A}" dt="2024-05-27T20:52:23.864" v="2072"/>
          <ac:spMkLst>
            <pc:docMk/>
            <pc:sldMk cId="3153529949" sldId="310"/>
            <ac:spMk id="15" creationId="{A684CA83-A808-297F-49CD-1C6D2B9D2B68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0:52:35.490" v="2076"/>
          <ac:spMkLst>
            <pc:docMk/>
            <pc:sldMk cId="3153529949" sldId="310"/>
            <ac:spMk id="17" creationId="{99F0A856-4CA5-376D-9F99-86547E8AABD3}"/>
          </ac:spMkLst>
        </pc:spChg>
        <pc:spChg chg="add del">
          <ac:chgData name="Manoj Sundar Ravichandran" userId="S::mravichandran@hof-university.de::453332ee-569c-4cda-ae19-79d852ef561a" providerId="AD" clId="Web-{58F90365-BDFC-ABFD-B70E-4D0D63356D8A}" dt="2024-05-27T20:52:23.864" v="2072"/>
          <ac:spMkLst>
            <pc:docMk/>
            <pc:sldMk cId="3153529949" sldId="310"/>
            <ac:spMk id="18" creationId="{46EE8AD0-1D45-982F-DBA4-F7B45067C694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0:52:35.490" v="2076"/>
          <ac:spMkLst>
            <pc:docMk/>
            <pc:sldMk cId="3153529949" sldId="310"/>
            <ac:spMk id="19" creationId="{7B9EE0F8-5F8C-5B4D-0ECC-5A032915AE00}"/>
          </ac:spMkLst>
        </pc:spChg>
        <pc:spChg chg="add del">
          <ac:chgData name="Manoj Sundar Ravichandran" userId="S::mravichandran@hof-university.de::453332ee-569c-4cda-ae19-79d852ef561a" providerId="AD" clId="Web-{58F90365-BDFC-ABFD-B70E-4D0D63356D8A}" dt="2024-05-27T20:52:23.864" v="2072"/>
          <ac:spMkLst>
            <pc:docMk/>
            <pc:sldMk cId="3153529949" sldId="310"/>
            <ac:spMk id="20" creationId="{07E338CB-30F1-13D4-3154-4A4FF1136890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0:52:35.490" v="2076"/>
          <ac:spMkLst>
            <pc:docMk/>
            <pc:sldMk cId="3153529949" sldId="310"/>
            <ac:spMk id="21" creationId="{5BF19CA7-FF58-122C-DD47-F0081196D54F}"/>
          </ac:spMkLst>
        </pc:spChg>
        <pc:spChg chg="add del">
          <ac:chgData name="Manoj Sundar Ravichandran" userId="S::mravichandran@hof-university.de::453332ee-569c-4cda-ae19-79d852ef561a" providerId="AD" clId="Web-{58F90365-BDFC-ABFD-B70E-4D0D63356D8A}" dt="2024-05-27T20:52:23.864" v="2072"/>
          <ac:spMkLst>
            <pc:docMk/>
            <pc:sldMk cId="3153529949" sldId="310"/>
            <ac:spMk id="22" creationId="{E3B1B579-CAF1-ABEE-F1D9-A0B643115E62}"/>
          </ac:spMkLst>
        </pc:spChg>
        <pc:spChg chg="add del">
          <ac:chgData name="Manoj Sundar Ravichandran" userId="S::mravichandran@hof-university.de::453332ee-569c-4cda-ae19-79d852ef561a" providerId="AD" clId="Web-{58F90365-BDFC-ABFD-B70E-4D0D63356D8A}" dt="2024-05-27T20:52:23.864" v="2072"/>
          <ac:spMkLst>
            <pc:docMk/>
            <pc:sldMk cId="3153529949" sldId="310"/>
            <ac:spMk id="24" creationId="{9F962B55-40C9-CCA3-F0B8-2A08D06232CE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0:52:26.693" v="2074"/>
          <ac:spMkLst>
            <pc:docMk/>
            <pc:sldMk cId="3153529949" sldId="310"/>
            <ac:spMk id="26" creationId="{9B2A3806-A138-A0E7-AD7F-EE8ED1A7DFA2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0:52:26.693" v="2074"/>
          <ac:spMkLst>
            <pc:docMk/>
            <pc:sldMk cId="3153529949" sldId="310"/>
            <ac:spMk id="27" creationId="{C2E6D356-18E0-A2C2-4680-E602FF507170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0:52:26.693" v="2074"/>
          <ac:spMkLst>
            <pc:docMk/>
            <pc:sldMk cId="3153529949" sldId="310"/>
            <ac:spMk id="28" creationId="{A27822D4-F36C-0768-5D99-96A879887691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0:52:26.693" v="2074"/>
          <ac:spMkLst>
            <pc:docMk/>
            <pc:sldMk cId="3153529949" sldId="310"/>
            <ac:spMk id="29" creationId="{A4CC5B3C-4D42-C04A-7D9E-37C0F6CF97E8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0:52:26.693" v="2074"/>
          <ac:spMkLst>
            <pc:docMk/>
            <pc:sldMk cId="3153529949" sldId="310"/>
            <ac:spMk id="30" creationId="{AF4E849F-08C8-D90D-045B-FD5C75F0672B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0:52:26.693" v="2074"/>
          <ac:spMkLst>
            <pc:docMk/>
            <pc:sldMk cId="3153529949" sldId="310"/>
            <ac:spMk id="31" creationId="{61B25CA0-2B93-5729-AEEC-A2F114845CB5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0:52:26.693" v="2074"/>
          <ac:spMkLst>
            <pc:docMk/>
            <pc:sldMk cId="3153529949" sldId="310"/>
            <ac:spMk id="33" creationId="{532E7D36-1D0C-D441-6B73-90EE0FFF84B9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0:52:35.490" v="2076"/>
          <ac:spMkLst>
            <pc:docMk/>
            <pc:sldMk cId="3153529949" sldId="310"/>
            <ac:spMk id="35" creationId="{248AC923-203C-4604-0BC3-00BEE077C8BB}"/>
          </ac:spMkLst>
        </pc:spChg>
        <pc:graphicFrameChg chg="add del mod ord modGraphic">
          <ac:chgData name="Manoj Sundar Ravichandran" userId="S::mravichandran@hof-university.de::453332ee-569c-4cda-ae19-79d852ef561a" providerId="AD" clId="Web-{58F90365-BDFC-ABFD-B70E-4D0D63356D8A}" dt="2024-05-27T20:45:37.119" v="1517"/>
          <ac:graphicFrameMkLst>
            <pc:docMk/>
            <pc:sldMk cId="3153529949" sldId="310"/>
            <ac:graphicFrameMk id="9" creationId="{67CDBD40-43FC-39B3-C106-349443F507C1}"/>
          </ac:graphicFrameMkLst>
        </pc:graphicFrameChg>
        <pc:graphicFrameChg chg="add del mod ord modGraphic">
          <ac:chgData name="Manoj Sundar Ravichandran" userId="S::mravichandran@hof-university.de::453332ee-569c-4cda-ae19-79d852ef561a" providerId="AD" clId="Web-{58F90365-BDFC-ABFD-B70E-4D0D63356D8A}" dt="2024-05-27T20:52:41.302" v="2077"/>
          <ac:graphicFrameMkLst>
            <pc:docMk/>
            <pc:sldMk cId="3153529949" sldId="310"/>
            <ac:graphicFrameMk id="10" creationId="{7757687B-66A0-889E-2F22-02E571584EAC}"/>
          </ac:graphicFrameMkLst>
        </pc:graphicFrameChg>
        <pc:graphicFrameChg chg="add del">
          <ac:chgData name="Manoj Sundar Ravichandran" userId="S::mravichandran@hof-university.de::453332ee-569c-4cda-ae19-79d852ef561a" providerId="AD" clId="Web-{58F90365-BDFC-ABFD-B70E-4D0D63356D8A}" dt="2024-05-27T20:52:23.864" v="2072"/>
          <ac:graphicFrameMkLst>
            <pc:docMk/>
            <pc:sldMk cId="3153529949" sldId="310"/>
            <ac:graphicFrameMk id="13" creationId="{7757687B-66A0-889E-2F22-02E571584EAC}"/>
          </ac:graphicFrameMkLst>
        </pc:graphicFrameChg>
        <pc:graphicFrameChg chg="add del">
          <ac:chgData name="Manoj Sundar Ravichandran" userId="S::mravichandran@hof-university.de::453332ee-569c-4cda-ae19-79d852ef561a" providerId="AD" clId="Web-{58F90365-BDFC-ABFD-B70E-4D0D63356D8A}" dt="2024-05-27T20:52:26.693" v="2074"/>
          <ac:graphicFrameMkLst>
            <pc:docMk/>
            <pc:sldMk cId="3153529949" sldId="310"/>
            <ac:graphicFrameMk id="32" creationId="{7757687B-66A0-889E-2F22-02E571584EAC}"/>
          </ac:graphicFrameMkLst>
        </pc:graphicFrameChg>
        <pc:graphicFrameChg chg="add del mod">
          <ac:chgData name="Manoj Sundar Ravichandran" userId="S::mravichandran@hof-university.de::453332ee-569c-4cda-ae19-79d852ef561a" providerId="AD" clId="Web-{58F90365-BDFC-ABFD-B70E-4D0D63356D8A}" dt="2024-05-27T20:52:35.490" v="2076"/>
          <ac:graphicFrameMkLst>
            <pc:docMk/>
            <pc:sldMk cId="3153529949" sldId="310"/>
            <ac:graphicFrameMk id="36" creationId="{7757687B-66A0-889E-2F22-02E571584EAC}"/>
          </ac:graphicFrameMkLst>
        </pc:graphicFrameChg>
      </pc:sldChg>
      <pc:sldChg chg="addSp delSp modSp mod modClrScheme chgLayout">
        <pc:chgData name="Manoj Sundar Ravichandran" userId="S::mravichandran@hof-university.de::453332ee-569c-4cda-ae19-79d852ef561a" providerId="AD" clId="Web-{58F90365-BDFC-ABFD-B70E-4D0D63356D8A}" dt="2024-05-28T01:25:50.155" v="2589" actId="1076"/>
        <pc:sldMkLst>
          <pc:docMk/>
          <pc:sldMk cId="1881670893" sldId="311"/>
        </pc:sldMkLst>
        <pc:spChg chg="del">
          <ac:chgData name="Manoj Sundar Ravichandran" userId="S::mravichandran@hof-university.de::453332ee-569c-4cda-ae19-79d852ef561a" providerId="AD" clId="Web-{58F90365-BDFC-ABFD-B70E-4D0D63356D8A}" dt="2024-05-28T01:15:01.803" v="2554"/>
          <ac:spMkLst>
            <pc:docMk/>
            <pc:sldMk cId="1881670893" sldId="311"/>
            <ac:spMk id="2" creationId="{F413670D-0896-C6E6-4B46-BD5C9C0CC5C9}"/>
          </ac:spMkLst>
        </pc:spChg>
        <pc:spChg chg="mod">
          <ac:chgData name="Manoj Sundar Ravichandran" userId="S::mravichandran@hof-university.de::453332ee-569c-4cda-ae19-79d852ef561a" providerId="AD" clId="Web-{58F90365-BDFC-ABFD-B70E-4D0D63356D8A}" dt="2024-05-28T01:25:31.670" v="2586"/>
          <ac:spMkLst>
            <pc:docMk/>
            <pc:sldMk cId="1881670893" sldId="311"/>
            <ac:spMk id="3" creationId="{39ACDC98-0B09-A08E-F742-BA00622C7583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1:15:06.803" v="2555"/>
          <ac:spMkLst>
            <pc:docMk/>
            <pc:sldMk cId="1881670893" sldId="311"/>
            <ac:spMk id="4" creationId="{5558DCDA-C5A5-7F59-169B-6E8E2A6B8947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1:15:13.350" v="2556"/>
          <ac:spMkLst>
            <pc:docMk/>
            <pc:sldMk cId="1881670893" sldId="311"/>
            <ac:spMk id="5" creationId="{F16CC67D-EF4C-3163-A6FC-0F19C4F02FA4}"/>
          </ac:spMkLst>
        </pc:spChg>
        <pc:spChg chg="mod">
          <ac:chgData name="Manoj Sundar Ravichandran" userId="S::mravichandran@hof-university.de::453332ee-569c-4cda-ae19-79d852ef561a" providerId="AD" clId="Web-{58F90365-BDFC-ABFD-B70E-4D0D63356D8A}" dt="2024-05-28T01:25:31.670" v="2586"/>
          <ac:spMkLst>
            <pc:docMk/>
            <pc:sldMk cId="1881670893" sldId="311"/>
            <ac:spMk id="6" creationId="{151F0244-1463-2312-C7D8-8AD1DE46C857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7T20:52:50.350" v="2078"/>
          <ac:spMkLst>
            <pc:docMk/>
            <pc:sldMk cId="1881670893" sldId="311"/>
            <ac:spMk id="7" creationId="{C2CA007E-42E5-21B2-A2AD-3FE3AF63AC3D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1:25:01.684" v="2578"/>
          <ac:spMkLst>
            <pc:docMk/>
            <pc:sldMk cId="1881670893" sldId="311"/>
            <ac:spMk id="8" creationId="{787AAF42-EDFB-1455-0CB6-38544B6B1455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1:25:31.670" v="2586"/>
          <ac:spMkLst>
            <pc:docMk/>
            <pc:sldMk cId="1881670893" sldId="311"/>
            <ac:spMk id="14" creationId="{9FFFE7EA-A60B-643E-CC3B-9EF5C9343B83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1:25:31.670" v="2586"/>
          <ac:spMkLst>
            <pc:docMk/>
            <pc:sldMk cId="1881670893" sldId="311"/>
            <ac:spMk id="16" creationId="{0739267E-B695-CB25-63F7-DD644CA70DEE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1:25:31.670" v="2586"/>
          <ac:spMkLst>
            <pc:docMk/>
            <pc:sldMk cId="1881670893" sldId="311"/>
            <ac:spMk id="18" creationId="{0461C17A-9F48-E448-6AB6-00671FEBB520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1:25:31.670" v="2586"/>
          <ac:spMkLst>
            <pc:docMk/>
            <pc:sldMk cId="1881670893" sldId="311"/>
            <ac:spMk id="20" creationId="{85C15F32-BB04-E13B-5446-1D063C08C60A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1:25:31.670" v="2586"/>
          <ac:spMkLst>
            <pc:docMk/>
            <pc:sldMk cId="1881670893" sldId="311"/>
            <ac:spMk id="22" creationId="{CE104835-99CA-BCF7-737E-02337506E20B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1:25:31.670" v="2586"/>
          <ac:spMkLst>
            <pc:docMk/>
            <pc:sldMk cId="1881670893" sldId="311"/>
            <ac:spMk id="24" creationId="{BC69E093-EF38-7BBA-E29E-FA663D638ECA}"/>
          </ac:spMkLst>
        </pc:spChg>
        <pc:picChg chg="add mod ord">
          <ac:chgData name="Manoj Sundar Ravichandran" userId="S::mravichandran@hof-university.de::453332ee-569c-4cda-ae19-79d852ef561a" providerId="AD" clId="Web-{58F90365-BDFC-ABFD-B70E-4D0D63356D8A}" dt="2024-05-28T01:25:50.155" v="2589" actId="1076"/>
          <ac:picMkLst>
            <pc:docMk/>
            <pc:sldMk cId="1881670893" sldId="311"/>
            <ac:picMk id="7" creationId="{06877D3F-A469-11EA-661D-BF01EA544881}"/>
          </ac:picMkLst>
        </pc:picChg>
        <pc:picChg chg="add mod">
          <ac:chgData name="Manoj Sundar Ravichandran" userId="S::mravichandran@hof-university.de::453332ee-569c-4cda-ae19-79d852ef561a" providerId="AD" clId="Web-{58F90365-BDFC-ABFD-B70E-4D0D63356D8A}" dt="2024-05-28T01:25:46.749" v="2588" actId="1076"/>
          <ac:picMkLst>
            <pc:docMk/>
            <pc:sldMk cId="1881670893" sldId="311"/>
            <ac:picMk id="9" creationId="{197F3FEF-078A-0727-32B3-FDFC49A650E7}"/>
          </ac:picMkLst>
        </pc:picChg>
      </pc:sldChg>
      <pc:sldChg chg="addSp delSp modSp">
        <pc:chgData name="Manoj Sundar Ravichandran" userId="S::mravichandran@hof-university.de::453332ee-569c-4cda-ae19-79d852ef561a" providerId="AD" clId="Web-{58F90365-BDFC-ABFD-B70E-4D0D63356D8A}" dt="2024-05-28T00:57:44.291" v="2462"/>
        <pc:sldMkLst>
          <pc:docMk/>
          <pc:sldMk cId="3387316557" sldId="312"/>
        </pc:sldMkLst>
        <pc:spChg chg="del mod">
          <ac:chgData name="Manoj Sundar Ravichandran" userId="S::mravichandran@hof-university.de::453332ee-569c-4cda-ae19-79d852ef561a" providerId="AD" clId="Web-{58F90365-BDFC-ABFD-B70E-4D0D63356D8A}" dt="2024-05-28T00:57:44.291" v="2462"/>
          <ac:spMkLst>
            <pc:docMk/>
            <pc:sldMk cId="3387316557" sldId="312"/>
            <ac:spMk id="2" creationId="{3735DF6F-61D7-49AC-FEE3-9A1D6F22D5CA}"/>
          </ac:spMkLst>
        </pc:spChg>
        <pc:spChg chg="mod">
          <ac:chgData name="Manoj Sundar Ravichandran" userId="S::mravichandran@hof-university.de::453332ee-569c-4cda-ae19-79d852ef561a" providerId="AD" clId="Web-{58F90365-BDFC-ABFD-B70E-4D0D63356D8A}" dt="2024-05-28T00:57:07.556" v="2456"/>
          <ac:spMkLst>
            <pc:docMk/>
            <pc:sldMk cId="3387316557" sldId="312"/>
            <ac:spMk id="3" creationId="{9A39B153-A1F5-5886-DD6E-C6B47F94F8B9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0:57:07.556" v="2456"/>
          <ac:spMkLst>
            <pc:docMk/>
            <pc:sldMk cId="3387316557" sldId="312"/>
            <ac:spMk id="4" creationId="{0B94E4BE-6E68-4048-C3A3-3EC2F7CED564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0:57:07.556" v="2456"/>
          <ac:spMkLst>
            <pc:docMk/>
            <pc:sldMk cId="3387316557" sldId="312"/>
            <ac:spMk id="5" creationId="{4DCE03DF-073E-1CB0-4291-321A1577ED81}"/>
          </ac:spMkLst>
        </pc:spChg>
        <pc:spChg chg="mod">
          <ac:chgData name="Manoj Sundar Ravichandran" userId="S::mravichandran@hof-university.de::453332ee-569c-4cda-ae19-79d852ef561a" providerId="AD" clId="Web-{58F90365-BDFC-ABFD-B70E-4D0D63356D8A}" dt="2024-05-28T00:57:07.556" v="2456"/>
          <ac:spMkLst>
            <pc:docMk/>
            <pc:sldMk cId="3387316557" sldId="312"/>
            <ac:spMk id="6" creationId="{326513AD-7772-61B5-937D-C05701F4FC12}"/>
          </ac:spMkLst>
        </pc:spChg>
        <pc:spChg chg="del mod">
          <ac:chgData name="Manoj Sundar Ravichandran" userId="S::mravichandran@hof-university.de::453332ee-569c-4cda-ae19-79d852ef561a" providerId="AD" clId="Web-{58F90365-BDFC-ABFD-B70E-4D0D63356D8A}" dt="2024-05-28T00:57:07.556" v="2456"/>
          <ac:spMkLst>
            <pc:docMk/>
            <pc:sldMk cId="3387316557" sldId="312"/>
            <ac:spMk id="8" creationId="{A033C169-7D97-7DAB-20A6-50ABC402A8D6}"/>
          </ac:spMkLst>
        </pc:spChg>
        <pc:spChg chg="add del">
          <ac:chgData name="Manoj Sundar Ravichandran" userId="S::mravichandran@hof-university.de::453332ee-569c-4cda-ae19-79d852ef561a" providerId="AD" clId="Web-{58F90365-BDFC-ABFD-B70E-4D0D63356D8A}" dt="2024-05-28T00:57:24.791" v="2458"/>
          <ac:spMkLst>
            <pc:docMk/>
            <pc:sldMk cId="3387316557" sldId="312"/>
            <ac:spMk id="14" creationId="{CD0C61FE-F6AC-E319-CD5F-642993A75A46}"/>
          </ac:spMkLst>
        </pc:spChg>
        <pc:spChg chg="add del">
          <ac:chgData name="Manoj Sundar Ravichandran" userId="S::mravichandran@hof-university.de::453332ee-569c-4cda-ae19-79d852ef561a" providerId="AD" clId="Web-{58F90365-BDFC-ABFD-B70E-4D0D63356D8A}" dt="2024-05-28T00:57:23.197" v="2457"/>
          <ac:spMkLst>
            <pc:docMk/>
            <pc:sldMk cId="3387316557" sldId="312"/>
            <ac:spMk id="16" creationId="{03CBF644-36AA-A166-B4C3-4A0DC760F2FC}"/>
          </ac:spMkLst>
        </pc:spChg>
        <pc:spChg chg="add del">
          <ac:chgData name="Manoj Sundar Ravichandran" userId="S::mravichandran@hof-university.de::453332ee-569c-4cda-ae19-79d852ef561a" providerId="AD" clId="Web-{58F90365-BDFC-ABFD-B70E-4D0D63356D8A}" dt="2024-05-28T00:57:33.916" v="2460"/>
          <ac:spMkLst>
            <pc:docMk/>
            <pc:sldMk cId="3387316557" sldId="312"/>
            <ac:spMk id="18" creationId="{EE983B02-8401-B93F-55E0-CD87CE43905F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0:57:38.791" v="2461"/>
          <ac:spMkLst>
            <pc:docMk/>
            <pc:sldMk cId="3387316557" sldId="312"/>
            <ac:spMk id="30" creationId="{93D7A6C3-BC35-7CE6-FD00-EEC07B98637C}"/>
          </ac:spMkLst>
        </pc:spChg>
        <pc:graphicFrameChg chg="add">
          <ac:chgData name="Manoj Sundar Ravichandran" userId="S::mravichandran@hof-university.de::453332ee-569c-4cda-ae19-79d852ef561a" providerId="AD" clId="Web-{58F90365-BDFC-ABFD-B70E-4D0D63356D8A}" dt="2024-05-28T00:57:07.556" v="2456"/>
          <ac:graphicFrameMkLst>
            <pc:docMk/>
            <pc:sldMk cId="3387316557" sldId="312"/>
            <ac:graphicFrameMk id="10" creationId="{077F227B-FCC1-4612-C87C-0240AF9E9491}"/>
          </ac:graphicFrameMkLst>
        </pc:graphicFrameChg>
        <pc:graphicFrameChg chg="add del mod ord modGraphic">
          <ac:chgData name="Manoj Sundar Ravichandran" userId="S::mravichandran@hof-university.de::453332ee-569c-4cda-ae19-79d852ef561a" providerId="AD" clId="Web-{58F90365-BDFC-ABFD-B70E-4D0D63356D8A}" dt="2024-05-28T00:57:29.916" v="2459"/>
          <ac:graphicFrameMkLst>
            <pc:docMk/>
            <pc:sldMk cId="3387316557" sldId="312"/>
            <ac:graphicFrameMk id="22" creationId="{56CA72B2-9132-A939-3E3F-84C086BBCC90}"/>
          </ac:graphicFrameMkLst>
        </pc:graphicFrameChg>
      </pc:sldChg>
      <pc:sldChg chg="delSp modSp">
        <pc:chgData name="Manoj Sundar Ravichandran" userId="S::mravichandran@hof-university.de::453332ee-569c-4cda-ae19-79d852ef561a" providerId="AD" clId="Web-{58F90365-BDFC-ABFD-B70E-4D0D63356D8A}" dt="2024-05-28T01:18:41.780" v="2577"/>
        <pc:sldMkLst>
          <pc:docMk/>
          <pc:sldMk cId="1993552413" sldId="313"/>
        </pc:sldMkLst>
        <pc:spChg chg="del">
          <ac:chgData name="Manoj Sundar Ravichandran" userId="S::mravichandran@hof-university.de::453332ee-569c-4cda-ae19-79d852ef561a" providerId="AD" clId="Web-{58F90365-BDFC-ABFD-B70E-4D0D63356D8A}" dt="2024-05-28T01:18:41.780" v="2577"/>
          <ac:spMkLst>
            <pc:docMk/>
            <pc:sldMk cId="1993552413" sldId="313"/>
            <ac:spMk id="2" creationId="{4CF6D0A3-03C6-A5C7-B807-D0C22F432DEA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1:18:31.795" v="2575"/>
          <ac:spMkLst>
            <pc:docMk/>
            <pc:sldMk cId="1993552413" sldId="313"/>
            <ac:spMk id="4" creationId="{DE98F151-C8E0-1621-B7CB-795FE6B6BF9F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1:18:36.795" v="2576"/>
          <ac:spMkLst>
            <pc:docMk/>
            <pc:sldMk cId="1993552413" sldId="313"/>
            <ac:spMk id="5" creationId="{C46F0D2A-C323-AD79-D21D-8277CE8A1178}"/>
          </ac:spMkLst>
        </pc:spChg>
        <pc:spChg chg="mod">
          <ac:chgData name="Manoj Sundar Ravichandran" userId="S::mravichandran@hof-university.de::453332ee-569c-4cda-ae19-79d852ef561a" providerId="AD" clId="Web-{58F90365-BDFC-ABFD-B70E-4D0D63356D8A}" dt="2024-05-28T01:14:06.551" v="2545" actId="20577"/>
          <ac:spMkLst>
            <pc:docMk/>
            <pc:sldMk cId="1993552413" sldId="313"/>
            <ac:spMk id="8" creationId="{15E38C40-C9A1-48BC-4D03-937A69EA183F}"/>
          </ac:spMkLst>
        </pc:spChg>
      </pc:sldChg>
      <pc:sldChg chg="addSp delSp modSp del mod modClrScheme chgLayout">
        <pc:chgData name="Manoj Sundar Ravichandran" userId="S::mravichandran@hof-university.de::453332ee-569c-4cda-ae19-79d852ef561a" providerId="AD" clId="Web-{58F90365-BDFC-ABFD-B70E-4D0D63356D8A}" dt="2024-05-28T01:14:50.428" v="2553"/>
        <pc:sldMkLst>
          <pc:docMk/>
          <pc:sldMk cId="928954522" sldId="314"/>
        </pc:sldMkLst>
        <pc:spChg chg="del mod">
          <ac:chgData name="Manoj Sundar Ravichandran" userId="S::mravichandran@hof-university.de::453332ee-569c-4cda-ae19-79d852ef561a" providerId="AD" clId="Web-{58F90365-BDFC-ABFD-B70E-4D0D63356D8A}" dt="2024-05-28T01:14:39.036" v="2551"/>
          <ac:spMkLst>
            <pc:docMk/>
            <pc:sldMk cId="928954522" sldId="314"/>
            <ac:spMk id="2" creationId="{73A63DEA-2FEA-2108-48FD-4A886E852D9F}"/>
          </ac:spMkLst>
        </pc:spChg>
        <pc:spChg chg="mod ord">
          <ac:chgData name="Manoj Sundar Ravichandran" userId="S::mravichandran@hof-university.de::453332ee-569c-4cda-ae19-79d852ef561a" providerId="AD" clId="Web-{58F90365-BDFC-ABFD-B70E-4D0D63356D8A}" dt="2024-05-28T01:13:52.160" v="2543"/>
          <ac:spMkLst>
            <pc:docMk/>
            <pc:sldMk cId="928954522" sldId="314"/>
            <ac:spMk id="3" creationId="{2978D48A-2090-8D9C-2C3A-913B0E2F2EFE}"/>
          </ac:spMkLst>
        </pc:spChg>
        <pc:spChg chg="add del">
          <ac:chgData name="Manoj Sundar Ravichandran" userId="S::mravichandran@hof-university.de::453332ee-569c-4cda-ae19-79d852ef561a" providerId="AD" clId="Web-{58F90365-BDFC-ABFD-B70E-4D0D63356D8A}" dt="2024-05-28T01:14:45.318" v="2552"/>
          <ac:spMkLst>
            <pc:docMk/>
            <pc:sldMk cId="928954522" sldId="314"/>
            <ac:spMk id="4" creationId="{90562C51-DFD9-0C3A-217D-A6A1575689A6}"/>
          </ac:spMkLst>
        </pc:spChg>
        <pc:spChg chg="add del">
          <ac:chgData name="Manoj Sundar Ravichandran" userId="S::mravichandran@hof-university.de::453332ee-569c-4cda-ae19-79d852ef561a" providerId="AD" clId="Web-{58F90365-BDFC-ABFD-B70E-4D0D63356D8A}" dt="2024-05-28T01:14:50.428" v="2553"/>
          <ac:spMkLst>
            <pc:docMk/>
            <pc:sldMk cId="928954522" sldId="314"/>
            <ac:spMk id="5" creationId="{CCFDF5D6-905E-045E-0871-B904743776A0}"/>
          </ac:spMkLst>
        </pc:spChg>
        <pc:spChg chg="mod">
          <ac:chgData name="Manoj Sundar Ravichandran" userId="S::mravichandran@hof-university.de::453332ee-569c-4cda-ae19-79d852ef561a" providerId="AD" clId="Web-{58F90365-BDFC-ABFD-B70E-4D0D63356D8A}" dt="2024-05-28T01:13:52.160" v="2543"/>
          <ac:spMkLst>
            <pc:docMk/>
            <pc:sldMk cId="928954522" sldId="314"/>
            <ac:spMk id="6" creationId="{E05B18D3-B985-E2D8-1111-27F4F87A706A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1:14:34.161" v="2550" actId="20577"/>
          <ac:spMkLst>
            <pc:docMk/>
            <pc:sldMk cId="928954522" sldId="314"/>
            <ac:spMk id="8" creationId="{B28BDFB3-2767-E68C-6911-1394E90C0232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1:13:52.160" v="2543"/>
          <ac:spMkLst>
            <pc:docMk/>
            <pc:sldMk cId="928954522" sldId="314"/>
            <ac:spMk id="13" creationId="{42871269-03F6-3332-F888-C4CFE3C3E51B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1:13:34.800" v="2540"/>
          <ac:spMkLst>
            <pc:docMk/>
            <pc:sldMk cId="928954522" sldId="314"/>
            <ac:spMk id="14" creationId="{4223A757-7DBF-AE5A-40EE-0D66FC96194F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1:13:52.160" v="2543"/>
          <ac:spMkLst>
            <pc:docMk/>
            <pc:sldMk cId="928954522" sldId="314"/>
            <ac:spMk id="15" creationId="{58942841-9835-CE88-A173-6991A8594106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1:13:34.800" v="2540"/>
          <ac:spMkLst>
            <pc:docMk/>
            <pc:sldMk cId="928954522" sldId="314"/>
            <ac:spMk id="16" creationId="{33BCD9EE-ECCA-93BA-86B9-41F52946498C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1:13:52.160" v="2543"/>
          <ac:spMkLst>
            <pc:docMk/>
            <pc:sldMk cId="928954522" sldId="314"/>
            <ac:spMk id="17" creationId="{EB2F9246-6DA9-01BF-5AB1-59A3436C2731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1:13:52.160" v="2543"/>
          <ac:spMkLst>
            <pc:docMk/>
            <pc:sldMk cId="928954522" sldId="314"/>
            <ac:spMk id="18" creationId="{B28BDFB3-2767-E68C-6911-1394E90C0232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1:13:52.160" v="2543"/>
          <ac:spMkLst>
            <pc:docMk/>
            <pc:sldMk cId="928954522" sldId="314"/>
            <ac:spMk id="19" creationId="{7E88CA2D-C843-58EE-B251-C50F20EFCACD}"/>
          </ac:spMkLst>
        </pc:spChg>
        <pc:graphicFrameChg chg="add del mod">
          <ac:chgData name="Manoj Sundar Ravichandran" userId="S::mravichandran@hof-university.de::453332ee-569c-4cda-ae19-79d852ef561a" providerId="AD" clId="Web-{58F90365-BDFC-ABFD-B70E-4D0D63356D8A}" dt="2024-05-28T01:13:34.800" v="2540"/>
          <ac:graphicFrameMkLst>
            <pc:docMk/>
            <pc:sldMk cId="928954522" sldId="314"/>
            <ac:graphicFrameMk id="10" creationId="{22C21FC8-B6F8-C891-BAB3-1C3E666962BE}"/>
          </ac:graphicFrameMkLst>
        </pc:graphicFrameChg>
      </pc:sldChg>
      <pc:sldChg chg="delSp">
        <pc:chgData name="Manoj Sundar Ravichandran" userId="S::mravichandran@hof-university.de::453332ee-569c-4cda-ae19-79d852ef561a" providerId="AD" clId="Web-{58F90365-BDFC-ABFD-B70E-4D0D63356D8A}" dt="2024-05-28T01:17:26.933" v="2568"/>
        <pc:sldMkLst>
          <pc:docMk/>
          <pc:sldMk cId="632563707" sldId="315"/>
        </pc:sldMkLst>
        <pc:spChg chg="del">
          <ac:chgData name="Manoj Sundar Ravichandran" userId="S::mravichandran@hof-university.de::453332ee-569c-4cda-ae19-79d852ef561a" providerId="AD" clId="Web-{58F90365-BDFC-ABFD-B70E-4D0D63356D8A}" dt="2024-05-28T01:17:20.933" v="2567"/>
          <ac:spMkLst>
            <pc:docMk/>
            <pc:sldMk cId="632563707" sldId="315"/>
            <ac:spMk id="2" creationId="{2F6FE7FD-C938-B545-509D-9609F379D060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1:17:26.933" v="2568"/>
          <ac:spMkLst>
            <pc:docMk/>
            <pc:sldMk cId="632563707" sldId="315"/>
            <ac:spMk id="23" creationId="{50738DC3-6EA3-2412-71AB-40DAAD1265A0}"/>
          </ac:spMkLst>
        </pc:spChg>
      </pc:sldChg>
      <pc:sldChg chg="delSp">
        <pc:chgData name="Manoj Sundar Ravichandran" userId="S::mravichandran@hof-university.de::453332ee-569c-4cda-ae19-79d852ef561a" providerId="AD" clId="Web-{58F90365-BDFC-ABFD-B70E-4D0D63356D8A}" dt="2024-05-27T21:19:45.622" v="2190"/>
        <pc:sldMkLst>
          <pc:docMk/>
          <pc:sldMk cId="4093255372" sldId="316"/>
        </pc:sldMkLst>
        <pc:spChg chg="del">
          <ac:chgData name="Manoj Sundar Ravichandran" userId="S::mravichandran@hof-university.de::453332ee-569c-4cda-ae19-79d852ef561a" providerId="AD" clId="Web-{58F90365-BDFC-ABFD-B70E-4D0D63356D8A}" dt="2024-05-27T21:19:45.622" v="2190"/>
          <ac:spMkLst>
            <pc:docMk/>
            <pc:sldMk cId="4093255372" sldId="316"/>
            <ac:spMk id="2" creationId="{042E1AEA-FC04-1DDE-BA23-02C3869A2994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7T21:19:40.247" v="2189"/>
          <ac:spMkLst>
            <pc:docMk/>
            <pc:sldMk cId="4093255372" sldId="316"/>
            <ac:spMk id="67" creationId="{492AF23A-529E-A607-0ABB-87772FAB2C16}"/>
          </ac:spMkLst>
        </pc:spChg>
      </pc:sldChg>
      <pc:sldChg chg="new del">
        <pc:chgData name="Manoj Sundar Ravichandran" userId="S::mravichandran@hof-university.de::453332ee-569c-4cda-ae19-79d852ef561a" providerId="AD" clId="Web-{58F90365-BDFC-ABFD-B70E-4D0D63356D8A}" dt="2024-05-27T21:23:50.115" v="2197"/>
        <pc:sldMkLst>
          <pc:docMk/>
          <pc:sldMk cId="4107564588" sldId="317"/>
        </pc:sldMkLst>
      </pc:sldChg>
      <pc:sldChg chg="addSp delSp modSp new mod modClrScheme chgLayout">
        <pc:chgData name="Manoj Sundar Ravichandran" userId="S::mravichandran@hof-university.de::453332ee-569c-4cda-ae19-79d852ef561a" providerId="AD" clId="Web-{58F90365-BDFC-ABFD-B70E-4D0D63356D8A}" dt="2024-05-27T21:25:41.934" v="2212" actId="20577"/>
        <pc:sldMkLst>
          <pc:docMk/>
          <pc:sldMk cId="4183791873" sldId="317"/>
        </pc:sldMkLst>
        <pc:spChg chg="add del mod">
          <ac:chgData name="Manoj Sundar Ravichandran" userId="S::mravichandran@hof-university.de::453332ee-569c-4cda-ae19-79d852ef561a" providerId="AD" clId="Web-{58F90365-BDFC-ABFD-B70E-4D0D63356D8A}" dt="2024-05-27T21:25:41.934" v="2212" actId="20577"/>
          <ac:spMkLst>
            <pc:docMk/>
            <pc:sldMk cId="4183791873" sldId="317"/>
            <ac:spMk id="2" creationId="{C04657D1-A4C0-CFC9-2419-CB3568955663}"/>
          </ac:spMkLst>
        </pc:spChg>
        <pc:spChg chg="mod modVis">
          <ac:chgData name="Manoj Sundar Ravichandran" userId="S::mravichandran@hof-university.de::453332ee-569c-4cda-ae19-79d852ef561a" providerId="AD" clId="Web-{58F90365-BDFC-ABFD-B70E-4D0D63356D8A}" dt="2024-05-27T21:24:21.666" v="2200"/>
          <ac:spMkLst>
            <pc:docMk/>
            <pc:sldMk cId="4183791873" sldId="317"/>
            <ac:spMk id="3" creationId="{A16A68C9-C7E9-6B16-9B05-C29F62614BA2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7T21:24:21.666" v="2200"/>
          <ac:spMkLst>
            <pc:docMk/>
            <pc:sldMk cId="4183791873" sldId="317"/>
            <ac:spMk id="4" creationId="{C1D0A46E-D7BB-6F9B-AE8C-BEA24637AB6C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7T21:24:21.666" v="2200"/>
          <ac:spMkLst>
            <pc:docMk/>
            <pc:sldMk cId="4183791873" sldId="317"/>
            <ac:spMk id="5" creationId="{C064996C-AD09-F625-5AD8-209EAA4EEFFE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7T21:24:21.666" v="2200"/>
          <ac:spMkLst>
            <pc:docMk/>
            <pc:sldMk cId="4183791873" sldId="317"/>
            <ac:spMk id="6" creationId="{E2324C73-201D-CF95-2831-7B0445066C9F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7T21:24:21.666" v="2200"/>
          <ac:spMkLst>
            <pc:docMk/>
            <pc:sldMk cId="4183791873" sldId="317"/>
            <ac:spMk id="7" creationId="{CBAF0AFE-1829-C21A-CC10-F3D5409DD978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7T21:24:14.119" v="2199"/>
          <ac:spMkLst>
            <pc:docMk/>
            <pc:sldMk cId="4183791873" sldId="317"/>
            <ac:spMk id="8" creationId="{1730C95F-EDC3-4499-F00F-207567FF394D}"/>
          </ac:spMkLst>
        </pc:spChg>
        <pc:picChg chg="add mod ord">
          <ac:chgData name="Manoj Sundar Ravichandran" userId="S::mravichandran@hof-university.de::453332ee-569c-4cda-ae19-79d852ef561a" providerId="AD" clId="Web-{58F90365-BDFC-ABFD-B70E-4D0D63356D8A}" dt="2024-05-27T21:24:30.604" v="2201" actId="14100"/>
          <ac:picMkLst>
            <pc:docMk/>
            <pc:sldMk cId="4183791873" sldId="317"/>
            <ac:picMk id="9" creationId="{DB5EAB2D-504C-DF51-228C-D7B447B50F39}"/>
          </ac:picMkLst>
        </pc:picChg>
      </pc:sldChg>
      <pc:sldChg chg="addSp delSp modSp new del mod modClrScheme chgLayout">
        <pc:chgData name="Manoj Sundar Ravichandran" userId="S::mravichandran@hof-university.de::453332ee-569c-4cda-ae19-79d852ef561a" providerId="AD" clId="Web-{58F90365-BDFC-ABFD-B70E-4D0D63356D8A}" dt="2024-05-27T22:09:49.256" v="2260"/>
        <pc:sldMkLst>
          <pc:docMk/>
          <pc:sldMk cId="1427382451" sldId="318"/>
        </pc:sldMkLst>
        <pc:spChg chg="mod ord">
          <ac:chgData name="Manoj Sundar Ravichandran" userId="S::mravichandran@hof-university.de::453332ee-569c-4cda-ae19-79d852ef561a" providerId="AD" clId="Web-{58F90365-BDFC-ABFD-B70E-4D0D63356D8A}" dt="2024-05-27T22:05:23.898" v="2259"/>
          <ac:spMkLst>
            <pc:docMk/>
            <pc:sldMk cId="1427382451" sldId="318"/>
            <ac:spMk id="2" creationId="{9F3EB157-55FD-F2E6-B8DA-E8586FF0197C}"/>
          </ac:spMkLst>
        </pc:spChg>
        <pc:spChg chg="mod modVis">
          <ac:chgData name="Manoj Sundar Ravichandran" userId="S::mravichandran@hof-university.de::453332ee-569c-4cda-ae19-79d852ef561a" providerId="AD" clId="Web-{58F90365-BDFC-ABFD-B70E-4D0D63356D8A}" dt="2024-05-27T22:05:23.898" v="2259"/>
          <ac:spMkLst>
            <pc:docMk/>
            <pc:sldMk cId="1427382451" sldId="318"/>
            <ac:spMk id="3" creationId="{40DE9C7F-5EA4-1E67-D749-EFE3FE772024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7T22:04:52.178" v="2249"/>
          <ac:spMkLst>
            <pc:docMk/>
            <pc:sldMk cId="1427382451" sldId="318"/>
            <ac:spMk id="4" creationId="{8A5A6D26-6953-F18E-656C-BC65163F86F7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7T22:04:52.178" v="2249"/>
          <ac:spMkLst>
            <pc:docMk/>
            <pc:sldMk cId="1427382451" sldId="318"/>
            <ac:spMk id="5" creationId="{440D18E0-99E4-73E4-A816-F4819512006F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7T22:04:52.178" v="2249"/>
          <ac:spMkLst>
            <pc:docMk/>
            <pc:sldMk cId="1427382451" sldId="318"/>
            <ac:spMk id="6" creationId="{83D94387-9225-6B32-C639-518D8E8F710E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7T22:04:52.178" v="2249"/>
          <ac:spMkLst>
            <pc:docMk/>
            <pc:sldMk cId="1427382451" sldId="318"/>
            <ac:spMk id="7" creationId="{12103F54-DCD9-F403-2AF3-F5A200AC0A74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7T22:04:41.381" v="2247"/>
          <ac:spMkLst>
            <pc:docMk/>
            <pc:sldMk cId="1427382451" sldId="318"/>
            <ac:spMk id="8" creationId="{7BA0D893-C3E4-167D-89E3-5B4C22723439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2:05:05.226" v="2251"/>
          <ac:spMkLst>
            <pc:docMk/>
            <pc:sldMk cId="1427382451" sldId="318"/>
            <ac:spMk id="14" creationId="{D623AD7D-B7C5-A53A-667F-3A7574234C78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2:05:05.226" v="2251"/>
          <ac:spMkLst>
            <pc:docMk/>
            <pc:sldMk cId="1427382451" sldId="318"/>
            <ac:spMk id="16" creationId="{C96F60FA-5C83-CBB8-D921-2377EA386BD3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2:05:05.226" v="2251"/>
          <ac:spMkLst>
            <pc:docMk/>
            <pc:sldMk cId="1427382451" sldId="318"/>
            <ac:spMk id="18" creationId="{BCA2AE4D-D8A6-1FB8-1F09-422BB37C4273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2:05:05.226" v="2251"/>
          <ac:spMkLst>
            <pc:docMk/>
            <pc:sldMk cId="1427382451" sldId="318"/>
            <ac:spMk id="20" creationId="{B489852D-9AC4-781F-D244-E84AA0D4786F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2:05:07.648" v="2253"/>
          <ac:spMkLst>
            <pc:docMk/>
            <pc:sldMk cId="1427382451" sldId="318"/>
            <ac:spMk id="22" creationId="{87DCCA11-B012-51D9-86F9-050F1E329035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2:05:07.648" v="2253"/>
          <ac:spMkLst>
            <pc:docMk/>
            <pc:sldMk cId="1427382451" sldId="318"/>
            <ac:spMk id="23" creationId="{24088099-1076-D272-9DDB-4AC625651DD8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2:05:07.648" v="2253"/>
          <ac:spMkLst>
            <pc:docMk/>
            <pc:sldMk cId="1427382451" sldId="318"/>
            <ac:spMk id="24" creationId="{0FC12C7A-7EAF-BCDE-2011-ACF2DA5BE1A4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2:05:07.648" v="2253"/>
          <ac:spMkLst>
            <pc:docMk/>
            <pc:sldMk cId="1427382451" sldId="318"/>
            <ac:spMk id="25" creationId="{5A8EA0A3-0510-7A5C-620D-7D0F9FBD321C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2:05:07.648" v="2253"/>
          <ac:spMkLst>
            <pc:docMk/>
            <pc:sldMk cId="1427382451" sldId="318"/>
            <ac:spMk id="26" creationId="{D4AA2A2D-CA5C-D418-4F72-9E958099F2EE}"/>
          </ac:spMkLst>
        </pc:spChg>
        <pc:spChg chg="add mod ord modVis">
          <ac:chgData name="Manoj Sundar Ravichandran" userId="S::mravichandran@hof-university.de::453332ee-569c-4cda-ae19-79d852ef561a" providerId="AD" clId="Web-{58F90365-BDFC-ABFD-B70E-4D0D63356D8A}" dt="2024-05-27T22:05:23.898" v="2259"/>
          <ac:spMkLst>
            <pc:docMk/>
            <pc:sldMk cId="1427382451" sldId="318"/>
            <ac:spMk id="28" creationId="{A1FB0B84-B092-7A0F-160D-D78478528150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2:05:23.898" v="2259"/>
          <ac:spMkLst>
            <pc:docMk/>
            <pc:sldMk cId="1427382451" sldId="318"/>
            <ac:spMk id="29" creationId="{04EF7263-9D13-319C-252A-A68DA9581AD4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2:05:23.898" v="2259"/>
          <ac:spMkLst>
            <pc:docMk/>
            <pc:sldMk cId="1427382451" sldId="318"/>
            <ac:spMk id="30" creationId="{25107E3F-3B1E-C079-E4E3-04CA6C762005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2:05:23.898" v="2259"/>
          <ac:spMkLst>
            <pc:docMk/>
            <pc:sldMk cId="1427382451" sldId="318"/>
            <ac:spMk id="31" creationId="{7A5F3CEF-E57E-3A74-CCEE-F170E9F3C14C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7T22:05:23.898" v="2259"/>
          <ac:spMkLst>
            <pc:docMk/>
            <pc:sldMk cId="1427382451" sldId="318"/>
            <ac:spMk id="32" creationId="{3FE1572D-C4C2-7B8B-F43B-C7003A89BE38}"/>
          </ac:spMkLst>
        </pc:spChg>
        <pc:picChg chg="add mod ord">
          <ac:chgData name="Manoj Sundar Ravichandran" userId="S::mravichandran@hof-university.de::453332ee-569c-4cda-ae19-79d852ef561a" providerId="AD" clId="Web-{58F90365-BDFC-ABFD-B70E-4D0D63356D8A}" dt="2024-05-27T22:05:23.898" v="2259"/>
          <ac:picMkLst>
            <pc:docMk/>
            <pc:sldMk cId="1427382451" sldId="318"/>
            <ac:picMk id="9" creationId="{86E63655-4D2C-BD9F-C261-5AF8024A1D49}"/>
          </ac:picMkLst>
        </pc:picChg>
      </pc:sldChg>
      <pc:sldChg chg="addSp delSp modSp new mod modClrScheme chgLayout">
        <pc:chgData name="Manoj Sundar Ravichandran" userId="S::mravichandran@hof-university.de::453332ee-569c-4cda-ae19-79d852ef561a" providerId="AD" clId="Web-{58F90365-BDFC-ABFD-B70E-4D0D63356D8A}" dt="2024-05-28T00:44:42.631" v="2316"/>
        <pc:sldMkLst>
          <pc:docMk/>
          <pc:sldMk cId="3033109059" sldId="318"/>
        </pc:sldMkLst>
        <pc:spChg chg="del">
          <ac:chgData name="Manoj Sundar Ravichandran" userId="S::mravichandran@hof-university.de::453332ee-569c-4cda-ae19-79d852ef561a" providerId="AD" clId="Web-{58F90365-BDFC-ABFD-B70E-4D0D63356D8A}" dt="2024-05-28T00:43:26.409" v="2307"/>
          <ac:spMkLst>
            <pc:docMk/>
            <pc:sldMk cId="3033109059" sldId="318"/>
            <ac:spMk id="2" creationId="{C2E3BE1C-15AA-8715-0FD9-F85D65BE92D4}"/>
          </ac:spMkLst>
        </pc:spChg>
        <pc:spChg chg="mod ord">
          <ac:chgData name="Manoj Sundar Ravichandran" userId="S::mravichandran@hof-university.de::453332ee-569c-4cda-ae19-79d852ef561a" providerId="AD" clId="Web-{58F90365-BDFC-ABFD-B70E-4D0D63356D8A}" dt="2024-05-28T00:43:56.473" v="2313"/>
          <ac:spMkLst>
            <pc:docMk/>
            <pc:sldMk cId="3033109059" sldId="318"/>
            <ac:spMk id="3" creationId="{4910E795-0DEE-D68D-197A-5990371E4842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0:43:21.190" v="2306"/>
          <ac:spMkLst>
            <pc:docMk/>
            <pc:sldMk cId="3033109059" sldId="318"/>
            <ac:spMk id="4" creationId="{D8629480-B0E8-EC6A-7D7C-1ED894A54FFF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0:43:16.065" v="2305"/>
          <ac:spMkLst>
            <pc:docMk/>
            <pc:sldMk cId="3033109059" sldId="318"/>
            <ac:spMk id="5" creationId="{6B28A54D-728E-8609-A117-4BF341BDDC43}"/>
          </ac:spMkLst>
        </pc:spChg>
        <pc:spChg chg="mod">
          <ac:chgData name="Manoj Sundar Ravichandran" userId="S::mravichandran@hof-university.de::453332ee-569c-4cda-ae19-79d852ef561a" providerId="AD" clId="Web-{58F90365-BDFC-ABFD-B70E-4D0D63356D8A}" dt="2024-05-28T00:43:56.473" v="2313"/>
          <ac:spMkLst>
            <pc:docMk/>
            <pc:sldMk cId="3033109059" sldId="318"/>
            <ac:spMk id="6" creationId="{8749F8B0-E6E7-6FAB-C0CE-728B502D7F39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0:43:09.330" v="2304"/>
          <ac:spMkLst>
            <pc:docMk/>
            <pc:sldMk cId="3033109059" sldId="318"/>
            <ac:spMk id="7" creationId="{0A25C6B7-2C29-0C1C-D089-3F48B4170571}"/>
          </ac:spMkLst>
        </pc:spChg>
        <pc:spChg chg="del mod">
          <ac:chgData name="Manoj Sundar Ravichandran" userId="S::mravichandran@hof-university.de::453332ee-569c-4cda-ae19-79d852ef561a" providerId="AD" clId="Web-{58F90365-BDFC-ABFD-B70E-4D0D63356D8A}" dt="2024-05-28T00:43:56.473" v="2313"/>
          <ac:spMkLst>
            <pc:docMk/>
            <pc:sldMk cId="3033109059" sldId="318"/>
            <ac:spMk id="8" creationId="{D07FC552-733D-922F-ECAC-14382051B32D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0:44:29.396" v="2314"/>
          <ac:spMkLst>
            <pc:docMk/>
            <pc:sldMk cId="3033109059" sldId="318"/>
            <ac:spMk id="14" creationId="{19C1562A-62C0-BF53-F528-69C1D5E7562D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0:44:42.631" v="2316"/>
          <ac:spMkLst>
            <pc:docMk/>
            <pc:sldMk cId="3033109059" sldId="318"/>
            <ac:spMk id="16" creationId="{81CFCED8-6113-5780-35AF-4E5535B48C41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0:44:34.396" v="2315"/>
          <ac:spMkLst>
            <pc:docMk/>
            <pc:sldMk cId="3033109059" sldId="318"/>
            <ac:spMk id="18" creationId="{67813F42-2533-2290-9C52-3AC16D3F1ABF}"/>
          </ac:spMkLst>
        </pc:spChg>
        <pc:graphicFrameChg chg="add mod">
          <ac:chgData name="Manoj Sundar Ravichandran" userId="S::mravichandran@hof-university.de::453332ee-569c-4cda-ae19-79d852ef561a" providerId="AD" clId="Web-{58F90365-BDFC-ABFD-B70E-4D0D63356D8A}" dt="2024-05-28T00:43:56.473" v="2313"/>
          <ac:graphicFrameMkLst>
            <pc:docMk/>
            <pc:sldMk cId="3033109059" sldId="318"/>
            <ac:graphicFrameMk id="10" creationId="{380ED803-C62E-673A-C075-B943047126B1}"/>
          </ac:graphicFrameMkLst>
        </pc:graphicFrameChg>
      </pc:sldChg>
      <pc:sldChg chg="addSp delSp modSp new mod modClrScheme chgLayout">
        <pc:chgData name="Manoj Sundar Ravichandran" userId="S::mravichandran@hof-university.de::453332ee-569c-4cda-ae19-79d852ef561a" providerId="AD" clId="Web-{58F90365-BDFC-ABFD-B70E-4D0D63356D8A}" dt="2024-05-28T00:46:30.259" v="2348"/>
        <pc:sldMkLst>
          <pc:docMk/>
          <pc:sldMk cId="758727248" sldId="319"/>
        </pc:sldMkLst>
        <pc:spChg chg="del mod">
          <ac:chgData name="Manoj Sundar Ravichandran" userId="S::mravichandran@hof-university.de::453332ee-569c-4cda-ae19-79d852ef561a" providerId="AD" clId="Web-{58F90365-BDFC-ABFD-B70E-4D0D63356D8A}" dt="2024-05-28T00:46:20.962" v="2346"/>
          <ac:spMkLst>
            <pc:docMk/>
            <pc:sldMk cId="758727248" sldId="319"/>
            <ac:spMk id="2" creationId="{67075544-8CCE-7200-8EFF-3F75694C4383}"/>
          </ac:spMkLst>
        </pc:spChg>
        <pc:spChg chg="mod ord">
          <ac:chgData name="Manoj Sundar Ravichandran" userId="S::mravichandran@hof-university.de::453332ee-569c-4cda-ae19-79d852ef561a" providerId="AD" clId="Web-{58F90365-BDFC-ABFD-B70E-4D0D63356D8A}" dt="2024-05-28T00:46:11.868" v="2345"/>
          <ac:spMkLst>
            <pc:docMk/>
            <pc:sldMk cId="758727248" sldId="319"/>
            <ac:spMk id="3" creationId="{93E44AD0-59D2-0B93-406B-EF7863A8E431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0:46:11.868" v="2345"/>
          <ac:spMkLst>
            <pc:docMk/>
            <pc:sldMk cId="758727248" sldId="319"/>
            <ac:spMk id="4" creationId="{4D16E405-3E53-8550-01C0-94EF84C67FF8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0:46:11.868" v="2345"/>
          <ac:spMkLst>
            <pc:docMk/>
            <pc:sldMk cId="758727248" sldId="319"/>
            <ac:spMk id="5" creationId="{B22DD398-9E86-5539-BF8A-B74BFC806153}"/>
          </ac:spMkLst>
        </pc:spChg>
        <pc:spChg chg="mod">
          <ac:chgData name="Manoj Sundar Ravichandran" userId="S::mravichandran@hof-university.de::453332ee-569c-4cda-ae19-79d852ef561a" providerId="AD" clId="Web-{58F90365-BDFC-ABFD-B70E-4D0D63356D8A}" dt="2024-05-28T00:46:11.868" v="2345"/>
          <ac:spMkLst>
            <pc:docMk/>
            <pc:sldMk cId="758727248" sldId="319"/>
            <ac:spMk id="6" creationId="{19BACEEE-E6E3-6BA9-CF8D-B8EB90A7B4CF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0:45:48.227" v="2341"/>
          <ac:spMkLst>
            <pc:docMk/>
            <pc:sldMk cId="758727248" sldId="319"/>
            <ac:spMk id="7" creationId="{F81B678B-1BFF-AE7A-D13A-19C376C41622}"/>
          </ac:spMkLst>
        </pc:spChg>
        <pc:spChg chg="del mod">
          <ac:chgData name="Manoj Sundar Ravichandran" userId="S::mravichandran@hof-university.de::453332ee-569c-4cda-ae19-79d852ef561a" providerId="AD" clId="Web-{58F90365-BDFC-ABFD-B70E-4D0D63356D8A}" dt="2024-05-28T00:46:11.868" v="2345"/>
          <ac:spMkLst>
            <pc:docMk/>
            <pc:sldMk cId="758727248" sldId="319"/>
            <ac:spMk id="8" creationId="{12999DC6-0364-34C8-F6F8-ECDF333B72F9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0:46:30.259" v="2348"/>
          <ac:spMkLst>
            <pc:docMk/>
            <pc:sldMk cId="758727248" sldId="319"/>
            <ac:spMk id="14" creationId="{5BD71384-A591-600E-16D4-8BEF083B8F44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0:46:25.759" v="2347"/>
          <ac:spMkLst>
            <pc:docMk/>
            <pc:sldMk cId="758727248" sldId="319"/>
            <ac:spMk id="16" creationId="{9085A532-4735-965E-F5AB-051F5FA21D34}"/>
          </ac:spMkLst>
        </pc:spChg>
        <pc:graphicFrameChg chg="add mod">
          <ac:chgData name="Manoj Sundar Ravichandran" userId="S::mravichandran@hof-university.de::453332ee-569c-4cda-ae19-79d852ef561a" providerId="AD" clId="Web-{58F90365-BDFC-ABFD-B70E-4D0D63356D8A}" dt="2024-05-28T00:46:11.868" v="2345"/>
          <ac:graphicFrameMkLst>
            <pc:docMk/>
            <pc:sldMk cId="758727248" sldId="319"/>
            <ac:graphicFrameMk id="10" creationId="{9D7F01B4-70AD-C3F6-A53C-C445E637E0C3}"/>
          </ac:graphicFrameMkLst>
        </pc:graphicFrameChg>
      </pc:sldChg>
      <pc:sldChg chg="addSp delSp modSp new mod modClrScheme chgLayout">
        <pc:chgData name="Manoj Sundar Ravichandran" userId="S::mravichandran@hof-university.de::453332ee-569c-4cda-ae19-79d852ef561a" providerId="AD" clId="Web-{58F90365-BDFC-ABFD-B70E-4D0D63356D8A}" dt="2024-05-28T00:49:44.097" v="2375"/>
        <pc:sldMkLst>
          <pc:docMk/>
          <pc:sldMk cId="4226406961" sldId="320"/>
        </pc:sldMkLst>
        <pc:spChg chg="del mod">
          <ac:chgData name="Manoj Sundar Ravichandran" userId="S::mravichandran@hof-university.de::453332ee-569c-4cda-ae19-79d852ef561a" providerId="AD" clId="Web-{58F90365-BDFC-ABFD-B70E-4D0D63356D8A}" dt="2024-05-28T00:49:32.971" v="2373"/>
          <ac:spMkLst>
            <pc:docMk/>
            <pc:sldMk cId="4226406961" sldId="320"/>
            <ac:spMk id="2" creationId="{ECFAED1A-F138-9952-5C79-9567F0AC4DC4}"/>
          </ac:spMkLst>
        </pc:spChg>
        <pc:spChg chg="mod ord">
          <ac:chgData name="Manoj Sundar Ravichandran" userId="S::mravichandran@hof-university.de::453332ee-569c-4cda-ae19-79d852ef561a" providerId="AD" clId="Web-{58F90365-BDFC-ABFD-B70E-4D0D63356D8A}" dt="2024-05-28T00:49:25.549" v="2372"/>
          <ac:spMkLst>
            <pc:docMk/>
            <pc:sldMk cId="4226406961" sldId="320"/>
            <ac:spMk id="3" creationId="{45FBD27E-3169-3DB2-88F0-CD6FACBDED23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0:48:59.626" v="2369"/>
          <ac:spMkLst>
            <pc:docMk/>
            <pc:sldMk cId="4226406961" sldId="320"/>
            <ac:spMk id="4" creationId="{99267F48-ABE7-C8B7-A806-26751B27A8C2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0:48:59.626" v="2369"/>
          <ac:spMkLst>
            <pc:docMk/>
            <pc:sldMk cId="4226406961" sldId="320"/>
            <ac:spMk id="5" creationId="{8229CABD-6C10-FBBA-02FA-6083AA65A3EA}"/>
          </ac:spMkLst>
        </pc:spChg>
        <pc:spChg chg="mod">
          <ac:chgData name="Manoj Sundar Ravichandran" userId="S::mravichandran@hof-university.de::453332ee-569c-4cda-ae19-79d852ef561a" providerId="AD" clId="Web-{58F90365-BDFC-ABFD-B70E-4D0D63356D8A}" dt="2024-05-28T00:49:25.549" v="2372"/>
          <ac:spMkLst>
            <pc:docMk/>
            <pc:sldMk cId="4226406961" sldId="320"/>
            <ac:spMk id="6" creationId="{31473576-D0DE-C155-AFC5-9BB42AC72174}"/>
          </ac:spMkLst>
        </pc:spChg>
        <pc:spChg chg="del">
          <ac:chgData name="Manoj Sundar Ravichandran" userId="S::mravichandran@hof-university.de::453332ee-569c-4cda-ae19-79d852ef561a" providerId="AD" clId="Web-{58F90365-BDFC-ABFD-B70E-4D0D63356D8A}" dt="2024-05-28T00:48:29.625" v="2364"/>
          <ac:spMkLst>
            <pc:docMk/>
            <pc:sldMk cId="4226406961" sldId="320"/>
            <ac:spMk id="7" creationId="{86FEA3FF-8E8E-A856-6595-84F5E232B85D}"/>
          </ac:spMkLst>
        </pc:spChg>
        <pc:spChg chg="del mod">
          <ac:chgData name="Manoj Sundar Ravichandran" userId="S::mravichandran@hof-university.de::453332ee-569c-4cda-ae19-79d852ef561a" providerId="AD" clId="Web-{58F90365-BDFC-ABFD-B70E-4D0D63356D8A}" dt="2024-05-28T00:48:59.626" v="2369"/>
          <ac:spMkLst>
            <pc:docMk/>
            <pc:sldMk cId="4226406961" sldId="320"/>
            <ac:spMk id="8" creationId="{819A0D8B-C429-19DF-C39E-7B856E32787A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0:49:10.002" v="2370"/>
          <ac:spMkLst>
            <pc:docMk/>
            <pc:sldMk cId="4226406961" sldId="320"/>
            <ac:spMk id="14" creationId="{D917CDA4-5323-0FC9-D5A7-4C483BE068A2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0:49:10.002" v="2370"/>
          <ac:spMkLst>
            <pc:docMk/>
            <pc:sldMk cId="4226406961" sldId="320"/>
            <ac:spMk id="16" creationId="{778E5B15-D0E8-28AF-66EC-B2563167E875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0:49:25.549" v="2372"/>
          <ac:spMkLst>
            <pc:docMk/>
            <pc:sldMk cId="4226406961" sldId="320"/>
            <ac:spMk id="21" creationId="{C23A6CEB-F36F-A565-35F6-7044B38F1AF1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0:49:25.549" v="2372"/>
          <ac:spMkLst>
            <pc:docMk/>
            <pc:sldMk cId="4226406961" sldId="320"/>
            <ac:spMk id="23" creationId="{EBD5B29A-9011-66F6-0D15-63905912B40D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0:49:25.549" v="2372"/>
          <ac:spMkLst>
            <pc:docMk/>
            <pc:sldMk cId="4226406961" sldId="320"/>
            <ac:spMk id="25" creationId="{3969C304-7372-9E21-FE62-1A7DD6131A22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0:49:44.097" v="2375"/>
          <ac:spMkLst>
            <pc:docMk/>
            <pc:sldMk cId="4226406961" sldId="320"/>
            <ac:spMk id="30" creationId="{B01CF182-D141-4FB4-CEC3-182476D4DC39}"/>
          </ac:spMkLst>
        </pc:spChg>
        <pc:spChg chg="add del mod">
          <ac:chgData name="Manoj Sundar Ravichandran" userId="S::mravichandran@hof-university.de::453332ee-569c-4cda-ae19-79d852ef561a" providerId="AD" clId="Web-{58F90365-BDFC-ABFD-B70E-4D0D63356D8A}" dt="2024-05-28T00:49:37.737" v="2374"/>
          <ac:spMkLst>
            <pc:docMk/>
            <pc:sldMk cId="4226406961" sldId="320"/>
            <ac:spMk id="32" creationId="{31FE54D4-750A-C5BE-3BDF-3CC91C27F00D}"/>
          </ac:spMkLst>
        </pc:spChg>
        <pc:graphicFrameChg chg="add mod modGraphic">
          <ac:chgData name="Manoj Sundar Ravichandran" userId="S::mravichandran@hof-university.de::453332ee-569c-4cda-ae19-79d852ef561a" providerId="AD" clId="Web-{58F90365-BDFC-ABFD-B70E-4D0D63356D8A}" dt="2024-05-28T00:49:25.549" v="2372"/>
          <ac:graphicFrameMkLst>
            <pc:docMk/>
            <pc:sldMk cId="4226406961" sldId="320"/>
            <ac:graphicFrameMk id="10" creationId="{57AECFDE-1026-A03C-8458-A934ADFEA51B}"/>
          </ac:graphicFrameMkLst>
        </pc:graphicFrameChg>
      </pc:sldChg>
    </pc:docChg>
  </pc:docChgLst>
  <pc:docChgLst>
    <pc:chgData name="Manoj Sundar Ravichandran" userId="S::mravichandran@hof-university.de::453332ee-569c-4cda-ae19-79d852ef561a" providerId="AD" clId="Web-{B4D42DC2-E47D-A5E4-840E-88CA5023EECA}"/>
    <pc:docChg chg="addSld delSld modSld sldOrd">
      <pc:chgData name="Manoj Sundar Ravichandran" userId="S::mravichandran@hof-university.de::453332ee-569c-4cda-ae19-79d852ef561a" providerId="AD" clId="Web-{B4D42DC2-E47D-A5E4-840E-88CA5023EECA}" dt="2025-01-09T14:35:45.411" v="1554" actId="1076"/>
      <pc:docMkLst>
        <pc:docMk/>
      </pc:docMkLst>
      <pc:sldChg chg="delSp modSp">
        <pc:chgData name="Manoj Sundar Ravichandran" userId="S::mravichandran@hof-university.de::453332ee-569c-4cda-ae19-79d852ef561a" providerId="AD" clId="Web-{B4D42DC2-E47D-A5E4-840E-88CA5023EECA}" dt="2025-01-09T14:35:04.533" v="1550"/>
        <pc:sldMkLst>
          <pc:docMk/>
          <pc:sldMk cId="2265045271" sldId="272"/>
        </pc:sldMkLst>
        <pc:spChg chg="del">
          <ac:chgData name="Manoj Sundar Ravichandran" userId="S::mravichandran@hof-university.de::453332ee-569c-4cda-ae19-79d852ef561a" providerId="AD" clId="Web-{B4D42DC2-E47D-A5E4-840E-88CA5023EECA}" dt="2025-01-09T14:35:04.533" v="1550"/>
          <ac:spMkLst>
            <pc:docMk/>
            <pc:sldMk cId="2265045271" sldId="272"/>
            <ac:spMk id="3" creationId="{7D7CE20B-22FB-5030-9099-17B9B77641BC}"/>
          </ac:spMkLst>
        </pc:spChg>
        <pc:spChg chg="mod">
          <ac:chgData name="Manoj Sundar Ravichandran" userId="S::mravichandran@hof-university.de::453332ee-569c-4cda-ae19-79d852ef561a" providerId="AD" clId="Web-{B4D42DC2-E47D-A5E4-840E-88CA5023EECA}" dt="2025-01-09T13:17:52.681" v="690" actId="20577"/>
          <ac:spMkLst>
            <pc:docMk/>
            <pc:sldMk cId="2265045271" sldId="272"/>
            <ac:spMk id="11" creationId="{B7E45D09-251C-65A0-3B4A-0780332A3D9F}"/>
          </ac:spMkLst>
        </pc:spChg>
      </pc:sldChg>
      <pc:sldChg chg="modSp">
        <pc:chgData name="Manoj Sundar Ravichandran" userId="S::mravichandran@hof-university.de::453332ee-569c-4cda-ae19-79d852ef561a" providerId="AD" clId="Web-{B4D42DC2-E47D-A5E4-840E-88CA5023EECA}" dt="2025-01-09T14:30:04.902" v="1549" actId="20577"/>
        <pc:sldMkLst>
          <pc:docMk/>
          <pc:sldMk cId="4093255372" sldId="316"/>
        </pc:sldMkLst>
        <pc:graphicFrameChg chg="mod modGraphic">
          <ac:chgData name="Manoj Sundar Ravichandran" userId="S::mravichandran@hof-university.de::453332ee-569c-4cda-ae19-79d852ef561a" providerId="AD" clId="Web-{B4D42DC2-E47D-A5E4-840E-88CA5023EECA}" dt="2025-01-09T14:30:04.902" v="1549" actId="20577"/>
          <ac:graphicFrameMkLst>
            <pc:docMk/>
            <pc:sldMk cId="4093255372" sldId="316"/>
            <ac:graphicFrameMk id="530" creationId="{1D13F2D7-98E7-F703-9633-F4E0A29509AE}"/>
          </ac:graphicFrameMkLst>
        </pc:graphicFrameChg>
      </pc:sldChg>
      <pc:sldChg chg="modSp">
        <pc:chgData name="Manoj Sundar Ravichandran" userId="S::mravichandran@hof-university.de::453332ee-569c-4cda-ae19-79d852ef561a" providerId="AD" clId="Web-{B4D42DC2-E47D-A5E4-840E-88CA5023EECA}" dt="2025-01-09T09:35:50.018" v="7" actId="20577"/>
        <pc:sldMkLst>
          <pc:docMk/>
          <pc:sldMk cId="3222987528" sldId="332"/>
        </pc:sldMkLst>
        <pc:spChg chg="mod">
          <ac:chgData name="Manoj Sundar Ravichandran" userId="S::mravichandran@hof-university.de::453332ee-569c-4cda-ae19-79d852ef561a" providerId="AD" clId="Web-{B4D42DC2-E47D-A5E4-840E-88CA5023EECA}" dt="2025-01-09T09:35:50.018" v="7" actId="20577"/>
          <ac:spMkLst>
            <pc:docMk/>
            <pc:sldMk cId="3222987528" sldId="332"/>
            <ac:spMk id="4" creationId="{74F39478-2C64-25C8-733A-0DD7BA3DE847}"/>
          </ac:spMkLst>
        </pc:spChg>
      </pc:sldChg>
      <pc:sldChg chg="modSp">
        <pc:chgData name="Manoj Sundar Ravichandran" userId="S::mravichandran@hof-university.de::453332ee-569c-4cda-ae19-79d852ef561a" providerId="AD" clId="Web-{B4D42DC2-E47D-A5E4-840E-88CA5023EECA}" dt="2025-01-09T14:35:45.411" v="1554" actId="1076"/>
        <pc:sldMkLst>
          <pc:docMk/>
          <pc:sldMk cId="3304441295" sldId="334"/>
        </pc:sldMkLst>
        <pc:spChg chg="mod">
          <ac:chgData name="Manoj Sundar Ravichandran" userId="S::mravichandran@hof-university.de::453332ee-569c-4cda-ae19-79d852ef561a" providerId="AD" clId="Web-{B4D42DC2-E47D-A5E4-840E-88CA5023EECA}" dt="2025-01-09T14:35:45.411" v="1554" actId="1076"/>
          <ac:spMkLst>
            <pc:docMk/>
            <pc:sldMk cId="3304441295" sldId="334"/>
            <ac:spMk id="9" creationId="{8F5F5BFA-A770-D822-AA12-83E9F1712E4E}"/>
          </ac:spMkLst>
        </pc:spChg>
      </pc:sldChg>
      <pc:sldChg chg="addSp delSp">
        <pc:chgData name="Manoj Sundar Ravichandran" userId="S::mravichandran@hof-university.de::453332ee-569c-4cda-ae19-79d852ef561a" providerId="AD" clId="Web-{B4D42DC2-E47D-A5E4-840E-88CA5023EECA}" dt="2025-01-09T10:54:27.569" v="112"/>
        <pc:sldMkLst>
          <pc:docMk/>
          <pc:sldMk cId="3983310443" sldId="335"/>
        </pc:sldMkLst>
        <pc:spChg chg="add del">
          <ac:chgData name="Manoj Sundar Ravichandran" userId="S::mravichandran@hof-university.de::453332ee-569c-4cda-ae19-79d852ef561a" providerId="AD" clId="Web-{B4D42DC2-E47D-A5E4-840E-88CA5023EECA}" dt="2025-01-09T10:54:27.569" v="112"/>
          <ac:spMkLst>
            <pc:docMk/>
            <pc:sldMk cId="3983310443" sldId="335"/>
            <ac:spMk id="4" creationId="{CF6C855E-6E19-94F5-E02F-BC8DAD68BE34}"/>
          </ac:spMkLst>
        </pc:spChg>
      </pc:sldChg>
      <pc:sldChg chg="addSp delSp modSp new mod modClrScheme chgLayout">
        <pc:chgData name="Manoj Sundar Ravichandran" userId="S::mravichandran@hof-university.de::453332ee-569c-4cda-ae19-79d852ef561a" providerId="AD" clId="Web-{B4D42DC2-E47D-A5E4-840E-88CA5023EECA}" dt="2025-01-09T10:54:06.444" v="110" actId="14100"/>
        <pc:sldMkLst>
          <pc:docMk/>
          <pc:sldMk cId="976795224" sldId="349"/>
        </pc:sldMkLst>
        <pc:spChg chg="del mod ord">
          <ac:chgData name="Manoj Sundar Ravichandran" userId="S::mravichandran@hof-university.de::453332ee-569c-4cda-ae19-79d852ef561a" providerId="AD" clId="Web-{B4D42DC2-E47D-A5E4-840E-88CA5023EECA}" dt="2025-01-09T10:53:54.459" v="108"/>
          <ac:spMkLst>
            <pc:docMk/>
            <pc:sldMk cId="976795224" sldId="349"/>
            <ac:spMk id="2" creationId="{92E6AE4D-DDEE-01A8-D55F-4E53457D1B2A}"/>
          </ac:spMkLst>
        </pc:spChg>
        <pc:spChg chg="mod">
          <ac:chgData name="Manoj Sundar Ravichandran" userId="S::mravichandran@hof-university.de::453332ee-569c-4cda-ae19-79d852ef561a" providerId="AD" clId="Web-{B4D42DC2-E47D-A5E4-840E-88CA5023EECA}" dt="2025-01-09T10:53:26.989" v="103"/>
          <ac:spMkLst>
            <pc:docMk/>
            <pc:sldMk cId="976795224" sldId="349"/>
            <ac:spMk id="3" creationId="{7622D5E2-02BA-633F-0B69-581ED088C155}"/>
          </ac:spMkLst>
        </pc:spChg>
        <pc:spChg chg="del">
          <ac:chgData name="Manoj Sundar Ravichandran" userId="S::mravichandran@hof-university.de::453332ee-569c-4cda-ae19-79d852ef561a" providerId="AD" clId="Web-{B4D42DC2-E47D-A5E4-840E-88CA5023EECA}" dt="2025-01-09T10:53:26.989" v="103"/>
          <ac:spMkLst>
            <pc:docMk/>
            <pc:sldMk cId="976795224" sldId="349"/>
            <ac:spMk id="4" creationId="{86EF29DB-3B50-1D00-E0F5-25DC6382CF0D}"/>
          </ac:spMkLst>
        </pc:spChg>
        <pc:spChg chg="del">
          <ac:chgData name="Manoj Sundar Ravichandran" userId="S::mravichandran@hof-university.de::453332ee-569c-4cda-ae19-79d852ef561a" providerId="AD" clId="Web-{B4D42DC2-E47D-A5E4-840E-88CA5023EECA}" dt="2025-01-09T10:00:43.282" v="42"/>
          <ac:spMkLst>
            <pc:docMk/>
            <pc:sldMk cId="976795224" sldId="349"/>
            <ac:spMk id="5" creationId="{05A7D8D1-1D72-1F0C-CC3D-899CD0A60A29}"/>
          </ac:spMkLst>
        </pc:spChg>
        <pc:spChg chg="mod">
          <ac:chgData name="Manoj Sundar Ravichandran" userId="S::mravichandran@hof-university.de::453332ee-569c-4cda-ae19-79d852ef561a" providerId="AD" clId="Web-{B4D42DC2-E47D-A5E4-840E-88CA5023EECA}" dt="2025-01-09T10:53:41.818" v="105" actId="1076"/>
          <ac:spMkLst>
            <pc:docMk/>
            <pc:sldMk cId="976795224" sldId="349"/>
            <ac:spMk id="6" creationId="{25611706-E4EA-9FF2-A92F-BBBE4713E367}"/>
          </ac:spMkLst>
        </pc:spChg>
        <pc:spChg chg="del">
          <ac:chgData name="Manoj Sundar Ravichandran" userId="S::mravichandran@hof-university.de::453332ee-569c-4cda-ae19-79d852ef561a" providerId="AD" clId="Web-{B4D42DC2-E47D-A5E4-840E-88CA5023EECA}" dt="2025-01-09T10:00:45.329" v="43"/>
          <ac:spMkLst>
            <pc:docMk/>
            <pc:sldMk cId="976795224" sldId="349"/>
            <ac:spMk id="7" creationId="{B7A1E295-3642-9D26-A47E-E94AE1D354D8}"/>
          </ac:spMkLst>
        </pc:spChg>
        <pc:spChg chg="del mod">
          <ac:chgData name="Manoj Sundar Ravichandran" userId="S::mravichandran@hof-university.de::453332ee-569c-4cda-ae19-79d852ef561a" providerId="AD" clId="Web-{B4D42DC2-E47D-A5E4-840E-88CA5023EECA}" dt="2025-01-09T10:53:26.989" v="103"/>
          <ac:spMkLst>
            <pc:docMk/>
            <pc:sldMk cId="976795224" sldId="349"/>
            <ac:spMk id="8" creationId="{A36A927F-5B72-324A-80B9-33AD997EF07E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0:53:57.256" v="109"/>
          <ac:spMkLst>
            <pc:docMk/>
            <pc:sldMk cId="976795224" sldId="349"/>
            <ac:spMk id="14" creationId="{F5858B70-C7A7-3166-9185-FC51F7880229}"/>
          </ac:spMkLst>
        </pc:spChg>
        <pc:spChg chg="add mod">
          <ac:chgData name="Manoj Sundar Ravichandran" userId="S::mravichandran@hof-university.de::453332ee-569c-4cda-ae19-79d852ef561a" providerId="AD" clId="Web-{B4D42DC2-E47D-A5E4-840E-88CA5023EECA}" dt="2025-01-09T10:54:06.444" v="110" actId="14100"/>
          <ac:spMkLst>
            <pc:docMk/>
            <pc:sldMk cId="976795224" sldId="349"/>
            <ac:spMk id="16" creationId="{F7E6E790-1432-DEC0-B406-E11B431ADFAA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0:53:44.740" v="106"/>
          <ac:spMkLst>
            <pc:docMk/>
            <pc:sldMk cId="976795224" sldId="349"/>
            <ac:spMk id="18" creationId="{487C5090-7871-9838-2420-D46C11B9A2C8}"/>
          </ac:spMkLst>
        </pc:spChg>
        <pc:spChg chg="add">
          <ac:chgData name="Manoj Sundar Ravichandran" userId="S::mravichandran@hof-university.de::453332ee-569c-4cda-ae19-79d852ef561a" providerId="AD" clId="Web-{B4D42DC2-E47D-A5E4-840E-88CA5023EECA}" dt="2025-01-09T10:53:51.459" v="107"/>
          <ac:spMkLst>
            <pc:docMk/>
            <pc:sldMk cId="976795224" sldId="349"/>
            <ac:spMk id="22" creationId="{7215FD1C-201A-AF82-9510-DE29F50302C5}"/>
          </ac:spMkLst>
        </pc:spChg>
        <pc:graphicFrameChg chg="add mod">
          <ac:chgData name="Manoj Sundar Ravichandran" userId="S::mravichandran@hof-university.de::453332ee-569c-4cda-ae19-79d852ef561a" providerId="AD" clId="Web-{B4D42DC2-E47D-A5E4-840E-88CA5023EECA}" dt="2025-01-09T10:53:26.989" v="103"/>
          <ac:graphicFrameMkLst>
            <pc:docMk/>
            <pc:sldMk cId="976795224" sldId="349"/>
            <ac:graphicFrameMk id="10" creationId="{60A0FA43-D6D9-59E7-F683-0B82B8BDE521}"/>
          </ac:graphicFrameMkLst>
        </pc:graphicFrameChg>
      </pc:sldChg>
      <pc:sldChg chg="addSp delSp modSp new mod modClrScheme chgLayout">
        <pc:chgData name="Manoj Sundar Ravichandran" userId="S::mravichandran@hof-university.de::453332ee-569c-4cda-ae19-79d852ef561a" providerId="AD" clId="Web-{B4D42DC2-E47D-A5E4-840E-88CA5023EECA}" dt="2025-01-09T11:32:46.267" v="256"/>
        <pc:sldMkLst>
          <pc:docMk/>
          <pc:sldMk cId="1531503989" sldId="350"/>
        </pc:sldMkLst>
        <pc:spChg chg="del mod ord">
          <ac:chgData name="Manoj Sundar Ravichandran" userId="S::mravichandran@hof-university.de::453332ee-569c-4cda-ae19-79d852ef561a" providerId="AD" clId="Web-{B4D42DC2-E47D-A5E4-840E-88CA5023EECA}" dt="2025-01-09T11:32:31.126" v="253"/>
          <ac:spMkLst>
            <pc:docMk/>
            <pc:sldMk cId="1531503989" sldId="350"/>
            <ac:spMk id="2" creationId="{A9CC03DB-1E47-07D6-1B47-8FE102BD93DF}"/>
          </ac:spMkLst>
        </pc:spChg>
        <pc:spChg chg="mod ord">
          <ac:chgData name="Manoj Sundar Ravichandran" userId="S::mravichandran@hof-university.de::453332ee-569c-4cda-ae19-79d852ef561a" providerId="AD" clId="Web-{B4D42DC2-E47D-A5E4-840E-88CA5023EECA}" dt="2025-01-09T11:31:40.484" v="244"/>
          <ac:spMkLst>
            <pc:docMk/>
            <pc:sldMk cId="1531503989" sldId="350"/>
            <ac:spMk id="3" creationId="{D9297B70-6C23-815C-FAEA-652245413E5D}"/>
          </ac:spMkLst>
        </pc:spChg>
        <pc:spChg chg="add del">
          <ac:chgData name="Manoj Sundar Ravichandran" userId="S::mravichandran@hof-university.de::453332ee-569c-4cda-ae19-79d852ef561a" providerId="AD" clId="Web-{B4D42DC2-E47D-A5E4-840E-88CA5023EECA}" dt="2025-01-09T11:31:01.107" v="237"/>
          <ac:spMkLst>
            <pc:docMk/>
            <pc:sldMk cId="1531503989" sldId="350"/>
            <ac:spMk id="4" creationId="{4559633D-9290-73D2-00AE-677302F3D2D6}"/>
          </ac:spMkLst>
        </pc:spChg>
        <pc:spChg chg="add del">
          <ac:chgData name="Manoj Sundar Ravichandran" userId="S::mravichandran@hof-university.de::453332ee-569c-4cda-ae19-79d852ef561a" providerId="AD" clId="Web-{B4D42DC2-E47D-A5E4-840E-88CA5023EECA}" dt="2025-01-09T11:31:01.107" v="237"/>
          <ac:spMkLst>
            <pc:docMk/>
            <pc:sldMk cId="1531503989" sldId="350"/>
            <ac:spMk id="5" creationId="{D682CF92-7269-65D3-0FA6-B57BF82E44C1}"/>
          </ac:spMkLst>
        </pc:spChg>
        <pc:spChg chg="mod">
          <ac:chgData name="Manoj Sundar Ravichandran" userId="S::mravichandran@hof-university.de::453332ee-569c-4cda-ae19-79d852ef561a" providerId="AD" clId="Web-{B4D42DC2-E47D-A5E4-840E-88CA5023EECA}" dt="2025-01-09T11:31:40.484" v="244"/>
          <ac:spMkLst>
            <pc:docMk/>
            <pc:sldMk cId="1531503989" sldId="350"/>
            <ac:spMk id="6" creationId="{90E8F104-A2E6-C7B8-296A-105A30A8EEEB}"/>
          </ac:spMkLst>
        </pc:spChg>
        <pc:spChg chg="del">
          <ac:chgData name="Manoj Sundar Ravichandran" userId="S::mravichandran@hof-university.de::453332ee-569c-4cda-ae19-79d852ef561a" providerId="AD" clId="Web-{B4D42DC2-E47D-A5E4-840E-88CA5023EECA}" dt="2025-01-09T11:28:05.882" v="140"/>
          <ac:spMkLst>
            <pc:docMk/>
            <pc:sldMk cId="1531503989" sldId="350"/>
            <ac:spMk id="7" creationId="{4A3AC027-630B-8719-C77E-D5D9248C0E23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1:31:01.107" v="237"/>
          <ac:spMkLst>
            <pc:docMk/>
            <pc:sldMk cId="1531503989" sldId="350"/>
            <ac:spMk id="8" creationId="{0B174C17-7026-8B16-669D-930373BFC5F2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1:30:48.169" v="234"/>
          <ac:spMkLst>
            <pc:docMk/>
            <pc:sldMk cId="1531503989" sldId="350"/>
            <ac:spMk id="14" creationId="{42BC318A-DB34-DE5D-6E8D-E4B4837EE380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1:30:48.169" v="234"/>
          <ac:spMkLst>
            <pc:docMk/>
            <pc:sldMk cId="1531503989" sldId="350"/>
            <ac:spMk id="16" creationId="{3B55801E-6D7C-0189-C90D-F9A0E5F5C258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1:30:48.169" v="234"/>
          <ac:spMkLst>
            <pc:docMk/>
            <pc:sldMk cId="1531503989" sldId="350"/>
            <ac:spMk id="18" creationId="{F64D5B17-BA4F-DA83-4FB4-ABA5730C12B0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1:31:01.060" v="236"/>
          <ac:spMkLst>
            <pc:docMk/>
            <pc:sldMk cId="1531503989" sldId="350"/>
            <ac:spMk id="20" creationId="{81ED448D-9777-D528-49BB-26C8FDD57A52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1:31:01.060" v="236"/>
          <ac:spMkLst>
            <pc:docMk/>
            <pc:sldMk cId="1531503989" sldId="350"/>
            <ac:spMk id="21" creationId="{79932FD9-816C-269A-CD9C-B46605E51EC8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1:31:40.484" v="244"/>
          <ac:spMkLst>
            <pc:docMk/>
            <pc:sldMk cId="1531503989" sldId="350"/>
            <ac:spMk id="24" creationId="{42BC318A-DB34-DE5D-6E8D-E4B4837EE380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1:31:40.484" v="244"/>
          <ac:spMkLst>
            <pc:docMk/>
            <pc:sldMk cId="1531503989" sldId="350"/>
            <ac:spMk id="25" creationId="{3B55801E-6D7C-0189-C90D-F9A0E5F5C258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1:31:40.484" v="244"/>
          <ac:spMkLst>
            <pc:docMk/>
            <pc:sldMk cId="1531503989" sldId="350"/>
            <ac:spMk id="26" creationId="{F64D5B17-BA4F-DA83-4FB4-ABA5730C12B0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1:31:27.155" v="239"/>
          <ac:spMkLst>
            <pc:docMk/>
            <pc:sldMk cId="1531503989" sldId="350"/>
            <ac:spMk id="32" creationId="{56825A07-6EEF-601E-D184-07B1A9D64B36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1:31:27.155" v="239"/>
          <ac:spMkLst>
            <pc:docMk/>
            <pc:sldMk cId="1531503989" sldId="350"/>
            <ac:spMk id="34" creationId="{FF9D0996-010D-425C-B393-57ABD656C786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1:31:27.155" v="239"/>
          <ac:spMkLst>
            <pc:docMk/>
            <pc:sldMk cId="1531503989" sldId="350"/>
            <ac:spMk id="36" creationId="{88449D9F-3D72-B250-4A7B-758C06F8E514}"/>
          </ac:spMkLst>
        </pc:spChg>
        <pc:spChg chg="add del">
          <ac:chgData name="Manoj Sundar Ravichandran" userId="S::mravichandran@hof-university.de::453332ee-569c-4cda-ae19-79d852ef561a" providerId="AD" clId="Web-{B4D42DC2-E47D-A5E4-840E-88CA5023EECA}" dt="2025-01-09T11:31:31.671" v="241"/>
          <ac:spMkLst>
            <pc:docMk/>
            <pc:sldMk cId="1531503989" sldId="350"/>
            <ac:spMk id="38" creationId="{0C7B7648-765D-3EAE-416E-2F2FBA8A21B0}"/>
          </ac:spMkLst>
        </pc:spChg>
        <pc:spChg chg="add del">
          <ac:chgData name="Manoj Sundar Ravichandran" userId="S::mravichandran@hof-university.de::453332ee-569c-4cda-ae19-79d852ef561a" providerId="AD" clId="Web-{B4D42DC2-E47D-A5E4-840E-88CA5023EECA}" dt="2025-01-09T11:31:31.671" v="241"/>
          <ac:spMkLst>
            <pc:docMk/>
            <pc:sldMk cId="1531503989" sldId="350"/>
            <ac:spMk id="39" creationId="{6068A401-1F34-0B9E-D8B9-3DA9224B6DF7}"/>
          </ac:spMkLst>
        </pc:spChg>
        <pc:spChg chg="add del">
          <ac:chgData name="Manoj Sundar Ravichandran" userId="S::mravichandran@hof-university.de::453332ee-569c-4cda-ae19-79d852ef561a" providerId="AD" clId="Web-{B4D42DC2-E47D-A5E4-840E-88CA5023EECA}" dt="2025-01-09T11:31:31.671" v="241"/>
          <ac:spMkLst>
            <pc:docMk/>
            <pc:sldMk cId="1531503989" sldId="350"/>
            <ac:spMk id="40" creationId="{1DC569E5-C85A-25F4-2A78-277BD6457FF1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1:31:40.421" v="243"/>
          <ac:spMkLst>
            <pc:docMk/>
            <pc:sldMk cId="1531503989" sldId="350"/>
            <ac:spMk id="42" creationId="{35022E2C-7D18-F99E-0020-29FE11517BC9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1:31:40.421" v="243"/>
          <ac:spMkLst>
            <pc:docMk/>
            <pc:sldMk cId="1531503989" sldId="350"/>
            <ac:spMk id="43" creationId="{561E2C33-5D8A-69B5-9F85-710A14ACE25E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1:31:40.421" v="243"/>
          <ac:spMkLst>
            <pc:docMk/>
            <pc:sldMk cId="1531503989" sldId="350"/>
            <ac:spMk id="44" creationId="{4A83E1A9-DE2B-67E9-B9B2-93E91EEDEC27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1:32:46.267" v="256"/>
          <ac:spMkLst>
            <pc:docMk/>
            <pc:sldMk cId="1531503989" sldId="350"/>
            <ac:spMk id="46" creationId="{548383C8-2BF6-13D9-3A05-28A3AD41BC2C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1:32:43.158" v="255"/>
          <ac:spMkLst>
            <pc:docMk/>
            <pc:sldMk cId="1531503989" sldId="350"/>
            <ac:spMk id="47" creationId="{82406133-7C0A-26BB-C093-73023CE0C404}"/>
          </ac:spMkLst>
        </pc:spChg>
        <pc:spChg chg="add mod">
          <ac:chgData name="Manoj Sundar Ravichandran" userId="S::mravichandran@hof-university.de::453332ee-569c-4cda-ae19-79d852ef561a" providerId="AD" clId="Web-{B4D42DC2-E47D-A5E4-840E-88CA5023EECA}" dt="2025-01-09T11:32:34.626" v="254" actId="1076"/>
          <ac:spMkLst>
            <pc:docMk/>
            <pc:sldMk cId="1531503989" sldId="350"/>
            <ac:spMk id="192" creationId="{6E6077F7-5895-CEB8-6536-02911615FDF9}"/>
          </ac:spMkLst>
        </pc:spChg>
        <pc:graphicFrameChg chg="add del mod">
          <ac:chgData name="Manoj Sundar Ravichandran" userId="S::mravichandran@hof-university.de::453332ee-569c-4cda-ae19-79d852ef561a" providerId="AD" clId="Web-{B4D42DC2-E47D-A5E4-840E-88CA5023EECA}" dt="2025-01-09T11:30:48.169" v="234"/>
          <ac:graphicFrameMkLst>
            <pc:docMk/>
            <pc:sldMk cId="1531503989" sldId="350"/>
            <ac:graphicFrameMk id="10" creationId="{2A5F6451-A5E7-7CF6-13D3-11FE679D6737}"/>
          </ac:graphicFrameMkLst>
        </pc:graphicFrameChg>
        <pc:graphicFrameChg chg="add del mod">
          <ac:chgData name="Manoj Sundar Ravichandran" userId="S::mravichandran@hof-university.de::453332ee-569c-4cda-ae19-79d852ef561a" providerId="AD" clId="Web-{B4D42DC2-E47D-A5E4-840E-88CA5023EECA}" dt="2025-01-09T11:31:01.060" v="236"/>
          <ac:graphicFrameMkLst>
            <pc:docMk/>
            <pc:sldMk cId="1531503989" sldId="350"/>
            <ac:graphicFrameMk id="22" creationId="{77342414-F7FC-705D-3D50-6ED48E18228C}"/>
          </ac:graphicFrameMkLst>
        </pc:graphicFrameChg>
        <pc:graphicFrameChg chg="add mod modGraphic">
          <ac:chgData name="Manoj Sundar Ravichandran" userId="S::mravichandran@hof-university.de::453332ee-569c-4cda-ae19-79d852ef561a" providerId="AD" clId="Web-{B4D42DC2-E47D-A5E4-840E-88CA5023EECA}" dt="2025-01-09T11:32:10.047" v="250" actId="20577"/>
          <ac:graphicFrameMkLst>
            <pc:docMk/>
            <pc:sldMk cId="1531503989" sldId="350"/>
            <ac:graphicFrameMk id="27" creationId="{2A5F6451-A5E7-7CF6-13D3-11FE679D6737}"/>
          </ac:graphicFrameMkLst>
        </pc:graphicFrameChg>
      </pc:sldChg>
      <pc:sldChg chg="new del">
        <pc:chgData name="Manoj Sundar Ravichandran" userId="S::mravichandran@hof-university.de::453332ee-569c-4cda-ae19-79d852ef561a" providerId="AD" clId="Web-{B4D42DC2-E47D-A5E4-840E-88CA5023EECA}" dt="2025-01-09T11:27:30.818" v="116"/>
        <pc:sldMkLst>
          <pc:docMk/>
          <pc:sldMk cId="4108960860" sldId="350"/>
        </pc:sldMkLst>
      </pc:sldChg>
      <pc:sldChg chg="new del">
        <pc:chgData name="Manoj Sundar Ravichandran" userId="S::mravichandran@hof-university.de::453332ee-569c-4cda-ae19-79d852ef561a" providerId="AD" clId="Web-{B4D42DC2-E47D-A5E4-840E-88CA5023EECA}" dt="2025-01-09T11:27:23.255" v="114"/>
        <pc:sldMkLst>
          <pc:docMk/>
          <pc:sldMk cId="4139917442" sldId="350"/>
        </pc:sldMkLst>
      </pc:sldChg>
      <pc:sldChg chg="addSp delSp modSp new mod modClrScheme chgLayout">
        <pc:chgData name="Manoj Sundar Ravichandran" userId="S::mravichandran@hof-university.de::453332ee-569c-4cda-ae19-79d852ef561a" providerId="AD" clId="Web-{B4D42DC2-E47D-A5E4-840E-88CA5023EECA}" dt="2025-01-09T14:14:04.004" v="1297" actId="1076"/>
        <pc:sldMkLst>
          <pc:docMk/>
          <pc:sldMk cId="1978994801" sldId="351"/>
        </pc:sldMkLst>
        <pc:spChg chg="del mod ord">
          <ac:chgData name="Manoj Sundar Ravichandran" userId="S::mravichandran@hof-university.de::453332ee-569c-4cda-ae19-79d852ef561a" providerId="AD" clId="Web-{B4D42DC2-E47D-A5E4-840E-88CA5023EECA}" dt="2025-01-09T11:46:22.033" v="373"/>
          <ac:spMkLst>
            <pc:docMk/>
            <pc:sldMk cId="1978994801" sldId="351"/>
            <ac:spMk id="2" creationId="{90A812B7-B3B8-4894-9146-48FB14BC1BEE}"/>
          </ac:spMkLst>
        </pc:spChg>
        <pc:spChg chg="mod ord">
          <ac:chgData name="Manoj Sundar Ravichandran" userId="S::mravichandran@hof-university.de::453332ee-569c-4cda-ae19-79d852ef561a" providerId="AD" clId="Web-{B4D42DC2-E47D-A5E4-840E-88CA5023EECA}" dt="2025-01-09T11:45:20.421" v="362"/>
          <ac:spMkLst>
            <pc:docMk/>
            <pc:sldMk cId="1978994801" sldId="351"/>
            <ac:spMk id="3" creationId="{04B1A323-54A0-7F36-77AF-780F83B1C087}"/>
          </ac:spMkLst>
        </pc:spChg>
        <pc:spChg chg="add del">
          <ac:chgData name="Manoj Sundar Ravichandran" userId="S::mravichandran@hof-university.de::453332ee-569c-4cda-ae19-79d852ef561a" providerId="AD" clId="Web-{B4D42DC2-E47D-A5E4-840E-88CA5023EECA}" dt="2025-01-09T11:45:09.046" v="361"/>
          <ac:spMkLst>
            <pc:docMk/>
            <pc:sldMk cId="1978994801" sldId="351"/>
            <ac:spMk id="4" creationId="{0BA1B7E5-1B82-EC91-3977-B40621691B80}"/>
          </ac:spMkLst>
        </pc:spChg>
        <pc:spChg chg="add del">
          <ac:chgData name="Manoj Sundar Ravichandran" userId="S::mravichandran@hof-university.de::453332ee-569c-4cda-ae19-79d852ef561a" providerId="AD" clId="Web-{B4D42DC2-E47D-A5E4-840E-88CA5023EECA}" dt="2025-01-09T11:45:09.046" v="361"/>
          <ac:spMkLst>
            <pc:docMk/>
            <pc:sldMk cId="1978994801" sldId="351"/>
            <ac:spMk id="5" creationId="{5A58BA49-6375-25EC-1092-78B585ACAD32}"/>
          </ac:spMkLst>
        </pc:spChg>
        <pc:spChg chg="mod">
          <ac:chgData name="Manoj Sundar Ravichandran" userId="S::mravichandran@hof-university.de::453332ee-569c-4cda-ae19-79d852ef561a" providerId="AD" clId="Web-{B4D42DC2-E47D-A5E4-840E-88CA5023EECA}" dt="2025-01-09T11:45:20.421" v="362"/>
          <ac:spMkLst>
            <pc:docMk/>
            <pc:sldMk cId="1978994801" sldId="351"/>
            <ac:spMk id="6" creationId="{263096C3-AB10-DCFD-1DD0-CDA6B7690ABA}"/>
          </ac:spMkLst>
        </pc:spChg>
        <pc:spChg chg="del">
          <ac:chgData name="Manoj Sundar Ravichandran" userId="S::mravichandran@hof-university.de::453332ee-569c-4cda-ae19-79d852ef561a" providerId="AD" clId="Web-{B4D42DC2-E47D-A5E4-840E-88CA5023EECA}" dt="2025-01-09T11:42:46.212" v="276"/>
          <ac:spMkLst>
            <pc:docMk/>
            <pc:sldMk cId="1978994801" sldId="351"/>
            <ac:spMk id="7" creationId="{75FB2062-7567-EAE8-DCDF-ECC44E496C83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1:45:09.046" v="361"/>
          <ac:spMkLst>
            <pc:docMk/>
            <pc:sldMk cId="1978994801" sldId="351"/>
            <ac:spMk id="8" creationId="{B531BF77-1A50-300F-A7C2-64E15416728C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1:45:08.999" v="360"/>
          <ac:spMkLst>
            <pc:docMk/>
            <pc:sldMk cId="1978994801" sldId="351"/>
            <ac:spMk id="14" creationId="{A23253FB-3CD6-9A1A-51CF-977DC6350422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1:45:08.999" v="360"/>
          <ac:spMkLst>
            <pc:docMk/>
            <pc:sldMk cId="1978994801" sldId="351"/>
            <ac:spMk id="16" creationId="{F9219FDF-C8AF-DFCD-56BF-B4E87B9BE52C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1:45:08.999" v="360"/>
          <ac:spMkLst>
            <pc:docMk/>
            <pc:sldMk cId="1978994801" sldId="351"/>
            <ac:spMk id="18" creationId="{B996001C-9058-209E-1BA5-A4CACA30E90A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1:45:20.421" v="362"/>
          <ac:spMkLst>
            <pc:docMk/>
            <pc:sldMk cId="1978994801" sldId="351"/>
            <ac:spMk id="20" creationId="{4E0508DE-0E8E-68C4-7DC7-6A051A56F84C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1:45:20.421" v="362"/>
          <ac:spMkLst>
            <pc:docMk/>
            <pc:sldMk cId="1978994801" sldId="351"/>
            <ac:spMk id="21" creationId="{7F40571D-6322-EBF3-4614-B82D7F3A81A1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1:46:36.190" v="374"/>
          <ac:spMkLst>
            <pc:docMk/>
            <pc:sldMk cId="1978994801" sldId="351"/>
            <ac:spMk id="27" creationId="{AD41C6D4-2518-6C5B-1FD4-5335F40ADA98}"/>
          </ac:spMkLst>
        </pc:spChg>
        <pc:spChg chg="add mod">
          <ac:chgData name="Manoj Sundar Ravichandran" userId="S::mravichandran@hof-university.de::453332ee-569c-4cda-ae19-79d852ef561a" providerId="AD" clId="Web-{B4D42DC2-E47D-A5E4-840E-88CA5023EECA}" dt="2025-01-09T11:45:20.421" v="362"/>
          <ac:spMkLst>
            <pc:docMk/>
            <pc:sldMk cId="1978994801" sldId="351"/>
            <ac:spMk id="29" creationId="{989FD6E0-C0FF-BC67-3C32-8AF39025F47D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1:46:12.845" v="370"/>
          <ac:spMkLst>
            <pc:docMk/>
            <pc:sldMk cId="1978994801" sldId="351"/>
            <ac:spMk id="31" creationId="{B9677638-2091-4CC8-B065-6AB616559D9F}"/>
          </ac:spMkLst>
        </pc:spChg>
        <pc:spChg chg="add del">
          <ac:chgData name="Manoj Sundar Ravichandran" userId="S::mravichandran@hof-university.de::453332ee-569c-4cda-ae19-79d852ef561a" providerId="AD" clId="Web-{B4D42DC2-E47D-A5E4-840E-88CA5023EECA}" dt="2025-01-09T14:13:20.470" v="1287"/>
          <ac:spMkLst>
            <pc:docMk/>
            <pc:sldMk cId="1978994801" sldId="351"/>
            <ac:spMk id="106" creationId="{CEA98BAF-1444-CD3C-3D3A-E727E2146C3E}"/>
          </ac:spMkLst>
        </pc:spChg>
        <pc:spChg chg="add mod">
          <ac:chgData name="Manoj Sundar Ravichandran" userId="S::mravichandran@hof-university.de::453332ee-569c-4cda-ae19-79d852ef561a" providerId="AD" clId="Web-{B4D42DC2-E47D-A5E4-840E-88CA5023EECA}" dt="2025-01-09T14:14:04.004" v="1297" actId="1076"/>
          <ac:spMkLst>
            <pc:docMk/>
            <pc:sldMk cId="1978994801" sldId="351"/>
            <ac:spMk id="162" creationId="{AA6832BC-D3C2-E328-06E9-BDF1712DE4BB}"/>
          </ac:spMkLst>
        </pc:spChg>
        <pc:graphicFrameChg chg="add del mod">
          <ac:chgData name="Manoj Sundar Ravichandran" userId="S::mravichandran@hof-university.de::453332ee-569c-4cda-ae19-79d852ef561a" providerId="AD" clId="Web-{B4D42DC2-E47D-A5E4-840E-88CA5023EECA}" dt="2025-01-09T11:45:08.999" v="360"/>
          <ac:graphicFrameMkLst>
            <pc:docMk/>
            <pc:sldMk cId="1978994801" sldId="351"/>
            <ac:graphicFrameMk id="10" creationId="{CC839324-3414-0D52-1669-0F36102AC3ED}"/>
          </ac:graphicFrameMkLst>
        </pc:graphicFrameChg>
        <pc:graphicFrameChg chg="add mod modGraphic">
          <ac:chgData name="Manoj Sundar Ravichandran" userId="S::mravichandran@hof-university.de::453332ee-569c-4cda-ae19-79d852ef561a" providerId="AD" clId="Web-{B4D42DC2-E47D-A5E4-840E-88CA5023EECA}" dt="2025-01-09T14:13:15.219" v="1285" actId="1076"/>
          <ac:graphicFrameMkLst>
            <pc:docMk/>
            <pc:sldMk cId="1978994801" sldId="351"/>
            <ac:graphicFrameMk id="22" creationId="{92C4321C-868A-A396-2DFC-721DD7F99ABB}"/>
          </ac:graphicFrameMkLst>
        </pc:graphicFrameChg>
      </pc:sldChg>
      <pc:sldChg chg="delSp modSp new del">
        <pc:chgData name="Manoj Sundar Ravichandran" userId="S::mravichandran@hof-university.de::453332ee-569c-4cda-ae19-79d852ef561a" providerId="AD" clId="Web-{B4D42DC2-E47D-A5E4-840E-88CA5023EECA}" dt="2025-01-09T14:26:44.794" v="1446"/>
        <pc:sldMkLst>
          <pc:docMk/>
          <pc:sldMk cId="2390277022" sldId="352"/>
        </pc:sldMkLst>
        <pc:spChg chg="mod">
          <ac:chgData name="Manoj Sundar Ravichandran" userId="S::mravichandran@hof-university.de::453332ee-569c-4cda-ae19-79d852ef561a" providerId="AD" clId="Web-{B4D42DC2-E47D-A5E4-840E-88CA5023EECA}" dt="2025-01-09T12:11:26.404" v="640" actId="20577"/>
          <ac:spMkLst>
            <pc:docMk/>
            <pc:sldMk cId="2390277022" sldId="352"/>
            <ac:spMk id="6" creationId="{200CFD7C-28FF-D499-C8AE-43B5BDA82596}"/>
          </ac:spMkLst>
        </pc:spChg>
        <pc:spChg chg="del">
          <ac:chgData name="Manoj Sundar Ravichandran" userId="S::mravichandran@hof-university.de::453332ee-569c-4cda-ae19-79d852ef561a" providerId="AD" clId="Web-{B4D42DC2-E47D-A5E4-840E-88CA5023EECA}" dt="2025-01-09T12:11:30.123" v="641"/>
          <ac:spMkLst>
            <pc:docMk/>
            <pc:sldMk cId="2390277022" sldId="352"/>
            <ac:spMk id="7" creationId="{90C6B9E0-C2C9-5B30-E3A8-8D95C1064256}"/>
          </ac:spMkLst>
        </pc:spChg>
      </pc:sldChg>
      <pc:sldChg chg="addSp delSp modSp new mod modClrScheme chgLayout">
        <pc:chgData name="Manoj Sundar Ravichandran" userId="S::mravichandran@hof-university.de::453332ee-569c-4cda-ae19-79d852ef561a" providerId="AD" clId="Web-{B4D42DC2-E47D-A5E4-840E-88CA5023EECA}" dt="2025-01-09T14:14:11.005" v="1299" actId="1076"/>
        <pc:sldMkLst>
          <pc:docMk/>
          <pc:sldMk cId="2981404891" sldId="353"/>
        </pc:sldMkLst>
        <pc:spChg chg="del mod ord">
          <ac:chgData name="Manoj Sundar Ravichandran" userId="S::mravichandran@hof-university.de::453332ee-569c-4cda-ae19-79d852ef561a" providerId="AD" clId="Web-{B4D42DC2-E47D-A5E4-840E-88CA5023EECA}" dt="2025-01-09T13:57:54.074" v="1049"/>
          <ac:spMkLst>
            <pc:docMk/>
            <pc:sldMk cId="2981404891" sldId="353"/>
            <ac:spMk id="2" creationId="{C0256435-B4D7-731B-EF85-29EBC2622B2A}"/>
          </ac:spMkLst>
        </pc:spChg>
        <pc:spChg chg="mod">
          <ac:chgData name="Manoj Sundar Ravichandran" userId="S::mravichandran@hof-university.de::453332ee-569c-4cda-ae19-79d852ef561a" providerId="AD" clId="Web-{B4D42DC2-E47D-A5E4-840E-88CA5023EECA}" dt="2025-01-09T13:38:14.879" v="744"/>
          <ac:spMkLst>
            <pc:docMk/>
            <pc:sldMk cId="2981404891" sldId="353"/>
            <ac:spMk id="3" creationId="{55E00165-1D30-B019-BA90-56AFA045C0D0}"/>
          </ac:spMkLst>
        </pc:spChg>
        <pc:spChg chg="del">
          <ac:chgData name="Manoj Sundar Ravichandran" userId="S::mravichandran@hof-university.de::453332ee-569c-4cda-ae19-79d852ef561a" providerId="AD" clId="Web-{B4D42DC2-E47D-A5E4-840E-88CA5023EECA}" dt="2025-01-09T13:38:14.879" v="744"/>
          <ac:spMkLst>
            <pc:docMk/>
            <pc:sldMk cId="2981404891" sldId="353"/>
            <ac:spMk id="4" creationId="{11E3901D-96B8-A845-4BC3-78D95DA7409B}"/>
          </ac:spMkLst>
        </pc:spChg>
        <pc:spChg chg="del">
          <ac:chgData name="Manoj Sundar Ravichandran" userId="S::mravichandran@hof-university.de::453332ee-569c-4cda-ae19-79d852ef561a" providerId="AD" clId="Web-{B4D42DC2-E47D-A5E4-840E-88CA5023EECA}" dt="2025-01-09T13:38:14.879" v="744"/>
          <ac:spMkLst>
            <pc:docMk/>
            <pc:sldMk cId="2981404891" sldId="353"/>
            <ac:spMk id="5" creationId="{2EC1F0AF-3024-8D74-0226-670A61E67225}"/>
          </ac:spMkLst>
        </pc:spChg>
        <pc:spChg chg="mod">
          <ac:chgData name="Manoj Sundar Ravichandran" userId="S::mravichandran@hof-university.de::453332ee-569c-4cda-ae19-79d852ef561a" providerId="AD" clId="Web-{B4D42DC2-E47D-A5E4-840E-88CA5023EECA}" dt="2025-01-09T13:38:14.879" v="744"/>
          <ac:spMkLst>
            <pc:docMk/>
            <pc:sldMk cId="2981404891" sldId="353"/>
            <ac:spMk id="6" creationId="{FD17AAEE-F591-8801-093E-1FDAE66F8CA6}"/>
          </ac:spMkLst>
        </pc:spChg>
        <pc:spChg chg="del">
          <ac:chgData name="Manoj Sundar Ravichandran" userId="S::mravichandran@hof-university.de::453332ee-569c-4cda-ae19-79d852ef561a" providerId="AD" clId="Web-{B4D42DC2-E47D-A5E4-840E-88CA5023EECA}" dt="2025-01-09T13:12:20.782" v="678"/>
          <ac:spMkLst>
            <pc:docMk/>
            <pc:sldMk cId="2981404891" sldId="353"/>
            <ac:spMk id="7" creationId="{1462F5E3-73B9-5213-A12B-FC0173366AB0}"/>
          </ac:spMkLst>
        </pc:spChg>
        <pc:spChg chg="del mod">
          <ac:chgData name="Manoj Sundar Ravichandran" userId="S::mravichandran@hof-university.de::453332ee-569c-4cda-ae19-79d852ef561a" providerId="AD" clId="Web-{B4D42DC2-E47D-A5E4-840E-88CA5023EECA}" dt="2025-01-09T13:38:14.879" v="744"/>
          <ac:spMkLst>
            <pc:docMk/>
            <pc:sldMk cId="2981404891" sldId="353"/>
            <ac:spMk id="8" creationId="{BD096C9E-E9D9-516F-863E-7ED3A023288C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3:38:26.349" v="745"/>
          <ac:spMkLst>
            <pc:docMk/>
            <pc:sldMk cId="2981404891" sldId="353"/>
            <ac:spMk id="14" creationId="{8BA02B84-22B9-282D-2D6E-C68E5D4A1828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3:38:26.349" v="745"/>
          <ac:spMkLst>
            <pc:docMk/>
            <pc:sldMk cId="2981404891" sldId="353"/>
            <ac:spMk id="16" creationId="{1A49ACAC-A9FA-D1B1-EF97-C1831535F529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3:38:26.349" v="745"/>
          <ac:spMkLst>
            <pc:docMk/>
            <pc:sldMk cId="2981404891" sldId="353"/>
            <ac:spMk id="18" creationId="{84094478-7A4E-2293-EF5E-E1257790501C}"/>
          </ac:spMkLst>
        </pc:spChg>
        <pc:spChg chg="add del">
          <ac:chgData name="Manoj Sundar Ravichandran" userId="S::mravichandran@hof-university.de::453332ee-569c-4cda-ae19-79d852ef561a" providerId="AD" clId="Web-{B4D42DC2-E47D-A5E4-840E-88CA5023EECA}" dt="2025-01-09T13:57:56.684" v="1050"/>
          <ac:spMkLst>
            <pc:docMk/>
            <pc:sldMk cId="2981404891" sldId="353"/>
            <ac:spMk id="23" creationId="{63B6831E-7FE8-2799-E3F6-4A02EB5D0485}"/>
          </ac:spMkLst>
        </pc:spChg>
        <pc:spChg chg="add">
          <ac:chgData name="Manoj Sundar Ravichandran" userId="S::mravichandran@hof-university.de::453332ee-569c-4cda-ae19-79d852ef561a" providerId="AD" clId="Web-{B4D42DC2-E47D-A5E4-840E-88CA5023EECA}" dt="2025-01-09T13:38:26.349" v="745"/>
          <ac:spMkLst>
            <pc:docMk/>
            <pc:sldMk cId="2981404891" sldId="353"/>
            <ac:spMk id="25" creationId="{8BE31B65-C0C0-6A7E-106F-425C5F5D3A3F}"/>
          </ac:spMkLst>
        </pc:spChg>
        <pc:spChg chg="add del">
          <ac:chgData name="Manoj Sundar Ravichandran" userId="S::mravichandran@hof-university.de::453332ee-569c-4cda-ae19-79d852ef561a" providerId="AD" clId="Web-{B4D42DC2-E47D-A5E4-840E-88CA5023EECA}" dt="2025-01-09T13:57:49.496" v="1047"/>
          <ac:spMkLst>
            <pc:docMk/>
            <pc:sldMk cId="2981404891" sldId="353"/>
            <ac:spMk id="27" creationId="{C093D618-1ED6-5738-759B-23D5D95C5E00}"/>
          </ac:spMkLst>
        </pc:spChg>
        <pc:spChg chg="add mod">
          <ac:chgData name="Manoj Sundar Ravichandran" userId="S::mravichandran@hof-university.de::453332ee-569c-4cda-ae19-79d852ef561a" providerId="AD" clId="Web-{B4D42DC2-E47D-A5E4-840E-88CA5023EECA}" dt="2025-01-09T14:14:11.005" v="1299" actId="1076"/>
          <ac:spMkLst>
            <pc:docMk/>
            <pc:sldMk cId="2981404891" sldId="353"/>
            <ac:spMk id="52" creationId="{B2C999E1-B86D-2130-AECF-FE649D8C94A3}"/>
          </ac:spMkLst>
        </pc:spChg>
        <pc:graphicFrameChg chg="add mod modGraphic">
          <ac:chgData name="Manoj Sundar Ravichandran" userId="S::mravichandran@hof-university.de::453332ee-569c-4cda-ae19-79d852ef561a" providerId="AD" clId="Web-{B4D42DC2-E47D-A5E4-840E-88CA5023EECA}" dt="2025-01-09T13:38:26.349" v="745"/>
          <ac:graphicFrameMkLst>
            <pc:docMk/>
            <pc:sldMk cId="2981404891" sldId="353"/>
            <ac:graphicFrameMk id="10" creationId="{F9195C9E-EAB1-115B-4139-495041B05EFE}"/>
          </ac:graphicFrameMkLst>
        </pc:graphicFrameChg>
      </pc:sldChg>
      <pc:sldChg chg="addSp delSp modSp new mod ord modClrScheme chgLayout">
        <pc:chgData name="Manoj Sundar Ravichandran" userId="S::mravichandran@hof-university.de::453332ee-569c-4cda-ae19-79d852ef561a" providerId="AD" clId="Web-{B4D42DC2-E47D-A5E4-840E-88CA5023EECA}" dt="2025-01-09T14:17:59.052" v="1356"/>
        <pc:sldMkLst>
          <pc:docMk/>
          <pc:sldMk cId="2137019726" sldId="354"/>
        </pc:sldMkLst>
        <pc:spChg chg="del">
          <ac:chgData name="Manoj Sundar Ravichandran" userId="S::mravichandran@hof-university.de::453332ee-569c-4cda-ae19-79d852ef561a" providerId="AD" clId="Web-{B4D42DC2-E47D-A5E4-840E-88CA5023EECA}" dt="2025-01-09T14:13:05.625" v="1284"/>
          <ac:spMkLst>
            <pc:docMk/>
            <pc:sldMk cId="2137019726" sldId="354"/>
            <ac:spMk id="2" creationId="{4F946404-4299-061A-7AD7-4F171FAF4551}"/>
          </ac:spMkLst>
        </pc:spChg>
        <pc:spChg chg="mod">
          <ac:chgData name="Manoj Sundar Ravichandran" userId="S::mravichandran@hof-university.de::453332ee-569c-4cda-ae19-79d852ef561a" providerId="AD" clId="Web-{B4D42DC2-E47D-A5E4-840E-88CA5023EECA}" dt="2025-01-09T14:15:45.918" v="1313"/>
          <ac:spMkLst>
            <pc:docMk/>
            <pc:sldMk cId="2137019726" sldId="354"/>
            <ac:spMk id="3" creationId="{D8815147-AB22-06A8-A84E-0D4CC6186839}"/>
          </ac:spMkLst>
        </pc:spChg>
        <pc:spChg chg="del">
          <ac:chgData name="Manoj Sundar Ravichandran" userId="S::mravichandran@hof-university.de::453332ee-569c-4cda-ae19-79d852ef561a" providerId="AD" clId="Web-{B4D42DC2-E47D-A5E4-840E-88CA5023EECA}" dt="2025-01-09T14:12:57.093" v="1282"/>
          <ac:spMkLst>
            <pc:docMk/>
            <pc:sldMk cId="2137019726" sldId="354"/>
            <ac:spMk id="4" creationId="{F99B9869-08B3-5A42-6C3B-A4AF761484AB}"/>
          </ac:spMkLst>
        </pc:spChg>
        <pc:spChg chg="del">
          <ac:chgData name="Manoj Sundar Ravichandran" userId="S::mravichandran@hof-university.de::453332ee-569c-4cda-ae19-79d852ef561a" providerId="AD" clId="Web-{B4D42DC2-E47D-A5E4-840E-88CA5023EECA}" dt="2025-01-09T14:13:03.250" v="1283"/>
          <ac:spMkLst>
            <pc:docMk/>
            <pc:sldMk cId="2137019726" sldId="354"/>
            <ac:spMk id="5" creationId="{FBD9A936-1E04-9CEA-2384-8B4CFC8AD82B}"/>
          </ac:spMkLst>
        </pc:spChg>
        <pc:spChg chg="mod ord">
          <ac:chgData name="Manoj Sundar Ravichandran" userId="S::mravichandran@hof-university.de::453332ee-569c-4cda-ae19-79d852ef561a" providerId="AD" clId="Web-{B4D42DC2-E47D-A5E4-840E-88CA5023EECA}" dt="2025-01-09T14:15:57.856" v="1315" actId="1076"/>
          <ac:spMkLst>
            <pc:docMk/>
            <pc:sldMk cId="2137019726" sldId="354"/>
            <ac:spMk id="6" creationId="{6035EDC7-81D2-1B0F-539F-11ADF15F0893}"/>
          </ac:spMkLst>
        </pc:spChg>
        <pc:spChg chg="del">
          <ac:chgData name="Manoj Sundar Ravichandran" userId="S::mravichandran@hof-university.de::453332ee-569c-4cda-ae19-79d852ef561a" providerId="AD" clId="Web-{B4D42DC2-E47D-A5E4-840E-88CA5023EECA}" dt="2025-01-09T14:00:22.132" v="1052"/>
          <ac:spMkLst>
            <pc:docMk/>
            <pc:sldMk cId="2137019726" sldId="354"/>
            <ac:spMk id="7" creationId="{6AD76E5F-BE81-0B87-FD45-18DC6F7D4036}"/>
          </ac:spMkLst>
        </pc:spChg>
        <pc:spChg chg="del mod">
          <ac:chgData name="Manoj Sundar Ravichandran" userId="S::mravichandran@hof-university.de::453332ee-569c-4cda-ae19-79d852ef561a" providerId="AD" clId="Web-{B4D42DC2-E47D-A5E4-840E-88CA5023EECA}" dt="2025-01-09T14:15:45.918" v="1313"/>
          <ac:spMkLst>
            <pc:docMk/>
            <pc:sldMk cId="2137019726" sldId="354"/>
            <ac:spMk id="8" creationId="{4BD8077C-4274-4515-9B85-DDF834E428B8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4:15:15.525" v="1307"/>
          <ac:spMkLst>
            <pc:docMk/>
            <pc:sldMk cId="2137019726" sldId="354"/>
            <ac:spMk id="10" creationId="{EDCE9BEB-0626-B940-62CB-4A59119CB4EF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4:10:48.412" v="1178"/>
          <ac:spMkLst>
            <pc:docMk/>
            <pc:sldMk cId="2137019726" sldId="354"/>
            <ac:spMk id="12" creationId="{E2D91BB0-98FC-C43F-AF20-1C425C98174B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4:15:25.307" v="1310"/>
          <ac:spMkLst>
            <pc:docMk/>
            <pc:sldMk cId="2137019726" sldId="354"/>
            <ac:spMk id="14" creationId="{F7EA4254-3363-85B0-F81D-5BB28DF4D64D}"/>
          </ac:spMkLst>
        </pc:spChg>
        <pc:spChg chg="add mod">
          <ac:chgData name="Manoj Sundar Ravichandran" userId="S::mravichandran@hof-university.de::453332ee-569c-4cda-ae19-79d852ef561a" providerId="AD" clId="Web-{B4D42DC2-E47D-A5E4-840E-88CA5023EECA}" dt="2025-01-09T14:15:45.918" v="1313"/>
          <ac:spMkLst>
            <pc:docMk/>
            <pc:sldMk cId="2137019726" sldId="354"/>
            <ac:spMk id="16" creationId="{7BDD7EBB-46D6-6D72-45F7-1C91C64B072B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4:17:55.349" v="1355"/>
          <ac:spMkLst>
            <pc:docMk/>
            <pc:sldMk cId="2137019726" sldId="354"/>
            <ac:spMk id="22" creationId="{D82239DD-0BB1-2693-8CC1-EBFD5144BE8E}"/>
          </ac:spMkLst>
        </pc:spChg>
        <pc:spChg chg="add mod">
          <ac:chgData name="Manoj Sundar Ravichandran" userId="S::mravichandran@hof-university.de::453332ee-569c-4cda-ae19-79d852ef561a" providerId="AD" clId="Web-{B4D42DC2-E47D-A5E4-840E-88CA5023EECA}" dt="2025-01-09T14:15:51.699" v="1314" actId="1076"/>
          <ac:spMkLst>
            <pc:docMk/>
            <pc:sldMk cId="2137019726" sldId="354"/>
            <ac:spMk id="24" creationId="{C6EC05D1-1815-709E-A4CA-E66CD3BF82F1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4:17:59.052" v="1356"/>
          <ac:spMkLst>
            <pc:docMk/>
            <pc:sldMk cId="2137019726" sldId="354"/>
            <ac:spMk id="26" creationId="{A2502D94-75E4-B01B-6B34-18337863980B}"/>
          </ac:spMkLst>
        </pc:spChg>
        <pc:graphicFrameChg chg="add mod">
          <ac:chgData name="Manoj Sundar Ravichandran" userId="S::mravichandran@hof-university.de::453332ee-569c-4cda-ae19-79d852ef561a" providerId="AD" clId="Web-{B4D42DC2-E47D-A5E4-840E-88CA5023EECA}" dt="2025-01-09T14:15:45.918" v="1313"/>
          <ac:graphicFrameMkLst>
            <pc:docMk/>
            <pc:sldMk cId="2137019726" sldId="354"/>
            <ac:graphicFrameMk id="18" creationId="{83F9E857-D711-BAC4-C623-BA0FCEA03E87}"/>
          </ac:graphicFrameMkLst>
        </pc:graphicFrameChg>
      </pc:sldChg>
      <pc:sldChg chg="new del">
        <pc:chgData name="Manoj Sundar Ravichandran" userId="S::mravichandran@hof-university.de::453332ee-569c-4cda-ae19-79d852ef561a" providerId="AD" clId="Web-{B4D42DC2-E47D-A5E4-840E-88CA5023EECA}" dt="2025-01-09T13:40:08.653" v="747"/>
        <pc:sldMkLst>
          <pc:docMk/>
          <pc:sldMk cId="4236649057" sldId="354"/>
        </pc:sldMkLst>
      </pc:sldChg>
      <pc:sldChg chg="addSp delSp modSp new">
        <pc:chgData name="Manoj Sundar Ravichandran" userId="S::mravichandran@hof-university.de::453332ee-569c-4cda-ae19-79d852ef561a" providerId="AD" clId="Web-{B4D42DC2-E47D-A5E4-840E-88CA5023EECA}" dt="2025-01-09T14:13:59.941" v="1296" actId="1076"/>
        <pc:sldMkLst>
          <pc:docMk/>
          <pc:sldMk cId="3547056694" sldId="355"/>
        </pc:sldMkLst>
        <pc:spChg chg="del">
          <ac:chgData name="Manoj Sundar Ravichandran" userId="S::mravichandran@hof-university.de::453332ee-569c-4cda-ae19-79d852ef561a" providerId="AD" clId="Web-{B4D42DC2-E47D-A5E4-840E-88CA5023EECA}" dt="2025-01-09T13:41:30.096" v="777"/>
          <ac:spMkLst>
            <pc:docMk/>
            <pc:sldMk cId="3547056694" sldId="355"/>
            <ac:spMk id="2" creationId="{24677B30-9452-82D4-8661-E846BEF2D6E5}"/>
          </ac:spMkLst>
        </pc:spChg>
        <pc:spChg chg="del">
          <ac:chgData name="Manoj Sundar Ravichandran" userId="S::mravichandran@hof-university.de::453332ee-569c-4cda-ae19-79d852ef561a" providerId="AD" clId="Web-{B4D42DC2-E47D-A5E4-840E-88CA5023EECA}" dt="2025-01-09T13:41:26.674" v="776"/>
          <ac:spMkLst>
            <pc:docMk/>
            <pc:sldMk cId="3547056694" sldId="355"/>
            <ac:spMk id="4" creationId="{27E253DE-A708-B59B-4201-46450191EA71}"/>
          </ac:spMkLst>
        </pc:spChg>
        <pc:spChg chg="del">
          <ac:chgData name="Manoj Sundar Ravichandran" userId="S::mravichandran@hof-university.de::453332ee-569c-4cda-ae19-79d852ef561a" providerId="AD" clId="Web-{B4D42DC2-E47D-A5E4-840E-88CA5023EECA}" dt="2025-01-09T13:41:18.814" v="775"/>
          <ac:spMkLst>
            <pc:docMk/>
            <pc:sldMk cId="3547056694" sldId="355"/>
            <ac:spMk id="5" creationId="{36B170F6-D703-C3A8-C142-CF55EED5EF6D}"/>
          </ac:spMkLst>
        </pc:spChg>
        <pc:spChg chg="mod">
          <ac:chgData name="Manoj Sundar Ravichandran" userId="S::mravichandran@hof-university.de::453332ee-569c-4cda-ae19-79d852ef561a" providerId="AD" clId="Web-{B4D42DC2-E47D-A5E4-840E-88CA5023EECA}" dt="2025-01-09T13:55:41.330" v="1045" actId="20577"/>
          <ac:spMkLst>
            <pc:docMk/>
            <pc:sldMk cId="3547056694" sldId="355"/>
            <ac:spMk id="6" creationId="{BEBD93C3-0430-C04E-E8ED-126F28E449A7}"/>
          </ac:spMkLst>
        </pc:spChg>
        <pc:spChg chg="del">
          <ac:chgData name="Manoj Sundar Ravichandran" userId="S::mravichandran@hof-university.de::453332ee-569c-4cda-ae19-79d852ef561a" providerId="AD" clId="Web-{B4D42DC2-E47D-A5E4-840E-88CA5023EECA}" dt="2025-01-09T13:41:10.423" v="774"/>
          <ac:spMkLst>
            <pc:docMk/>
            <pc:sldMk cId="3547056694" sldId="355"/>
            <ac:spMk id="7" creationId="{8298EB4D-F6D0-6BF7-0E6F-3240F755E3C9}"/>
          </ac:spMkLst>
        </pc:spChg>
        <pc:spChg chg="mod">
          <ac:chgData name="Manoj Sundar Ravichandran" userId="S::mravichandran@hof-university.de::453332ee-569c-4cda-ae19-79d852ef561a" providerId="AD" clId="Web-{B4D42DC2-E47D-A5E4-840E-88CA5023EECA}" dt="2025-01-09T13:55:04.281" v="1044" actId="20577"/>
          <ac:spMkLst>
            <pc:docMk/>
            <pc:sldMk cId="3547056694" sldId="355"/>
            <ac:spMk id="8" creationId="{52CA9C4D-538A-6A1B-8BA7-9C26F21BFA25}"/>
          </ac:spMkLst>
        </pc:spChg>
        <pc:spChg chg="add mod">
          <ac:chgData name="Manoj Sundar Ravichandran" userId="S::mravichandran@hof-university.de::453332ee-569c-4cda-ae19-79d852ef561a" providerId="AD" clId="Web-{B4D42DC2-E47D-A5E4-840E-88CA5023EECA}" dt="2025-01-09T13:55:46.846" v="1046" actId="20577"/>
          <ac:spMkLst>
            <pc:docMk/>
            <pc:sldMk cId="3547056694" sldId="355"/>
            <ac:spMk id="10" creationId="{A14DD383-69C3-1134-E78D-B26ABC5A7C78}"/>
          </ac:spMkLst>
        </pc:spChg>
        <pc:spChg chg="add mod">
          <ac:chgData name="Manoj Sundar Ravichandran" userId="S::mravichandran@hof-university.de::453332ee-569c-4cda-ae19-79d852ef561a" providerId="AD" clId="Web-{B4D42DC2-E47D-A5E4-840E-88CA5023EECA}" dt="2025-01-09T13:54:58.968" v="1043" actId="20577"/>
          <ac:spMkLst>
            <pc:docMk/>
            <pc:sldMk cId="3547056694" sldId="355"/>
            <ac:spMk id="12" creationId="{6664534E-AA5E-0DFE-516C-5705A456FD17}"/>
          </ac:spMkLst>
        </pc:spChg>
        <pc:spChg chg="add mod">
          <ac:chgData name="Manoj Sundar Ravichandran" userId="S::mravichandran@hof-university.de::453332ee-569c-4cda-ae19-79d852ef561a" providerId="AD" clId="Web-{B4D42DC2-E47D-A5E4-840E-88CA5023EECA}" dt="2025-01-09T14:13:59.941" v="1296" actId="1076"/>
          <ac:spMkLst>
            <pc:docMk/>
            <pc:sldMk cId="3547056694" sldId="355"/>
            <ac:spMk id="14" creationId="{843EC383-805F-3B8F-EF58-5A20DE9454DA}"/>
          </ac:spMkLst>
        </pc:spChg>
      </pc:sldChg>
      <pc:sldChg chg="add del replId">
        <pc:chgData name="Manoj Sundar Ravichandran" userId="S::mravichandran@hof-university.de::453332ee-569c-4cda-ae19-79d852ef561a" providerId="AD" clId="Web-{B4D42DC2-E47D-A5E4-840E-88CA5023EECA}" dt="2025-01-09T14:13:31.861" v="1289"/>
        <pc:sldMkLst>
          <pc:docMk/>
          <pc:sldMk cId="1642898521" sldId="356"/>
        </pc:sldMkLst>
      </pc:sldChg>
      <pc:sldChg chg="add del replId">
        <pc:chgData name="Manoj Sundar Ravichandran" userId="S::mravichandran@hof-university.de::453332ee-569c-4cda-ae19-79d852ef561a" providerId="AD" clId="Web-{B4D42DC2-E47D-A5E4-840E-88CA5023EECA}" dt="2025-01-09T14:13:37.721" v="1291"/>
        <pc:sldMkLst>
          <pc:docMk/>
          <pc:sldMk cId="2789731856" sldId="356"/>
        </pc:sldMkLst>
      </pc:sldChg>
      <pc:sldChg chg="addSp delSp modSp new">
        <pc:chgData name="Manoj Sundar Ravichandran" userId="S::mravichandran@hof-university.de::453332ee-569c-4cda-ae19-79d852ef561a" providerId="AD" clId="Web-{B4D42DC2-E47D-A5E4-840E-88CA5023EECA}" dt="2025-01-09T14:18:06.412" v="1357"/>
        <pc:sldMkLst>
          <pc:docMk/>
          <pc:sldMk cId="3340897761" sldId="356"/>
        </pc:sldMkLst>
        <pc:spChg chg="del mod">
          <ac:chgData name="Manoj Sundar Ravichandran" userId="S::mravichandran@hof-university.de::453332ee-569c-4cda-ae19-79d852ef561a" providerId="AD" clId="Web-{B4D42DC2-E47D-A5E4-840E-88CA5023EECA}" dt="2025-01-09T14:17:50.958" v="1354"/>
          <ac:spMkLst>
            <pc:docMk/>
            <pc:sldMk cId="3340897761" sldId="356"/>
            <ac:spMk id="2" creationId="{67FDE69B-8C01-DC65-B35A-91D342ECF84D}"/>
          </ac:spMkLst>
        </pc:spChg>
        <pc:spChg chg="del">
          <ac:chgData name="Manoj Sundar Ravichandran" userId="S::mravichandran@hof-university.de::453332ee-569c-4cda-ae19-79d852ef561a" providerId="AD" clId="Web-{B4D42DC2-E47D-A5E4-840E-88CA5023EECA}" dt="2025-01-09T14:17:44.864" v="1352"/>
          <ac:spMkLst>
            <pc:docMk/>
            <pc:sldMk cId="3340897761" sldId="356"/>
            <ac:spMk id="4" creationId="{4F08A5F9-E50E-12C2-5D77-B4883E1F4297}"/>
          </ac:spMkLst>
        </pc:spChg>
        <pc:spChg chg="del">
          <ac:chgData name="Manoj Sundar Ravichandran" userId="S::mravichandran@hof-university.de::453332ee-569c-4cda-ae19-79d852ef561a" providerId="AD" clId="Web-{B4D42DC2-E47D-A5E4-840E-88CA5023EECA}" dt="2025-01-09T14:17:39.379" v="1351"/>
          <ac:spMkLst>
            <pc:docMk/>
            <pc:sldMk cId="3340897761" sldId="356"/>
            <ac:spMk id="5" creationId="{F609B790-4D90-1DB2-B404-BDFE1B40B7D1}"/>
          </ac:spMkLst>
        </pc:spChg>
        <pc:spChg chg="del">
          <ac:chgData name="Manoj Sundar Ravichandran" userId="S::mravichandran@hof-university.de::453332ee-569c-4cda-ae19-79d852ef561a" providerId="AD" clId="Web-{B4D42DC2-E47D-A5E4-840E-88CA5023EECA}" dt="2025-01-09T14:15:03.415" v="1304"/>
          <ac:spMkLst>
            <pc:docMk/>
            <pc:sldMk cId="3340897761" sldId="356"/>
            <ac:spMk id="6" creationId="{B45870B6-BA11-7772-146C-6917F6D04251}"/>
          </ac:spMkLst>
        </pc:spChg>
        <pc:spChg chg="del">
          <ac:chgData name="Manoj Sundar Ravichandran" userId="S::mravichandran@hof-university.de::453332ee-569c-4cda-ae19-79d852ef561a" providerId="AD" clId="Web-{B4D42DC2-E47D-A5E4-840E-88CA5023EECA}" dt="2025-01-09T14:15:07.384" v="1305"/>
          <ac:spMkLst>
            <pc:docMk/>
            <pc:sldMk cId="3340897761" sldId="356"/>
            <ac:spMk id="7" creationId="{58330E4E-A58B-7D91-2224-1F1E860C96A8}"/>
          </ac:spMkLst>
        </pc:spChg>
        <pc:spChg chg="del">
          <ac:chgData name="Manoj Sundar Ravichandran" userId="S::mravichandran@hof-university.de::453332ee-569c-4cda-ae19-79d852ef561a" providerId="AD" clId="Web-{B4D42DC2-E47D-A5E4-840E-88CA5023EECA}" dt="2025-01-09T14:15:08.462" v="1306"/>
          <ac:spMkLst>
            <pc:docMk/>
            <pc:sldMk cId="3340897761" sldId="356"/>
            <ac:spMk id="8" creationId="{3A1DB18B-D2FB-497C-A3AA-BB16DCEC9946}"/>
          </ac:spMkLst>
        </pc:spChg>
        <pc:spChg chg="add mod">
          <ac:chgData name="Manoj Sundar Ravichandran" userId="S::mravichandran@hof-university.de::453332ee-569c-4cda-ae19-79d852ef561a" providerId="AD" clId="Web-{B4D42DC2-E47D-A5E4-840E-88CA5023EECA}" dt="2025-01-09T14:15:22.478" v="1309" actId="1076"/>
          <ac:spMkLst>
            <pc:docMk/>
            <pc:sldMk cId="3340897761" sldId="356"/>
            <ac:spMk id="9" creationId="{EDCE9BEB-0626-B940-62CB-4A59119CB4EF}"/>
          </ac:spMkLst>
        </pc:spChg>
        <pc:spChg chg="add mod">
          <ac:chgData name="Manoj Sundar Ravichandran" userId="S::mravichandran@hof-university.de::453332ee-569c-4cda-ae19-79d852ef561a" providerId="AD" clId="Web-{B4D42DC2-E47D-A5E4-840E-88CA5023EECA}" dt="2025-01-09T14:16:48.985" v="1325" actId="20577"/>
          <ac:spMkLst>
            <pc:docMk/>
            <pc:sldMk cId="3340897761" sldId="356"/>
            <ac:spMk id="10" creationId="{F7EA4254-3363-85B0-F81D-5BB28DF4D64D}"/>
          </ac:spMkLst>
        </pc:spChg>
        <pc:spChg chg="add mod">
          <ac:chgData name="Manoj Sundar Ravichandran" userId="S::mravichandran@hof-university.de::453332ee-569c-4cda-ae19-79d852ef561a" providerId="AD" clId="Web-{B4D42DC2-E47D-A5E4-840E-88CA5023EECA}" dt="2025-01-09T14:16:24.186" v="1320" actId="20577"/>
          <ac:spMkLst>
            <pc:docMk/>
            <pc:sldMk cId="3340897761" sldId="356"/>
            <ac:spMk id="11" creationId="{CFEDAE08-DFE7-2CA9-F984-2C86865DBFF8}"/>
          </ac:spMkLst>
        </pc:spChg>
        <pc:spChg chg="add mod">
          <ac:chgData name="Manoj Sundar Ravichandran" userId="S::mravichandran@hof-university.de::453332ee-569c-4cda-ae19-79d852ef561a" providerId="AD" clId="Web-{B4D42DC2-E47D-A5E4-840E-88CA5023EECA}" dt="2025-01-09T14:17:37.785" v="1350" actId="20577"/>
          <ac:spMkLst>
            <pc:docMk/>
            <pc:sldMk cId="3340897761" sldId="356"/>
            <ac:spMk id="12" creationId="{4AED961A-833A-17C2-98CB-8A1B9AEC28EA}"/>
          </ac:spMkLst>
        </pc:spChg>
        <pc:spChg chg="add mod">
          <ac:chgData name="Manoj Sundar Ravichandran" userId="S::mravichandran@hof-university.de::453332ee-569c-4cda-ae19-79d852ef561a" providerId="AD" clId="Web-{B4D42DC2-E47D-A5E4-840E-88CA5023EECA}" dt="2025-01-09T14:18:06.412" v="1357"/>
          <ac:spMkLst>
            <pc:docMk/>
            <pc:sldMk cId="3340897761" sldId="356"/>
            <ac:spMk id="14" creationId="{27DDB5A6-7EE0-8F5E-A76F-89AC5D072FE3}"/>
          </ac:spMkLst>
        </pc:spChg>
      </pc:sldChg>
      <pc:sldChg chg="addSp delSp modSp new mod modClrScheme chgLayout">
        <pc:chgData name="Manoj Sundar Ravichandran" userId="S::mravichandran@hof-university.de::453332ee-569c-4cda-ae19-79d852ef561a" providerId="AD" clId="Web-{B4D42DC2-E47D-A5E4-840E-88CA5023EECA}" dt="2025-01-09T14:26:14.151" v="1445"/>
        <pc:sldMkLst>
          <pc:docMk/>
          <pc:sldMk cId="1086539103" sldId="357"/>
        </pc:sldMkLst>
        <pc:spChg chg="del mod ord">
          <ac:chgData name="Manoj Sundar Ravichandran" userId="S::mravichandran@hof-university.de::453332ee-569c-4cda-ae19-79d852ef561a" providerId="AD" clId="Web-{B4D42DC2-E47D-A5E4-840E-88CA5023EECA}" dt="2025-01-09T14:22:30.713" v="1438"/>
          <ac:spMkLst>
            <pc:docMk/>
            <pc:sldMk cId="1086539103" sldId="357"/>
            <ac:spMk id="2" creationId="{F75E6E10-19E0-1334-DB17-3E1234098BD9}"/>
          </ac:spMkLst>
        </pc:spChg>
        <pc:spChg chg="mod ord">
          <ac:chgData name="Manoj Sundar Ravichandran" userId="S::mravichandran@hof-university.de::453332ee-569c-4cda-ae19-79d852ef561a" providerId="AD" clId="Web-{B4D42DC2-E47D-A5E4-840E-88CA5023EECA}" dt="2025-01-09T14:23:04.090" v="1442"/>
          <ac:spMkLst>
            <pc:docMk/>
            <pc:sldMk cId="1086539103" sldId="357"/>
            <ac:spMk id="3" creationId="{10DC46CA-BA64-2B3A-98EB-D97C52F6CB8B}"/>
          </ac:spMkLst>
        </pc:spChg>
        <pc:spChg chg="add del">
          <ac:chgData name="Manoj Sundar Ravichandran" userId="S::mravichandran@hof-university.de::453332ee-569c-4cda-ae19-79d852ef561a" providerId="AD" clId="Web-{B4D42DC2-E47D-A5E4-840E-88CA5023EECA}" dt="2025-01-09T14:22:26.650" v="1437"/>
          <ac:spMkLst>
            <pc:docMk/>
            <pc:sldMk cId="1086539103" sldId="357"/>
            <ac:spMk id="4" creationId="{392D4444-9417-53DA-AD63-2A8DF176D434}"/>
          </ac:spMkLst>
        </pc:spChg>
        <pc:spChg chg="add del">
          <ac:chgData name="Manoj Sundar Ravichandran" userId="S::mravichandran@hof-university.de::453332ee-569c-4cda-ae19-79d852ef561a" providerId="AD" clId="Web-{B4D42DC2-E47D-A5E4-840E-88CA5023EECA}" dt="2025-01-09T14:22:23.837" v="1436"/>
          <ac:spMkLst>
            <pc:docMk/>
            <pc:sldMk cId="1086539103" sldId="357"/>
            <ac:spMk id="5" creationId="{E67DA0CE-36EE-7E4D-46D7-658E6829AD88}"/>
          </ac:spMkLst>
        </pc:spChg>
        <pc:spChg chg="mod">
          <ac:chgData name="Manoj Sundar Ravichandran" userId="S::mravichandran@hof-university.de::453332ee-569c-4cda-ae19-79d852ef561a" providerId="AD" clId="Web-{B4D42DC2-E47D-A5E4-840E-88CA5023EECA}" dt="2025-01-09T14:23:04.090" v="1442"/>
          <ac:spMkLst>
            <pc:docMk/>
            <pc:sldMk cId="1086539103" sldId="357"/>
            <ac:spMk id="6" creationId="{6DA535D1-AE9D-6537-4B24-62F0326B9B59}"/>
          </ac:spMkLst>
        </pc:spChg>
        <pc:spChg chg="del">
          <ac:chgData name="Manoj Sundar Ravichandran" userId="S::mravichandran@hof-university.de::453332ee-569c-4cda-ae19-79d852ef561a" providerId="AD" clId="Web-{B4D42DC2-E47D-A5E4-840E-88CA5023EECA}" dt="2025-01-09T14:19:47.310" v="1389"/>
          <ac:spMkLst>
            <pc:docMk/>
            <pc:sldMk cId="1086539103" sldId="357"/>
            <ac:spMk id="7" creationId="{65DC8F1B-853F-9D8D-2DE2-55A4F70D5A53}"/>
          </ac:spMkLst>
        </pc:spChg>
        <pc:spChg chg="del mod ord">
          <ac:chgData name="Manoj Sundar Ravichandran" userId="S::mravichandran@hof-university.de::453332ee-569c-4cda-ae19-79d852ef561a" providerId="AD" clId="Web-{B4D42DC2-E47D-A5E4-840E-88CA5023EECA}" dt="2025-01-09T14:23:04.090" v="1442"/>
          <ac:spMkLst>
            <pc:docMk/>
            <pc:sldMk cId="1086539103" sldId="357"/>
            <ac:spMk id="8" creationId="{F630C940-C10F-1B82-62BB-215FD3BBFCE5}"/>
          </ac:spMkLst>
        </pc:spChg>
        <pc:spChg chg="add mod ord">
          <ac:chgData name="Manoj Sundar Ravichandran" userId="S::mravichandran@hof-university.de::453332ee-569c-4cda-ae19-79d852ef561a" providerId="AD" clId="Web-{B4D42DC2-E47D-A5E4-840E-88CA5023EECA}" dt="2025-01-09T14:23:04.090" v="1442"/>
          <ac:spMkLst>
            <pc:docMk/>
            <pc:sldMk cId="1086539103" sldId="357"/>
            <ac:spMk id="11" creationId="{737B98CC-D27A-A73B-E032-08A418B92716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4:22:14.385" v="1435"/>
          <ac:spMkLst>
            <pc:docMk/>
            <pc:sldMk cId="1086539103" sldId="357"/>
            <ac:spMk id="14" creationId="{5E287688-FB9F-4B6E-569B-0D1036A98D6F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4:22:14.385" v="1435"/>
          <ac:spMkLst>
            <pc:docMk/>
            <pc:sldMk cId="1086539103" sldId="357"/>
            <ac:spMk id="16" creationId="{87001A29-1BFC-8110-0BEC-911DAB110C5E}"/>
          </ac:spMkLst>
        </pc:spChg>
        <pc:spChg chg="add del">
          <ac:chgData name="Manoj Sundar Ravichandran" userId="S::mravichandran@hof-university.de::453332ee-569c-4cda-ae19-79d852ef561a" providerId="AD" clId="Web-{B4D42DC2-E47D-A5E4-840E-88CA5023EECA}" dt="2025-01-09T14:26:14.151" v="1445"/>
          <ac:spMkLst>
            <pc:docMk/>
            <pc:sldMk cId="1086539103" sldId="357"/>
            <ac:spMk id="17" creationId="{96106035-00DB-70BF-3B28-1BC2EA3F648C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4:22:14.385" v="1435"/>
          <ac:spMkLst>
            <pc:docMk/>
            <pc:sldMk cId="1086539103" sldId="357"/>
            <ac:spMk id="18" creationId="{EE88F698-979B-9370-DA0C-8BF138404857}"/>
          </ac:spMkLst>
        </pc:spChg>
        <pc:spChg chg="add del">
          <ac:chgData name="Manoj Sundar Ravichandran" userId="S::mravichandran@hof-university.de::453332ee-569c-4cda-ae19-79d852ef561a" providerId="AD" clId="Web-{B4D42DC2-E47D-A5E4-840E-88CA5023EECA}" dt="2025-01-09T14:23:11.294" v="1444"/>
          <ac:spMkLst>
            <pc:docMk/>
            <pc:sldMk cId="1086539103" sldId="357"/>
            <ac:spMk id="19" creationId="{52AFA6A4-54F5-9CC4-8F52-98DFFA20201B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4:22:14.385" v="1435"/>
          <ac:spMkLst>
            <pc:docMk/>
            <pc:sldMk cId="1086539103" sldId="357"/>
            <ac:spMk id="20" creationId="{BAEC930F-7AC6-3E59-11E2-9C72343E767D}"/>
          </ac:spMkLst>
        </pc:spChg>
        <pc:spChg chg="add del">
          <ac:chgData name="Manoj Sundar Ravichandran" userId="S::mravichandran@hof-university.de::453332ee-569c-4cda-ae19-79d852ef561a" providerId="AD" clId="Web-{B4D42DC2-E47D-A5E4-840E-88CA5023EECA}" dt="2025-01-09T14:23:08.715" v="1443"/>
          <ac:spMkLst>
            <pc:docMk/>
            <pc:sldMk cId="1086539103" sldId="357"/>
            <ac:spMk id="21" creationId="{BA50E444-B07C-E3D6-64C2-4CBAEAAC24D6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4:22:06.899" v="1433"/>
          <ac:spMkLst>
            <pc:docMk/>
            <pc:sldMk cId="1086539103" sldId="357"/>
            <ac:spMk id="29" creationId="{BE11180E-7CE7-974D-CA83-09A0DF518DFF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4:22:06.899" v="1433"/>
          <ac:spMkLst>
            <pc:docMk/>
            <pc:sldMk cId="1086539103" sldId="357"/>
            <ac:spMk id="31" creationId="{DCFB5041-AC9D-5F9C-ED1E-BAAD9254C3B2}"/>
          </ac:spMkLst>
        </pc:spChg>
        <pc:spChg chg="add del mod">
          <ac:chgData name="Manoj Sundar Ravichandran" userId="S::mravichandran@hof-university.de::453332ee-569c-4cda-ae19-79d852ef561a" providerId="AD" clId="Web-{B4D42DC2-E47D-A5E4-840E-88CA5023EECA}" dt="2025-01-09T14:22:06.899" v="1433"/>
          <ac:spMkLst>
            <pc:docMk/>
            <pc:sldMk cId="1086539103" sldId="357"/>
            <ac:spMk id="33" creationId="{A6FFFA09-885C-C4A8-8B3D-08D3DEF8C386}"/>
          </ac:spMkLst>
        </pc:spChg>
        <pc:graphicFrameChg chg="add">
          <ac:chgData name="Manoj Sundar Ravichandran" userId="S::mravichandran@hof-university.de::453332ee-569c-4cda-ae19-79d852ef561a" providerId="AD" clId="Web-{B4D42DC2-E47D-A5E4-840E-88CA5023EECA}" dt="2025-01-09T14:23:04.090" v="1442"/>
          <ac:graphicFrameMkLst>
            <pc:docMk/>
            <pc:sldMk cId="1086539103" sldId="357"/>
            <ac:graphicFrameMk id="13" creationId="{A38963D7-5FD7-022E-2EF9-655CFA923ED1}"/>
          </ac:graphicFrameMkLst>
        </pc:graphicFrameChg>
        <pc:picChg chg="add del">
          <ac:chgData name="Manoj Sundar Ravichandran" userId="S::mravichandran@hof-university.de::453332ee-569c-4cda-ae19-79d852ef561a" providerId="AD" clId="Web-{B4D42DC2-E47D-A5E4-840E-88CA5023EECA}" dt="2025-01-09T14:22:13.024" v="1434"/>
          <ac:picMkLst>
            <pc:docMk/>
            <pc:sldMk cId="1086539103" sldId="357"/>
            <ac:picMk id="10" creationId="{B8BBF527-441C-A083-1F92-4EB34E7B126A}"/>
          </ac:picMkLst>
        </pc:picChg>
      </pc:sldChg>
    </pc:docChg>
  </pc:docChgLst>
  <pc:docChgLst>
    <pc:chgData name="Manoj Sundar Ravichandran" userId="S::mravichandran@hof-university.de::453332ee-569c-4cda-ae19-79d852ef561a" providerId="AD" clId="Web-{E3949DA3-B66A-35B3-A102-854FEB6AA5FC}"/>
    <pc:docChg chg="modSld">
      <pc:chgData name="Manoj Sundar Ravichandran" userId="S::mravichandran@hof-university.de::453332ee-569c-4cda-ae19-79d852ef561a" providerId="AD" clId="Web-{E3949DA3-B66A-35B3-A102-854FEB6AA5FC}" dt="2024-04-22T18:15:53.465" v="68" actId="20577"/>
      <pc:docMkLst>
        <pc:docMk/>
      </pc:docMkLst>
      <pc:sldChg chg="modSp">
        <pc:chgData name="Manoj Sundar Ravichandran" userId="S::mravichandran@hof-university.de::453332ee-569c-4cda-ae19-79d852ef561a" providerId="AD" clId="Web-{E3949DA3-B66A-35B3-A102-854FEB6AA5FC}" dt="2024-04-22T18:04:17.454" v="10" actId="20577"/>
        <pc:sldMkLst>
          <pc:docMk/>
          <pc:sldMk cId="979090327" sldId="276"/>
        </pc:sldMkLst>
        <pc:spChg chg="mod">
          <ac:chgData name="Manoj Sundar Ravichandran" userId="S::mravichandran@hof-university.de::453332ee-569c-4cda-ae19-79d852ef561a" providerId="AD" clId="Web-{E3949DA3-B66A-35B3-A102-854FEB6AA5FC}" dt="2024-04-22T18:04:17.454" v="10" actId="20577"/>
          <ac:spMkLst>
            <pc:docMk/>
            <pc:sldMk cId="979090327" sldId="276"/>
            <ac:spMk id="4" creationId="{4220DD06-2962-3614-EBAF-2CC7C9A3EEBF}"/>
          </ac:spMkLst>
        </pc:spChg>
      </pc:sldChg>
      <pc:sldChg chg="modSp">
        <pc:chgData name="Manoj Sundar Ravichandran" userId="S::mravichandran@hof-university.de::453332ee-569c-4cda-ae19-79d852ef561a" providerId="AD" clId="Web-{E3949DA3-B66A-35B3-A102-854FEB6AA5FC}" dt="2024-04-22T18:05:00.222" v="24" actId="20577"/>
        <pc:sldMkLst>
          <pc:docMk/>
          <pc:sldMk cId="1397383095" sldId="277"/>
        </pc:sldMkLst>
        <pc:spChg chg="mod">
          <ac:chgData name="Manoj Sundar Ravichandran" userId="S::mravichandran@hof-university.de::453332ee-569c-4cda-ae19-79d852ef561a" providerId="AD" clId="Web-{E3949DA3-B66A-35B3-A102-854FEB6AA5FC}" dt="2024-04-22T18:05:00.222" v="24" actId="20577"/>
          <ac:spMkLst>
            <pc:docMk/>
            <pc:sldMk cId="1397383095" sldId="277"/>
            <ac:spMk id="2" creationId="{A62A9A09-9E55-0671-5EBF-A66FCC3C696A}"/>
          </ac:spMkLst>
        </pc:spChg>
      </pc:sldChg>
      <pc:sldChg chg="addSp delSp modSp">
        <pc:chgData name="Manoj Sundar Ravichandran" userId="S::mravichandran@hof-university.de::453332ee-569c-4cda-ae19-79d852ef561a" providerId="AD" clId="Web-{E3949DA3-B66A-35B3-A102-854FEB6AA5FC}" dt="2024-04-22T18:15:53.465" v="68" actId="20577"/>
        <pc:sldMkLst>
          <pc:docMk/>
          <pc:sldMk cId="3079740182" sldId="280"/>
        </pc:sldMkLst>
        <pc:spChg chg="add del mod">
          <ac:chgData name="Manoj Sundar Ravichandran" userId="S::mravichandran@hof-university.de::453332ee-569c-4cda-ae19-79d852ef561a" providerId="AD" clId="Web-{E3949DA3-B66A-35B3-A102-854FEB6AA5FC}" dt="2024-04-22T18:15:50.137" v="53"/>
          <ac:spMkLst>
            <pc:docMk/>
            <pc:sldMk cId="3079740182" sldId="280"/>
            <ac:spMk id="6" creationId="{404F2F9C-5396-DD6C-9E5D-BF75E4726825}"/>
          </ac:spMkLst>
        </pc:spChg>
        <pc:spChg chg="add del mod">
          <ac:chgData name="Manoj Sundar Ravichandran" userId="S::mravichandran@hof-university.de::453332ee-569c-4cda-ae19-79d852ef561a" providerId="AD" clId="Web-{E3949DA3-B66A-35B3-A102-854FEB6AA5FC}" dt="2024-04-22T18:15:53.465" v="68" actId="20577"/>
          <ac:spMkLst>
            <pc:docMk/>
            <pc:sldMk cId="3079740182" sldId="280"/>
            <ac:spMk id="18" creationId="{D0E590BC-CCED-E714-8261-F3598DBFB294}"/>
          </ac:spMkLst>
        </pc:spChg>
      </pc:sldChg>
      <pc:sldChg chg="modSp">
        <pc:chgData name="Manoj Sundar Ravichandran" userId="S::mravichandran@hof-university.de::453332ee-569c-4cda-ae19-79d852ef561a" providerId="AD" clId="Web-{E3949DA3-B66A-35B3-A102-854FEB6AA5FC}" dt="2024-04-22T18:04:39.987" v="17" actId="20577"/>
        <pc:sldMkLst>
          <pc:docMk/>
          <pc:sldMk cId="2460515594" sldId="281"/>
        </pc:sldMkLst>
        <pc:spChg chg="mod">
          <ac:chgData name="Manoj Sundar Ravichandran" userId="S::mravichandran@hof-university.de::453332ee-569c-4cda-ae19-79d852ef561a" providerId="AD" clId="Web-{E3949DA3-B66A-35B3-A102-854FEB6AA5FC}" dt="2024-04-22T18:04:39.987" v="17" actId="20577"/>
          <ac:spMkLst>
            <pc:docMk/>
            <pc:sldMk cId="2460515594" sldId="281"/>
            <ac:spMk id="4" creationId="{ED7B752B-182B-E608-218D-09D1BBAD23A6}"/>
          </ac:spMkLst>
        </pc:spChg>
      </pc:sldChg>
      <pc:sldChg chg="modSp">
        <pc:chgData name="Manoj Sundar Ravichandran" userId="S::mravichandran@hof-university.de::453332ee-569c-4cda-ae19-79d852ef561a" providerId="AD" clId="Web-{E3949DA3-B66A-35B3-A102-854FEB6AA5FC}" dt="2024-04-22T18:12:01.253" v="36" actId="20577"/>
        <pc:sldMkLst>
          <pc:docMk/>
          <pc:sldMk cId="2935229500" sldId="295"/>
        </pc:sldMkLst>
        <pc:spChg chg="mod">
          <ac:chgData name="Manoj Sundar Ravichandran" userId="S::mravichandran@hof-university.de::453332ee-569c-4cda-ae19-79d852ef561a" providerId="AD" clId="Web-{E3949DA3-B66A-35B3-A102-854FEB6AA5FC}" dt="2024-04-22T18:12:01.253" v="36" actId="20577"/>
          <ac:spMkLst>
            <pc:docMk/>
            <pc:sldMk cId="2935229500" sldId="295"/>
            <ac:spMk id="5" creationId="{95D4C84F-2FD7-C8A9-8B1A-E701D7D67900}"/>
          </ac:spMkLst>
        </pc:spChg>
      </pc:sldChg>
    </pc:docChg>
  </pc:docChgLst>
  <pc:docChgLst>
    <pc:chgData name="Manoj Sundar Ravichandran" userId="S::mravichandran@hof-university.de::453332ee-569c-4cda-ae19-79d852ef561a" providerId="AD" clId="Web-{F5329DCC-AA3E-13CD-1D86-13A083E2DC3A}"/>
    <pc:docChg chg="addSld modSld">
      <pc:chgData name="Manoj Sundar Ravichandran" userId="S::mravichandran@hof-university.de::453332ee-569c-4cda-ae19-79d852ef561a" providerId="AD" clId="Web-{F5329DCC-AA3E-13CD-1D86-13A083E2DC3A}" dt="2024-05-23T11:12:28.939" v="31" actId="20577"/>
      <pc:docMkLst>
        <pc:docMk/>
      </pc:docMkLst>
      <pc:sldChg chg="delSp modSp">
        <pc:chgData name="Manoj Sundar Ravichandran" userId="S::mravichandran@hof-university.de::453332ee-569c-4cda-ae19-79d852ef561a" providerId="AD" clId="Web-{F5329DCC-AA3E-13CD-1D86-13A083E2DC3A}" dt="2024-05-23T11:12:28.939" v="31" actId="20577"/>
        <pc:sldMkLst>
          <pc:docMk/>
          <pc:sldMk cId="2265045271" sldId="272"/>
        </pc:sldMkLst>
        <pc:spChg chg="mod">
          <ac:chgData name="Manoj Sundar Ravichandran" userId="S::mravichandran@hof-university.de::453332ee-569c-4cda-ae19-79d852ef561a" providerId="AD" clId="Web-{F5329DCC-AA3E-13CD-1D86-13A083E2DC3A}" dt="2024-05-23T11:12:28.939" v="31" actId="20577"/>
          <ac:spMkLst>
            <pc:docMk/>
            <pc:sldMk cId="2265045271" sldId="272"/>
            <ac:spMk id="3" creationId="{7D7CE20B-22FB-5030-9099-17B9B77641BC}"/>
          </ac:spMkLst>
        </pc:spChg>
        <pc:picChg chg="del">
          <ac:chgData name="Manoj Sundar Ravichandran" userId="S::mravichandran@hof-university.de::453332ee-569c-4cda-ae19-79d852ef561a" providerId="AD" clId="Web-{F5329DCC-AA3E-13CD-1D86-13A083E2DC3A}" dt="2024-05-23T11:12:16.439" v="1"/>
          <ac:picMkLst>
            <pc:docMk/>
            <pc:sldMk cId="2265045271" sldId="272"/>
            <ac:picMk id="4" creationId="{424E743D-EB97-272B-3ACB-6F8C27230816}"/>
          </ac:picMkLst>
        </pc:picChg>
      </pc:sldChg>
      <pc:sldChg chg="new">
        <pc:chgData name="Manoj Sundar Ravichandran" userId="S::mravichandran@hof-university.de::453332ee-569c-4cda-ae19-79d852ef561a" providerId="AD" clId="Web-{F5329DCC-AA3E-13CD-1D86-13A083E2DC3A}" dt="2024-05-23T11:12:03.738" v="0"/>
        <pc:sldMkLst>
          <pc:docMk/>
          <pc:sldMk cId="4261157552" sldId="296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3AA293-9F2B-4A9F-BF47-E9E6A3F2C0D7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294205-19A1-4B6B-BE14-390022126C7B}">
      <dgm:prSet/>
      <dgm:spPr/>
      <dgm:t>
        <a:bodyPr/>
        <a:lstStyle/>
        <a:p>
          <a:pPr rtl="0"/>
          <a:r>
            <a:rPr lang="en-US" dirty="0">
              <a:latin typeface="Arial"/>
            </a:rPr>
            <a:t>Stock Price</a:t>
          </a:r>
          <a:r>
            <a:rPr lang="en-US" dirty="0"/>
            <a:t>?</a:t>
          </a:r>
        </a:p>
      </dgm:t>
    </dgm:pt>
    <dgm:pt modelId="{656CED80-8BB8-46D1-9A41-9AB82CA93909}" type="parTrans" cxnId="{F5DEC7AF-CB28-4159-90D7-4BFF80AE23C4}">
      <dgm:prSet/>
      <dgm:spPr/>
      <dgm:t>
        <a:bodyPr/>
        <a:lstStyle/>
        <a:p>
          <a:endParaRPr lang="en-US"/>
        </a:p>
      </dgm:t>
    </dgm:pt>
    <dgm:pt modelId="{CFE554BB-81DC-48FC-9F0D-EB15B9DB12B8}" type="sibTrans" cxnId="{F5DEC7AF-CB28-4159-90D7-4BFF80AE23C4}">
      <dgm:prSet/>
      <dgm:spPr/>
      <dgm:t>
        <a:bodyPr/>
        <a:lstStyle/>
        <a:p>
          <a:endParaRPr lang="en-US"/>
        </a:p>
      </dgm:t>
    </dgm:pt>
    <dgm:pt modelId="{2FCD8C71-2660-44DB-A2DA-D90C53D3FE1F}">
      <dgm:prSet phldr="0"/>
      <dgm:spPr/>
      <dgm:t>
        <a:bodyPr/>
        <a:lstStyle/>
        <a:p>
          <a:pPr rtl="0"/>
          <a:r>
            <a:rPr lang="en-US" dirty="0">
              <a:latin typeface="Arial"/>
            </a:rPr>
            <a:t>Bank Stock Price Impact Country Economy </a:t>
          </a:r>
          <a:endParaRPr lang="en-US" dirty="0"/>
        </a:p>
      </dgm:t>
    </dgm:pt>
    <dgm:pt modelId="{C84FAFAB-A452-48DC-A2A1-04E209130C93}" type="parTrans" cxnId="{84C55C81-B03A-4FA7-96BC-A9E752A0C13D}">
      <dgm:prSet/>
      <dgm:spPr/>
      <dgm:t>
        <a:bodyPr/>
        <a:lstStyle/>
        <a:p>
          <a:endParaRPr lang="en-US"/>
        </a:p>
      </dgm:t>
    </dgm:pt>
    <dgm:pt modelId="{ACBA38DE-CAB5-462B-B1FE-39A0364D0551}" type="sibTrans" cxnId="{84C55C81-B03A-4FA7-96BC-A9E752A0C13D}">
      <dgm:prSet/>
      <dgm:spPr/>
      <dgm:t>
        <a:bodyPr/>
        <a:lstStyle/>
        <a:p>
          <a:endParaRPr lang="en-US"/>
        </a:p>
      </dgm:t>
    </dgm:pt>
    <dgm:pt modelId="{DF3E261D-F0E1-466A-9B89-0A4373BA349E}">
      <dgm:prSet phldr="0"/>
      <dgm:spPr/>
      <dgm:t>
        <a:bodyPr/>
        <a:lstStyle/>
        <a:p>
          <a:pPr rtl="0"/>
          <a:r>
            <a:rPr lang="en-US" dirty="0">
              <a:latin typeface="Arial"/>
            </a:rPr>
            <a:t>Our Mission and Motivaiton</a:t>
          </a:r>
          <a:endParaRPr lang="en-US" dirty="0"/>
        </a:p>
      </dgm:t>
    </dgm:pt>
    <dgm:pt modelId="{0EDBFF90-5554-43FE-BB07-08DB9FE121D1}" type="parTrans" cxnId="{4680BBD5-1593-41EC-B067-ED43FEE2599A}">
      <dgm:prSet/>
      <dgm:spPr/>
      <dgm:t>
        <a:bodyPr/>
        <a:lstStyle/>
        <a:p>
          <a:endParaRPr lang="en-US"/>
        </a:p>
      </dgm:t>
    </dgm:pt>
    <dgm:pt modelId="{9B541C8B-4688-455C-A684-19B1778C84DE}" type="sibTrans" cxnId="{4680BBD5-1593-41EC-B067-ED43FEE2599A}">
      <dgm:prSet/>
      <dgm:spPr/>
      <dgm:t>
        <a:bodyPr/>
        <a:lstStyle/>
        <a:p>
          <a:endParaRPr lang="en-US"/>
        </a:p>
      </dgm:t>
    </dgm:pt>
    <dgm:pt modelId="{5A0455B0-9149-41A9-840D-06777B279BF3}">
      <dgm:prSet phldr="0"/>
      <dgm:spPr/>
      <dgm:t>
        <a:bodyPr/>
        <a:lstStyle/>
        <a:p>
          <a:pPr rtl="0"/>
          <a:r>
            <a:rPr lang="en-US" dirty="0">
              <a:latin typeface="Arial"/>
            </a:rPr>
            <a:t>Why Deutsche Bank ?</a:t>
          </a:r>
          <a:endParaRPr lang="en-US" dirty="0"/>
        </a:p>
      </dgm:t>
    </dgm:pt>
    <dgm:pt modelId="{7AEE4B46-6CB3-4A3E-A6B3-39BDEEE80E7E}" type="parTrans" cxnId="{3BDABB55-FA91-4E53-A53B-33FC0E23EF6D}">
      <dgm:prSet/>
      <dgm:spPr/>
      <dgm:t>
        <a:bodyPr/>
        <a:lstStyle/>
        <a:p>
          <a:endParaRPr lang="en-US"/>
        </a:p>
      </dgm:t>
    </dgm:pt>
    <dgm:pt modelId="{6961D409-6CF7-4ADA-A2FD-17FB4E3B7DDA}" type="sibTrans" cxnId="{3BDABB55-FA91-4E53-A53B-33FC0E23EF6D}">
      <dgm:prSet/>
      <dgm:spPr/>
      <dgm:t>
        <a:bodyPr/>
        <a:lstStyle/>
        <a:p>
          <a:endParaRPr lang="en-US"/>
        </a:p>
      </dgm:t>
    </dgm:pt>
    <dgm:pt modelId="{6D5368C6-DA2D-4A4C-8CA0-19E860605713}">
      <dgm:prSet phldr="0"/>
      <dgm:spPr/>
      <dgm:t>
        <a:bodyPr/>
        <a:lstStyle/>
        <a:p>
          <a:r>
            <a:rPr lang="en-US" dirty="0">
              <a:latin typeface="Arial"/>
            </a:rPr>
            <a:t>Dataset</a:t>
          </a:r>
          <a:endParaRPr lang="en-US" dirty="0"/>
        </a:p>
      </dgm:t>
    </dgm:pt>
    <dgm:pt modelId="{5CCE14CB-C2FB-45AB-B8DD-7E9E3A9E85AD}" type="parTrans" cxnId="{AD350E07-5C00-4FB0-A9ED-CF2F141FE4F6}">
      <dgm:prSet/>
      <dgm:spPr/>
      <dgm:t>
        <a:bodyPr/>
        <a:lstStyle/>
        <a:p>
          <a:endParaRPr lang="en-US"/>
        </a:p>
      </dgm:t>
    </dgm:pt>
    <dgm:pt modelId="{0B27AD22-0AAB-4351-B160-64943C90FCA7}" type="sibTrans" cxnId="{AD350E07-5C00-4FB0-A9ED-CF2F141FE4F6}">
      <dgm:prSet/>
      <dgm:spPr/>
      <dgm:t>
        <a:bodyPr/>
        <a:lstStyle/>
        <a:p>
          <a:endParaRPr lang="en-US"/>
        </a:p>
      </dgm:t>
    </dgm:pt>
    <dgm:pt modelId="{2E753F3D-C0E7-49F4-BA98-70ACE0DC728E}">
      <dgm:prSet phldr="0"/>
      <dgm:spPr/>
      <dgm:t>
        <a:bodyPr/>
        <a:lstStyle/>
        <a:p>
          <a:pPr rtl="0"/>
          <a:r>
            <a:rPr lang="en-US" dirty="0">
              <a:latin typeface="Arial"/>
            </a:rPr>
            <a:t>Exploratory Data Analysis(EDA)</a:t>
          </a:r>
        </a:p>
      </dgm:t>
    </dgm:pt>
    <dgm:pt modelId="{39E27B6B-1944-4893-A04B-E567751BC09B}" type="parTrans" cxnId="{A11FB04B-CD58-42C7-8286-5243C342F621}">
      <dgm:prSet/>
      <dgm:spPr/>
    </dgm:pt>
    <dgm:pt modelId="{2A6C272A-5BA3-46E8-9A8B-41A0A7EE9246}" type="sibTrans" cxnId="{A11FB04B-CD58-42C7-8286-5243C342F621}">
      <dgm:prSet/>
      <dgm:spPr/>
    </dgm:pt>
    <dgm:pt modelId="{DA8C6ACB-D404-4DE5-BD64-5C47BA5C3C3A}">
      <dgm:prSet phldr="0"/>
      <dgm:spPr/>
      <dgm:t>
        <a:bodyPr/>
        <a:lstStyle/>
        <a:p>
          <a:pPr rtl="0"/>
          <a:r>
            <a:rPr lang="en-US" dirty="0">
              <a:latin typeface="Arial"/>
            </a:rPr>
            <a:t>Data Preprocessing</a:t>
          </a:r>
        </a:p>
      </dgm:t>
    </dgm:pt>
    <dgm:pt modelId="{6AB61686-F791-42DD-A4B9-E80D1BBD57B1}" type="parTrans" cxnId="{311FCEBA-7587-45AD-9DE5-0314E7EA4A07}">
      <dgm:prSet/>
      <dgm:spPr/>
    </dgm:pt>
    <dgm:pt modelId="{DC143644-494E-4731-8FAB-653DAF5DC621}" type="sibTrans" cxnId="{311FCEBA-7587-45AD-9DE5-0314E7EA4A07}">
      <dgm:prSet/>
      <dgm:spPr/>
    </dgm:pt>
    <dgm:pt modelId="{D2358654-D4D2-4693-AEBC-4206B635D171}">
      <dgm:prSet phldr="0"/>
      <dgm:spPr/>
      <dgm:t>
        <a:bodyPr/>
        <a:lstStyle/>
        <a:p>
          <a:pPr rtl="0"/>
          <a:r>
            <a:rPr lang="en-US" dirty="0">
              <a:latin typeface="Arial"/>
            </a:rPr>
            <a:t>Model-1 Results and Evaluation Metrices</a:t>
          </a:r>
        </a:p>
      </dgm:t>
    </dgm:pt>
    <dgm:pt modelId="{73DD083B-2039-4939-B2A9-FF6B19E47310}" type="parTrans" cxnId="{82D59C23-12A8-4835-9A32-E50461DF844E}">
      <dgm:prSet/>
      <dgm:spPr/>
    </dgm:pt>
    <dgm:pt modelId="{8E7E6575-0D93-4111-92B3-52151EBF0A34}" type="sibTrans" cxnId="{82D59C23-12A8-4835-9A32-E50461DF844E}">
      <dgm:prSet/>
      <dgm:spPr/>
    </dgm:pt>
    <dgm:pt modelId="{1C15197C-8CA2-4F00-8171-C72A31967506}">
      <dgm:prSet phldr="0"/>
      <dgm:spPr/>
      <dgm:t>
        <a:bodyPr/>
        <a:lstStyle/>
        <a:p>
          <a:pPr rtl="0"/>
          <a:r>
            <a:rPr lang="en-US" dirty="0">
              <a:latin typeface="Arial"/>
            </a:rPr>
            <a:t>Model-2 Results and Evaluation Metrices </a:t>
          </a:r>
          <a:endParaRPr lang="en-GB" dirty="0"/>
        </a:p>
      </dgm:t>
    </dgm:pt>
    <dgm:pt modelId="{F34D1EBA-EDD9-4914-B565-2C929370E035}" type="parTrans" cxnId="{79205C0E-8F06-4255-B2EB-E1C61194A8E6}">
      <dgm:prSet/>
      <dgm:spPr/>
    </dgm:pt>
    <dgm:pt modelId="{07428677-3C15-4175-9B27-2C422094F0E4}" type="sibTrans" cxnId="{79205C0E-8F06-4255-B2EB-E1C61194A8E6}">
      <dgm:prSet/>
      <dgm:spPr/>
    </dgm:pt>
    <dgm:pt modelId="{CEF8A7F2-E4D0-4A40-8B82-6D052E595574}">
      <dgm:prSet phldr="0"/>
      <dgm:spPr/>
      <dgm:t>
        <a:bodyPr/>
        <a:lstStyle/>
        <a:p>
          <a:pPr rtl="0"/>
          <a:r>
            <a:rPr lang="en-US" dirty="0">
              <a:latin typeface="Arial"/>
            </a:rPr>
            <a:t>Performance justification </a:t>
          </a:r>
        </a:p>
      </dgm:t>
    </dgm:pt>
    <dgm:pt modelId="{E90BA10F-73D7-47EC-9A35-6A74EAA3AA72}" type="parTrans" cxnId="{2C13C627-7F88-4C5B-A7AB-3692D5B9BE4E}">
      <dgm:prSet/>
      <dgm:spPr/>
    </dgm:pt>
    <dgm:pt modelId="{496D8EBF-AEA3-4110-A6F6-B032A863EBEC}" type="sibTrans" cxnId="{2C13C627-7F88-4C5B-A7AB-3692D5B9BE4E}">
      <dgm:prSet/>
      <dgm:spPr/>
    </dgm:pt>
    <dgm:pt modelId="{B513E64C-E2FD-4680-B5DD-2EA940A9F21D}">
      <dgm:prSet phldr="0"/>
      <dgm:spPr/>
      <dgm:t>
        <a:bodyPr/>
        <a:lstStyle/>
        <a:p>
          <a:pPr rtl="0"/>
          <a:r>
            <a:rPr lang="en-US" dirty="0">
              <a:latin typeface="Arial"/>
            </a:rPr>
            <a:t>Hybrid Model </a:t>
          </a:r>
        </a:p>
      </dgm:t>
    </dgm:pt>
    <dgm:pt modelId="{D3BCE9A6-35CC-47E4-8C7B-704CB043514A}" type="parTrans" cxnId="{E2A3C0BC-6282-417A-BC9C-4F89C32F0448}">
      <dgm:prSet/>
      <dgm:spPr/>
    </dgm:pt>
    <dgm:pt modelId="{129A5E56-AFC5-4FBC-BBFF-B69C0E22E3CA}" type="sibTrans" cxnId="{E2A3C0BC-6282-417A-BC9C-4F89C32F0448}">
      <dgm:prSet/>
      <dgm:spPr/>
    </dgm:pt>
    <dgm:pt modelId="{D029D212-FD5B-4C97-BE39-CD3F88CD5BA5}">
      <dgm:prSet phldr="0"/>
      <dgm:spPr/>
      <dgm:t>
        <a:bodyPr/>
        <a:lstStyle/>
        <a:p>
          <a:r>
            <a:rPr lang="en-US" dirty="0">
              <a:solidFill>
                <a:srgbClr val="000000"/>
              </a:solidFill>
              <a:latin typeface="Arial"/>
              <a:ea typeface="Calibri"/>
              <a:cs typeface="Calibri"/>
            </a:rPr>
            <a:t>Challenges </a:t>
          </a:r>
          <a:endParaRPr lang="en-US" dirty="0">
            <a:latin typeface="Arial"/>
          </a:endParaRPr>
        </a:p>
      </dgm:t>
    </dgm:pt>
    <dgm:pt modelId="{D14915E7-1C54-49F0-9C36-AAC9E513E215}" type="parTrans" cxnId="{285014DA-8149-4812-BBE2-BC9D35467574}">
      <dgm:prSet/>
      <dgm:spPr/>
    </dgm:pt>
    <dgm:pt modelId="{79D84626-D034-43C1-BEBD-ABC4B14084F8}" type="sibTrans" cxnId="{285014DA-8149-4812-BBE2-BC9D35467574}">
      <dgm:prSet/>
      <dgm:spPr/>
    </dgm:pt>
    <dgm:pt modelId="{02FB6BFE-53B8-4534-8C12-A7E374D7858A}" type="pres">
      <dgm:prSet presAssocID="{B73AA293-9F2B-4A9F-BF47-E9E6A3F2C0D7}" presName="vert0" presStyleCnt="0">
        <dgm:presLayoutVars>
          <dgm:dir/>
          <dgm:animOne val="branch"/>
          <dgm:animLvl val="lvl"/>
        </dgm:presLayoutVars>
      </dgm:prSet>
      <dgm:spPr/>
    </dgm:pt>
    <dgm:pt modelId="{C7F807BD-043E-422C-A556-E6E8AC2A61D1}" type="pres">
      <dgm:prSet presAssocID="{1E294205-19A1-4B6B-BE14-390022126C7B}" presName="thickLine" presStyleLbl="alignNode1" presStyleIdx="0" presStyleCnt="12"/>
      <dgm:spPr/>
    </dgm:pt>
    <dgm:pt modelId="{9A8D17A2-DD9D-499C-AB07-4E4AC54EBB1C}" type="pres">
      <dgm:prSet presAssocID="{1E294205-19A1-4B6B-BE14-390022126C7B}" presName="horz1" presStyleCnt="0"/>
      <dgm:spPr/>
    </dgm:pt>
    <dgm:pt modelId="{7A97170C-0CD1-40FC-8F7B-E8B8283CDFEA}" type="pres">
      <dgm:prSet presAssocID="{1E294205-19A1-4B6B-BE14-390022126C7B}" presName="tx1" presStyleLbl="revTx" presStyleIdx="0" presStyleCnt="12"/>
      <dgm:spPr/>
    </dgm:pt>
    <dgm:pt modelId="{9B6AE9FD-8B77-4721-8A93-A66B4C22F45F}" type="pres">
      <dgm:prSet presAssocID="{1E294205-19A1-4B6B-BE14-390022126C7B}" presName="vert1" presStyleCnt="0"/>
      <dgm:spPr/>
    </dgm:pt>
    <dgm:pt modelId="{43B7DA48-63AC-46E1-BCEE-2BBDC73B8CA4}" type="pres">
      <dgm:prSet presAssocID="{2FCD8C71-2660-44DB-A2DA-D90C53D3FE1F}" presName="thickLine" presStyleLbl="alignNode1" presStyleIdx="1" presStyleCnt="12"/>
      <dgm:spPr/>
    </dgm:pt>
    <dgm:pt modelId="{DF72CDD3-D6E1-489C-8A19-BD97CD86D303}" type="pres">
      <dgm:prSet presAssocID="{2FCD8C71-2660-44DB-A2DA-D90C53D3FE1F}" presName="horz1" presStyleCnt="0"/>
      <dgm:spPr/>
    </dgm:pt>
    <dgm:pt modelId="{E42522A4-0177-44C3-BC25-B300440FE4B1}" type="pres">
      <dgm:prSet presAssocID="{2FCD8C71-2660-44DB-A2DA-D90C53D3FE1F}" presName="tx1" presStyleLbl="revTx" presStyleIdx="1" presStyleCnt="12"/>
      <dgm:spPr/>
    </dgm:pt>
    <dgm:pt modelId="{270CDEB3-313B-4FDA-AEF2-4C01CAF915AC}" type="pres">
      <dgm:prSet presAssocID="{2FCD8C71-2660-44DB-A2DA-D90C53D3FE1F}" presName="vert1" presStyleCnt="0"/>
      <dgm:spPr/>
    </dgm:pt>
    <dgm:pt modelId="{DFDF39FA-5F21-4361-AB2D-B475CE9FFF8C}" type="pres">
      <dgm:prSet presAssocID="{DF3E261D-F0E1-466A-9B89-0A4373BA349E}" presName="thickLine" presStyleLbl="alignNode1" presStyleIdx="2" presStyleCnt="12"/>
      <dgm:spPr/>
    </dgm:pt>
    <dgm:pt modelId="{76B5C0C2-6794-4714-B59E-323814936E55}" type="pres">
      <dgm:prSet presAssocID="{DF3E261D-F0E1-466A-9B89-0A4373BA349E}" presName="horz1" presStyleCnt="0"/>
      <dgm:spPr/>
    </dgm:pt>
    <dgm:pt modelId="{91D74226-F14B-4381-BB05-70036931FE1C}" type="pres">
      <dgm:prSet presAssocID="{DF3E261D-F0E1-466A-9B89-0A4373BA349E}" presName="tx1" presStyleLbl="revTx" presStyleIdx="2" presStyleCnt="12"/>
      <dgm:spPr/>
    </dgm:pt>
    <dgm:pt modelId="{C02FF34A-1722-4CF5-A374-29997E2D7266}" type="pres">
      <dgm:prSet presAssocID="{DF3E261D-F0E1-466A-9B89-0A4373BA349E}" presName="vert1" presStyleCnt="0"/>
      <dgm:spPr/>
    </dgm:pt>
    <dgm:pt modelId="{02D4663B-D2DD-43F9-93BF-A54964696F62}" type="pres">
      <dgm:prSet presAssocID="{5A0455B0-9149-41A9-840D-06777B279BF3}" presName="thickLine" presStyleLbl="alignNode1" presStyleIdx="3" presStyleCnt="12"/>
      <dgm:spPr/>
    </dgm:pt>
    <dgm:pt modelId="{6F9EF166-6792-4192-BEE3-DF25321B089B}" type="pres">
      <dgm:prSet presAssocID="{5A0455B0-9149-41A9-840D-06777B279BF3}" presName="horz1" presStyleCnt="0"/>
      <dgm:spPr/>
    </dgm:pt>
    <dgm:pt modelId="{D0D4EB60-FC09-4FAA-AC86-ACE6B4BF7C78}" type="pres">
      <dgm:prSet presAssocID="{5A0455B0-9149-41A9-840D-06777B279BF3}" presName="tx1" presStyleLbl="revTx" presStyleIdx="3" presStyleCnt="12"/>
      <dgm:spPr/>
    </dgm:pt>
    <dgm:pt modelId="{33D9A342-739B-4D1B-9965-917266866547}" type="pres">
      <dgm:prSet presAssocID="{5A0455B0-9149-41A9-840D-06777B279BF3}" presName="vert1" presStyleCnt="0"/>
      <dgm:spPr/>
    </dgm:pt>
    <dgm:pt modelId="{C2B56FD7-4ADF-452B-ACD0-AD2A055756A3}" type="pres">
      <dgm:prSet presAssocID="{6D5368C6-DA2D-4A4C-8CA0-19E860605713}" presName="thickLine" presStyleLbl="alignNode1" presStyleIdx="4" presStyleCnt="12"/>
      <dgm:spPr/>
    </dgm:pt>
    <dgm:pt modelId="{C48292C7-1E87-44AC-A0BB-78510DE2D903}" type="pres">
      <dgm:prSet presAssocID="{6D5368C6-DA2D-4A4C-8CA0-19E860605713}" presName="horz1" presStyleCnt="0"/>
      <dgm:spPr/>
    </dgm:pt>
    <dgm:pt modelId="{E760B082-E471-4D71-95BA-236823BAED80}" type="pres">
      <dgm:prSet presAssocID="{6D5368C6-DA2D-4A4C-8CA0-19E860605713}" presName="tx1" presStyleLbl="revTx" presStyleIdx="4" presStyleCnt="12"/>
      <dgm:spPr/>
    </dgm:pt>
    <dgm:pt modelId="{5970F770-C947-4D4B-BAD6-229347B50375}" type="pres">
      <dgm:prSet presAssocID="{6D5368C6-DA2D-4A4C-8CA0-19E860605713}" presName="vert1" presStyleCnt="0"/>
      <dgm:spPr/>
    </dgm:pt>
    <dgm:pt modelId="{E5FA69D5-EDDB-4B54-905B-C78F73356DEC}" type="pres">
      <dgm:prSet presAssocID="{2E753F3D-C0E7-49F4-BA98-70ACE0DC728E}" presName="thickLine" presStyleLbl="alignNode1" presStyleIdx="5" presStyleCnt="12"/>
      <dgm:spPr/>
    </dgm:pt>
    <dgm:pt modelId="{4DABD0CF-F1A0-4870-A626-0B39D6D69F54}" type="pres">
      <dgm:prSet presAssocID="{2E753F3D-C0E7-49F4-BA98-70ACE0DC728E}" presName="horz1" presStyleCnt="0"/>
      <dgm:spPr/>
    </dgm:pt>
    <dgm:pt modelId="{6CEB502F-C85A-4671-98EB-D7C7B95C10E8}" type="pres">
      <dgm:prSet presAssocID="{2E753F3D-C0E7-49F4-BA98-70ACE0DC728E}" presName="tx1" presStyleLbl="revTx" presStyleIdx="5" presStyleCnt="12"/>
      <dgm:spPr/>
    </dgm:pt>
    <dgm:pt modelId="{C1B92ED9-08D9-49E1-AB2A-BBB9F4E8F735}" type="pres">
      <dgm:prSet presAssocID="{2E753F3D-C0E7-49F4-BA98-70ACE0DC728E}" presName="vert1" presStyleCnt="0"/>
      <dgm:spPr/>
    </dgm:pt>
    <dgm:pt modelId="{A7EFC6C7-AF3E-485C-BE74-C702ED22F0A0}" type="pres">
      <dgm:prSet presAssocID="{DA8C6ACB-D404-4DE5-BD64-5C47BA5C3C3A}" presName="thickLine" presStyleLbl="alignNode1" presStyleIdx="6" presStyleCnt="12"/>
      <dgm:spPr/>
    </dgm:pt>
    <dgm:pt modelId="{20CCDC46-2592-4262-8847-E371AF59457F}" type="pres">
      <dgm:prSet presAssocID="{DA8C6ACB-D404-4DE5-BD64-5C47BA5C3C3A}" presName="horz1" presStyleCnt="0"/>
      <dgm:spPr/>
    </dgm:pt>
    <dgm:pt modelId="{1010F701-9FB4-400A-9467-5CAF8D228A8C}" type="pres">
      <dgm:prSet presAssocID="{DA8C6ACB-D404-4DE5-BD64-5C47BA5C3C3A}" presName="tx1" presStyleLbl="revTx" presStyleIdx="6" presStyleCnt="12"/>
      <dgm:spPr/>
    </dgm:pt>
    <dgm:pt modelId="{26384089-81F6-4648-90F3-C6C984AB26F2}" type="pres">
      <dgm:prSet presAssocID="{DA8C6ACB-D404-4DE5-BD64-5C47BA5C3C3A}" presName="vert1" presStyleCnt="0"/>
      <dgm:spPr/>
    </dgm:pt>
    <dgm:pt modelId="{D0E8D7D1-DAF6-4992-BB9D-D89427BEE2D5}" type="pres">
      <dgm:prSet presAssocID="{D2358654-D4D2-4693-AEBC-4206B635D171}" presName="thickLine" presStyleLbl="alignNode1" presStyleIdx="7" presStyleCnt="12"/>
      <dgm:spPr/>
    </dgm:pt>
    <dgm:pt modelId="{9FEB7D38-90D7-4513-901C-3BCC43C6551C}" type="pres">
      <dgm:prSet presAssocID="{D2358654-D4D2-4693-AEBC-4206B635D171}" presName="horz1" presStyleCnt="0"/>
      <dgm:spPr/>
    </dgm:pt>
    <dgm:pt modelId="{5F14F417-01BC-4508-80AA-6E2927B1E06B}" type="pres">
      <dgm:prSet presAssocID="{D2358654-D4D2-4693-AEBC-4206B635D171}" presName="tx1" presStyleLbl="revTx" presStyleIdx="7" presStyleCnt="12"/>
      <dgm:spPr/>
    </dgm:pt>
    <dgm:pt modelId="{FCCB3B46-97CB-473A-9443-509771C780DB}" type="pres">
      <dgm:prSet presAssocID="{D2358654-D4D2-4693-AEBC-4206B635D171}" presName="vert1" presStyleCnt="0"/>
      <dgm:spPr/>
    </dgm:pt>
    <dgm:pt modelId="{A661FE83-252A-46B5-9661-0D8D2E5AF042}" type="pres">
      <dgm:prSet presAssocID="{1C15197C-8CA2-4F00-8171-C72A31967506}" presName="thickLine" presStyleLbl="alignNode1" presStyleIdx="8" presStyleCnt="12"/>
      <dgm:spPr/>
    </dgm:pt>
    <dgm:pt modelId="{F314DBA9-B9C0-44B3-8196-EB804A1A3FFA}" type="pres">
      <dgm:prSet presAssocID="{1C15197C-8CA2-4F00-8171-C72A31967506}" presName="horz1" presStyleCnt="0"/>
      <dgm:spPr/>
    </dgm:pt>
    <dgm:pt modelId="{84B236DF-2B4B-4EC6-B654-C3AA13083ED1}" type="pres">
      <dgm:prSet presAssocID="{1C15197C-8CA2-4F00-8171-C72A31967506}" presName="tx1" presStyleLbl="revTx" presStyleIdx="8" presStyleCnt="12"/>
      <dgm:spPr/>
    </dgm:pt>
    <dgm:pt modelId="{58FFAD69-3A54-4A00-89F6-62F0D320DF34}" type="pres">
      <dgm:prSet presAssocID="{1C15197C-8CA2-4F00-8171-C72A31967506}" presName="vert1" presStyleCnt="0"/>
      <dgm:spPr/>
    </dgm:pt>
    <dgm:pt modelId="{33FD9F03-DFCF-46D5-B762-A61F253FE983}" type="pres">
      <dgm:prSet presAssocID="{CEF8A7F2-E4D0-4A40-8B82-6D052E595574}" presName="thickLine" presStyleLbl="alignNode1" presStyleIdx="9" presStyleCnt="12"/>
      <dgm:spPr/>
    </dgm:pt>
    <dgm:pt modelId="{184F6344-B9E7-4ECC-AE6D-A155CE4332DA}" type="pres">
      <dgm:prSet presAssocID="{CEF8A7F2-E4D0-4A40-8B82-6D052E595574}" presName="horz1" presStyleCnt="0"/>
      <dgm:spPr/>
    </dgm:pt>
    <dgm:pt modelId="{11B506B9-6884-4C93-AED0-F9DDBD61A786}" type="pres">
      <dgm:prSet presAssocID="{CEF8A7F2-E4D0-4A40-8B82-6D052E595574}" presName="tx1" presStyleLbl="revTx" presStyleIdx="9" presStyleCnt="12"/>
      <dgm:spPr/>
    </dgm:pt>
    <dgm:pt modelId="{4B7C7124-54FC-415E-8849-550165A1A76B}" type="pres">
      <dgm:prSet presAssocID="{CEF8A7F2-E4D0-4A40-8B82-6D052E595574}" presName="vert1" presStyleCnt="0"/>
      <dgm:spPr/>
    </dgm:pt>
    <dgm:pt modelId="{5482E8BA-CCC6-40B1-A49D-D98B03E75889}" type="pres">
      <dgm:prSet presAssocID="{B513E64C-E2FD-4680-B5DD-2EA940A9F21D}" presName="thickLine" presStyleLbl="alignNode1" presStyleIdx="10" presStyleCnt="12"/>
      <dgm:spPr/>
    </dgm:pt>
    <dgm:pt modelId="{31F1839C-18CB-4B11-B158-0D5338FDCC9F}" type="pres">
      <dgm:prSet presAssocID="{B513E64C-E2FD-4680-B5DD-2EA940A9F21D}" presName="horz1" presStyleCnt="0"/>
      <dgm:spPr/>
    </dgm:pt>
    <dgm:pt modelId="{075768A3-1EF9-48A5-83E7-6408C027E628}" type="pres">
      <dgm:prSet presAssocID="{B513E64C-E2FD-4680-B5DD-2EA940A9F21D}" presName="tx1" presStyleLbl="revTx" presStyleIdx="10" presStyleCnt="12"/>
      <dgm:spPr/>
    </dgm:pt>
    <dgm:pt modelId="{2A8C2E1E-8596-4AA9-8019-81EC0D7B5684}" type="pres">
      <dgm:prSet presAssocID="{B513E64C-E2FD-4680-B5DD-2EA940A9F21D}" presName="vert1" presStyleCnt="0"/>
      <dgm:spPr/>
    </dgm:pt>
    <dgm:pt modelId="{F1955119-2C8A-4475-9FFD-26DD63E1F3C4}" type="pres">
      <dgm:prSet presAssocID="{D029D212-FD5B-4C97-BE39-CD3F88CD5BA5}" presName="thickLine" presStyleLbl="alignNode1" presStyleIdx="11" presStyleCnt="12"/>
      <dgm:spPr/>
    </dgm:pt>
    <dgm:pt modelId="{F09EDBBD-4AEB-4281-A396-0EBD22A749EF}" type="pres">
      <dgm:prSet presAssocID="{D029D212-FD5B-4C97-BE39-CD3F88CD5BA5}" presName="horz1" presStyleCnt="0"/>
      <dgm:spPr/>
    </dgm:pt>
    <dgm:pt modelId="{8C542A79-3335-4D25-91DF-D2638B94820A}" type="pres">
      <dgm:prSet presAssocID="{D029D212-FD5B-4C97-BE39-CD3F88CD5BA5}" presName="tx1" presStyleLbl="revTx" presStyleIdx="11" presStyleCnt="12"/>
      <dgm:spPr/>
    </dgm:pt>
    <dgm:pt modelId="{D3541D9B-B6F3-4D88-BE37-AD72251349C5}" type="pres">
      <dgm:prSet presAssocID="{D029D212-FD5B-4C97-BE39-CD3F88CD5BA5}" presName="vert1" presStyleCnt="0"/>
      <dgm:spPr/>
    </dgm:pt>
  </dgm:ptLst>
  <dgm:cxnLst>
    <dgm:cxn modelId="{BE89A002-F984-4F6F-BDA9-053C39612466}" type="presOf" srcId="{2E753F3D-C0E7-49F4-BA98-70ACE0DC728E}" destId="{6CEB502F-C85A-4671-98EB-D7C7B95C10E8}" srcOrd="0" destOrd="0" presId="urn:microsoft.com/office/officeart/2008/layout/LinedList"/>
    <dgm:cxn modelId="{AD350E07-5C00-4FB0-A9ED-CF2F141FE4F6}" srcId="{B73AA293-9F2B-4A9F-BF47-E9E6A3F2C0D7}" destId="{6D5368C6-DA2D-4A4C-8CA0-19E860605713}" srcOrd="4" destOrd="0" parTransId="{5CCE14CB-C2FB-45AB-B8DD-7E9E3A9E85AD}" sibTransId="{0B27AD22-0AAB-4351-B160-64943C90FCA7}"/>
    <dgm:cxn modelId="{79205C0E-8F06-4255-B2EB-E1C61194A8E6}" srcId="{B73AA293-9F2B-4A9F-BF47-E9E6A3F2C0D7}" destId="{1C15197C-8CA2-4F00-8171-C72A31967506}" srcOrd="8" destOrd="0" parTransId="{F34D1EBA-EDD9-4914-B565-2C929370E035}" sibTransId="{07428677-3C15-4175-9B27-2C422094F0E4}"/>
    <dgm:cxn modelId="{D8A32010-8D4C-4DF4-B066-55C2660DE05B}" type="presOf" srcId="{DA8C6ACB-D404-4DE5-BD64-5C47BA5C3C3A}" destId="{1010F701-9FB4-400A-9467-5CAF8D228A8C}" srcOrd="0" destOrd="0" presId="urn:microsoft.com/office/officeart/2008/layout/LinedList"/>
    <dgm:cxn modelId="{CB5A8E1A-E641-4092-B32C-67F874E6BDA4}" type="presOf" srcId="{5A0455B0-9149-41A9-840D-06777B279BF3}" destId="{D0D4EB60-FC09-4FAA-AC86-ACE6B4BF7C78}" srcOrd="0" destOrd="0" presId="urn:microsoft.com/office/officeart/2008/layout/LinedList"/>
    <dgm:cxn modelId="{82D59C23-12A8-4835-9A32-E50461DF844E}" srcId="{B73AA293-9F2B-4A9F-BF47-E9E6A3F2C0D7}" destId="{D2358654-D4D2-4693-AEBC-4206B635D171}" srcOrd="7" destOrd="0" parTransId="{73DD083B-2039-4939-B2A9-FF6B19E47310}" sibTransId="{8E7E6575-0D93-4111-92B3-52151EBF0A34}"/>
    <dgm:cxn modelId="{0CF36027-BDA5-482C-A290-17F4700CD6E9}" type="presOf" srcId="{DF3E261D-F0E1-466A-9B89-0A4373BA349E}" destId="{91D74226-F14B-4381-BB05-70036931FE1C}" srcOrd="0" destOrd="0" presId="urn:microsoft.com/office/officeart/2008/layout/LinedList"/>
    <dgm:cxn modelId="{2C13C627-7F88-4C5B-A7AB-3692D5B9BE4E}" srcId="{B73AA293-9F2B-4A9F-BF47-E9E6A3F2C0D7}" destId="{CEF8A7F2-E4D0-4A40-8B82-6D052E595574}" srcOrd="9" destOrd="0" parTransId="{E90BA10F-73D7-47EC-9A35-6A74EAA3AA72}" sibTransId="{496D8EBF-AEA3-4110-A6F6-B032A863EBEC}"/>
    <dgm:cxn modelId="{121E5538-D727-4797-B8BE-3E1D3C30E237}" type="presOf" srcId="{6D5368C6-DA2D-4A4C-8CA0-19E860605713}" destId="{E760B082-E471-4D71-95BA-236823BAED80}" srcOrd="0" destOrd="0" presId="urn:microsoft.com/office/officeart/2008/layout/LinedList"/>
    <dgm:cxn modelId="{DC6F8267-4287-41CB-B2DD-338957E9C8C6}" type="presOf" srcId="{D2358654-D4D2-4693-AEBC-4206B635D171}" destId="{5F14F417-01BC-4508-80AA-6E2927B1E06B}" srcOrd="0" destOrd="0" presId="urn:microsoft.com/office/officeart/2008/layout/LinedList"/>
    <dgm:cxn modelId="{A11FB04B-CD58-42C7-8286-5243C342F621}" srcId="{B73AA293-9F2B-4A9F-BF47-E9E6A3F2C0D7}" destId="{2E753F3D-C0E7-49F4-BA98-70ACE0DC728E}" srcOrd="5" destOrd="0" parTransId="{39E27B6B-1944-4893-A04B-E567751BC09B}" sibTransId="{2A6C272A-5BA3-46E8-9A8B-41A0A7EE9246}"/>
    <dgm:cxn modelId="{3BDABB55-FA91-4E53-A53B-33FC0E23EF6D}" srcId="{B73AA293-9F2B-4A9F-BF47-E9E6A3F2C0D7}" destId="{5A0455B0-9149-41A9-840D-06777B279BF3}" srcOrd="3" destOrd="0" parTransId="{7AEE4B46-6CB3-4A3E-A6B3-39BDEEE80E7E}" sibTransId="{6961D409-6CF7-4ADA-A2FD-17FB4E3B7DDA}"/>
    <dgm:cxn modelId="{84C55C81-B03A-4FA7-96BC-A9E752A0C13D}" srcId="{B73AA293-9F2B-4A9F-BF47-E9E6A3F2C0D7}" destId="{2FCD8C71-2660-44DB-A2DA-D90C53D3FE1F}" srcOrd="1" destOrd="0" parTransId="{C84FAFAB-A452-48DC-A2A1-04E209130C93}" sibTransId="{ACBA38DE-CAB5-462B-B1FE-39A0364D0551}"/>
    <dgm:cxn modelId="{36A2869D-D140-4D7A-8A0E-72C5FA3EB6EF}" type="presOf" srcId="{1C15197C-8CA2-4F00-8171-C72A31967506}" destId="{84B236DF-2B4B-4EC6-B654-C3AA13083ED1}" srcOrd="0" destOrd="0" presId="urn:microsoft.com/office/officeart/2008/layout/LinedList"/>
    <dgm:cxn modelId="{7A7DE0A5-6543-4468-92DA-148891E277AA}" type="presOf" srcId="{CEF8A7F2-E4D0-4A40-8B82-6D052E595574}" destId="{11B506B9-6884-4C93-AED0-F9DDBD61A786}" srcOrd="0" destOrd="0" presId="urn:microsoft.com/office/officeart/2008/layout/LinedList"/>
    <dgm:cxn modelId="{8913D7AA-C1DB-4180-B735-D469BDFE9EDF}" type="presOf" srcId="{B73AA293-9F2B-4A9F-BF47-E9E6A3F2C0D7}" destId="{02FB6BFE-53B8-4534-8C12-A7E374D7858A}" srcOrd="0" destOrd="0" presId="urn:microsoft.com/office/officeart/2008/layout/LinedList"/>
    <dgm:cxn modelId="{F5DEC7AF-CB28-4159-90D7-4BFF80AE23C4}" srcId="{B73AA293-9F2B-4A9F-BF47-E9E6A3F2C0D7}" destId="{1E294205-19A1-4B6B-BE14-390022126C7B}" srcOrd="0" destOrd="0" parTransId="{656CED80-8BB8-46D1-9A41-9AB82CA93909}" sibTransId="{CFE554BB-81DC-48FC-9F0D-EB15B9DB12B8}"/>
    <dgm:cxn modelId="{8D2885B4-DDD5-433E-98DC-748EA10418D6}" type="presOf" srcId="{D029D212-FD5B-4C97-BE39-CD3F88CD5BA5}" destId="{8C542A79-3335-4D25-91DF-D2638B94820A}" srcOrd="0" destOrd="0" presId="urn:microsoft.com/office/officeart/2008/layout/LinedList"/>
    <dgm:cxn modelId="{E2B4F7B5-8070-426C-9282-FC0FBAD6A339}" type="presOf" srcId="{2FCD8C71-2660-44DB-A2DA-D90C53D3FE1F}" destId="{E42522A4-0177-44C3-BC25-B300440FE4B1}" srcOrd="0" destOrd="0" presId="urn:microsoft.com/office/officeart/2008/layout/LinedList"/>
    <dgm:cxn modelId="{311FCEBA-7587-45AD-9DE5-0314E7EA4A07}" srcId="{B73AA293-9F2B-4A9F-BF47-E9E6A3F2C0D7}" destId="{DA8C6ACB-D404-4DE5-BD64-5C47BA5C3C3A}" srcOrd="6" destOrd="0" parTransId="{6AB61686-F791-42DD-A4B9-E80D1BBD57B1}" sibTransId="{DC143644-494E-4731-8FAB-653DAF5DC621}"/>
    <dgm:cxn modelId="{E2A3C0BC-6282-417A-BC9C-4F89C32F0448}" srcId="{B73AA293-9F2B-4A9F-BF47-E9E6A3F2C0D7}" destId="{B513E64C-E2FD-4680-B5DD-2EA940A9F21D}" srcOrd="10" destOrd="0" parTransId="{D3BCE9A6-35CC-47E4-8C7B-704CB043514A}" sibTransId="{129A5E56-AFC5-4FBC-BBFF-B69C0E22E3CA}"/>
    <dgm:cxn modelId="{68E2B7D0-1AB7-42F0-8E24-A0782AA04CBA}" type="presOf" srcId="{B513E64C-E2FD-4680-B5DD-2EA940A9F21D}" destId="{075768A3-1EF9-48A5-83E7-6408C027E628}" srcOrd="0" destOrd="0" presId="urn:microsoft.com/office/officeart/2008/layout/LinedList"/>
    <dgm:cxn modelId="{4680BBD5-1593-41EC-B067-ED43FEE2599A}" srcId="{B73AA293-9F2B-4A9F-BF47-E9E6A3F2C0D7}" destId="{DF3E261D-F0E1-466A-9B89-0A4373BA349E}" srcOrd="2" destOrd="0" parTransId="{0EDBFF90-5554-43FE-BB07-08DB9FE121D1}" sibTransId="{9B541C8B-4688-455C-A684-19B1778C84DE}"/>
    <dgm:cxn modelId="{285014DA-8149-4812-BBE2-BC9D35467574}" srcId="{B73AA293-9F2B-4A9F-BF47-E9E6A3F2C0D7}" destId="{D029D212-FD5B-4C97-BE39-CD3F88CD5BA5}" srcOrd="11" destOrd="0" parTransId="{D14915E7-1C54-49F0-9C36-AAC9E513E215}" sibTransId="{79D84626-D034-43C1-BEBD-ABC4B14084F8}"/>
    <dgm:cxn modelId="{BE895CE9-19FC-4378-8F94-6DC567B7A42A}" type="presOf" srcId="{1E294205-19A1-4B6B-BE14-390022126C7B}" destId="{7A97170C-0CD1-40FC-8F7B-E8B8283CDFEA}" srcOrd="0" destOrd="0" presId="urn:microsoft.com/office/officeart/2008/layout/LinedList"/>
    <dgm:cxn modelId="{E0003F1D-7167-4B41-8757-5359710464F1}" type="presParOf" srcId="{02FB6BFE-53B8-4534-8C12-A7E374D7858A}" destId="{C7F807BD-043E-422C-A556-E6E8AC2A61D1}" srcOrd="0" destOrd="0" presId="urn:microsoft.com/office/officeart/2008/layout/LinedList"/>
    <dgm:cxn modelId="{4CD6A2EF-448A-49D6-BF41-92A9EF85A4D4}" type="presParOf" srcId="{02FB6BFE-53B8-4534-8C12-A7E374D7858A}" destId="{9A8D17A2-DD9D-499C-AB07-4E4AC54EBB1C}" srcOrd="1" destOrd="0" presId="urn:microsoft.com/office/officeart/2008/layout/LinedList"/>
    <dgm:cxn modelId="{804824A3-2436-4025-A4CC-497EDA0EA057}" type="presParOf" srcId="{9A8D17A2-DD9D-499C-AB07-4E4AC54EBB1C}" destId="{7A97170C-0CD1-40FC-8F7B-E8B8283CDFEA}" srcOrd="0" destOrd="0" presId="urn:microsoft.com/office/officeart/2008/layout/LinedList"/>
    <dgm:cxn modelId="{BEC4FE83-B237-461F-81D1-7A1EE182A2EA}" type="presParOf" srcId="{9A8D17A2-DD9D-499C-AB07-4E4AC54EBB1C}" destId="{9B6AE9FD-8B77-4721-8A93-A66B4C22F45F}" srcOrd="1" destOrd="0" presId="urn:microsoft.com/office/officeart/2008/layout/LinedList"/>
    <dgm:cxn modelId="{82719C87-6AD4-4BCD-B91B-0E38191264E2}" type="presParOf" srcId="{02FB6BFE-53B8-4534-8C12-A7E374D7858A}" destId="{43B7DA48-63AC-46E1-BCEE-2BBDC73B8CA4}" srcOrd="2" destOrd="0" presId="urn:microsoft.com/office/officeart/2008/layout/LinedList"/>
    <dgm:cxn modelId="{4CAEBC8C-3DA2-44DB-BA21-2299C03C8FF0}" type="presParOf" srcId="{02FB6BFE-53B8-4534-8C12-A7E374D7858A}" destId="{DF72CDD3-D6E1-489C-8A19-BD97CD86D303}" srcOrd="3" destOrd="0" presId="urn:microsoft.com/office/officeart/2008/layout/LinedList"/>
    <dgm:cxn modelId="{9A2EBB0D-B9D8-4524-AF4F-D5FADB960C28}" type="presParOf" srcId="{DF72CDD3-D6E1-489C-8A19-BD97CD86D303}" destId="{E42522A4-0177-44C3-BC25-B300440FE4B1}" srcOrd="0" destOrd="0" presId="urn:microsoft.com/office/officeart/2008/layout/LinedList"/>
    <dgm:cxn modelId="{560A5142-137E-402D-B830-EA1FD060D8C8}" type="presParOf" srcId="{DF72CDD3-D6E1-489C-8A19-BD97CD86D303}" destId="{270CDEB3-313B-4FDA-AEF2-4C01CAF915AC}" srcOrd="1" destOrd="0" presId="urn:microsoft.com/office/officeart/2008/layout/LinedList"/>
    <dgm:cxn modelId="{417D5AEC-5168-45F1-8836-743AF3D5A103}" type="presParOf" srcId="{02FB6BFE-53B8-4534-8C12-A7E374D7858A}" destId="{DFDF39FA-5F21-4361-AB2D-B475CE9FFF8C}" srcOrd="4" destOrd="0" presId="urn:microsoft.com/office/officeart/2008/layout/LinedList"/>
    <dgm:cxn modelId="{5E15013B-2FCE-4A11-9268-53EE0C93DBA0}" type="presParOf" srcId="{02FB6BFE-53B8-4534-8C12-A7E374D7858A}" destId="{76B5C0C2-6794-4714-B59E-323814936E55}" srcOrd="5" destOrd="0" presId="urn:microsoft.com/office/officeart/2008/layout/LinedList"/>
    <dgm:cxn modelId="{A98D3627-B090-4760-9193-29CC5C2A70DC}" type="presParOf" srcId="{76B5C0C2-6794-4714-B59E-323814936E55}" destId="{91D74226-F14B-4381-BB05-70036931FE1C}" srcOrd="0" destOrd="0" presId="urn:microsoft.com/office/officeart/2008/layout/LinedList"/>
    <dgm:cxn modelId="{9EA2F620-3E41-4BF3-8196-F68CF03F740E}" type="presParOf" srcId="{76B5C0C2-6794-4714-B59E-323814936E55}" destId="{C02FF34A-1722-4CF5-A374-29997E2D7266}" srcOrd="1" destOrd="0" presId="urn:microsoft.com/office/officeart/2008/layout/LinedList"/>
    <dgm:cxn modelId="{36E9BC70-BA4C-4BF6-B20D-0E1BCB350047}" type="presParOf" srcId="{02FB6BFE-53B8-4534-8C12-A7E374D7858A}" destId="{02D4663B-D2DD-43F9-93BF-A54964696F62}" srcOrd="6" destOrd="0" presId="urn:microsoft.com/office/officeart/2008/layout/LinedList"/>
    <dgm:cxn modelId="{F525D2AF-07D2-4CD8-8810-12AC5EAB773F}" type="presParOf" srcId="{02FB6BFE-53B8-4534-8C12-A7E374D7858A}" destId="{6F9EF166-6792-4192-BEE3-DF25321B089B}" srcOrd="7" destOrd="0" presId="urn:microsoft.com/office/officeart/2008/layout/LinedList"/>
    <dgm:cxn modelId="{C8EDF147-40CA-4A04-A6B5-EF106CB2CA10}" type="presParOf" srcId="{6F9EF166-6792-4192-BEE3-DF25321B089B}" destId="{D0D4EB60-FC09-4FAA-AC86-ACE6B4BF7C78}" srcOrd="0" destOrd="0" presId="urn:microsoft.com/office/officeart/2008/layout/LinedList"/>
    <dgm:cxn modelId="{4A32FEF1-FCEB-4F46-81A9-2F564C30D610}" type="presParOf" srcId="{6F9EF166-6792-4192-BEE3-DF25321B089B}" destId="{33D9A342-739B-4D1B-9965-917266866547}" srcOrd="1" destOrd="0" presId="urn:microsoft.com/office/officeart/2008/layout/LinedList"/>
    <dgm:cxn modelId="{2997066C-9882-4247-9161-D69AC49540BD}" type="presParOf" srcId="{02FB6BFE-53B8-4534-8C12-A7E374D7858A}" destId="{C2B56FD7-4ADF-452B-ACD0-AD2A055756A3}" srcOrd="8" destOrd="0" presId="urn:microsoft.com/office/officeart/2008/layout/LinedList"/>
    <dgm:cxn modelId="{4932B24B-65F2-42B0-907C-580D574265B3}" type="presParOf" srcId="{02FB6BFE-53B8-4534-8C12-A7E374D7858A}" destId="{C48292C7-1E87-44AC-A0BB-78510DE2D903}" srcOrd="9" destOrd="0" presId="urn:microsoft.com/office/officeart/2008/layout/LinedList"/>
    <dgm:cxn modelId="{58D517BF-42E3-4B7E-8CF4-BF4385C07B3F}" type="presParOf" srcId="{C48292C7-1E87-44AC-A0BB-78510DE2D903}" destId="{E760B082-E471-4D71-95BA-236823BAED80}" srcOrd="0" destOrd="0" presId="urn:microsoft.com/office/officeart/2008/layout/LinedList"/>
    <dgm:cxn modelId="{9AB12B38-ABBE-450C-91A3-16124B4709DD}" type="presParOf" srcId="{C48292C7-1E87-44AC-A0BB-78510DE2D903}" destId="{5970F770-C947-4D4B-BAD6-229347B50375}" srcOrd="1" destOrd="0" presId="urn:microsoft.com/office/officeart/2008/layout/LinedList"/>
    <dgm:cxn modelId="{561D6566-64F7-4589-97BF-86FAECF2EC4E}" type="presParOf" srcId="{02FB6BFE-53B8-4534-8C12-A7E374D7858A}" destId="{E5FA69D5-EDDB-4B54-905B-C78F73356DEC}" srcOrd="10" destOrd="0" presId="urn:microsoft.com/office/officeart/2008/layout/LinedList"/>
    <dgm:cxn modelId="{915948B3-C265-4EA1-92A9-7E12CD6CC39A}" type="presParOf" srcId="{02FB6BFE-53B8-4534-8C12-A7E374D7858A}" destId="{4DABD0CF-F1A0-4870-A626-0B39D6D69F54}" srcOrd="11" destOrd="0" presId="urn:microsoft.com/office/officeart/2008/layout/LinedList"/>
    <dgm:cxn modelId="{3A1A77F4-795C-4913-9E96-3AB862604A01}" type="presParOf" srcId="{4DABD0CF-F1A0-4870-A626-0B39D6D69F54}" destId="{6CEB502F-C85A-4671-98EB-D7C7B95C10E8}" srcOrd="0" destOrd="0" presId="urn:microsoft.com/office/officeart/2008/layout/LinedList"/>
    <dgm:cxn modelId="{6CB649A6-E6FD-4DB8-90D6-D66028256C6F}" type="presParOf" srcId="{4DABD0CF-F1A0-4870-A626-0B39D6D69F54}" destId="{C1B92ED9-08D9-49E1-AB2A-BBB9F4E8F735}" srcOrd="1" destOrd="0" presId="urn:microsoft.com/office/officeart/2008/layout/LinedList"/>
    <dgm:cxn modelId="{E57FA96B-9375-43B2-85C9-0023BCA085E3}" type="presParOf" srcId="{02FB6BFE-53B8-4534-8C12-A7E374D7858A}" destId="{A7EFC6C7-AF3E-485C-BE74-C702ED22F0A0}" srcOrd="12" destOrd="0" presId="urn:microsoft.com/office/officeart/2008/layout/LinedList"/>
    <dgm:cxn modelId="{94D83BC5-3E14-4A88-AF03-3C218248E469}" type="presParOf" srcId="{02FB6BFE-53B8-4534-8C12-A7E374D7858A}" destId="{20CCDC46-2592-4262-8847-E371AF59457F}" srcOrd="13" destOrd="0" presId="urn:microsoft.com/office/officeart/2008/layout/LinedList"/>
    <dgm:cxn modelId="{57CA8C24-DE75-42BA-8BE0-32E0442D9BAA}" type="presParOf" srcId="{20CCDC46-2592-4262-8847-E371AF59457F}" destId="{1010F701-9FB4-400A-9467-5CAF8D228A8C}" srcOrd="0" destOrd="0" presId="urn:microsoft.com/office/officeart/2008/layout/LinedList"/>
    <dgm:cxn modelId="{2C8B5E4D-7925-4636-8604-3676488A3924}" type="presParOf" srcId="{20CCDC46-2592-4262-8847-E371AF59457F}" destId="{26384089-81F6-4648-90F3-C6C984AB26F2}" srcOrd="1" destOrd="0" presId="urn:microsoft.com/office/officeart/2008/layout/LinedList"/>
    <dgm:cxn modelId="{03E3BF46-F11B-4602-83AE-8E33F153217E}" type="presParOf" srcId="{02FB6BFE-53B8-4534-8C12-A7E374D7858A}" destId="{D0E8D7D1-DAF6-4992-BB9D-D89427BEE2D5}" srcOrd="14" destOrd="0" presId="urn:microsoft.com/office/officeart/2008/layout/LinedList"/>
    <dgm:cxn modelId="{D1373A17-ABB9-475D-A411-8FC50418E7E9}" type="presParOf" srcId="{02FB6BFE-53B8-4534-8C12-A7E374D7858A}" destId="{9FEB7D38-90D7-4513-901C-3BCC43C6551C}" srcOrd="15" destOrd="0" presId="urn:microsoft.com/office/officeart/2008/layout/LinedList"/>
    <dgm:cxn modelId="{8491DB09-A6A8-49DA-9254-0810BDB47F10}" type="presParOf" srcId="{9FEB7D38-90D7-4513-901C-3BCC43C6551C}" destId="{5F14F417-01BC-4508-80AA-6E2927B1E06B}" srcOrd="0" destOrd="0" presId="urn:microsoft.com/office/officeart/2008/layout/LinedList"/>
    <dgm:cxn modelId="{F1CF8A17-0444-4E23-905B-773E8B677A8C}" type="presParOf" srcId="{9FEB7D38-90D7-4513-901C-3BCC43C6551C}" destId="{FCCB3B46-97CB-473A-9443-509771C780DB}" srcOrd="1" destOrd="0" presId="urn:microsoft.com/office/officeart/2008/layout/LinedList"/>
    <dgm:cxn modelId="{EB17E4D7-C950-4777-86A3-4B2285FC01B1}" type="presParOf" srcId="{02FB6BFE-53B8-4534-8C12-A7E374D7858A}" destId="{A661FE83-252A-46B5-9661-0D8D2E5AF042}" srcOrd="16" destOrd="0" presId="urn:microsoft.com/office/officeart/2008/layout/LinedList"/>
    <dgm:cxn modelId="{07C947C5-1324-4782-8A82-BA5EE9662149}" type="presParOf" srcId="{02FB6BFE-53B8-4534-8C12-A7E374D7858A}" destId="{F314DBA9-B9C0-44B3-8196-EB804A1A3FFA}" srcOrd="17" destOrd="0" presId="urn:microsoft.com/office/officeart/2008/layout/LinedList"/>
    <dgm:cxn modelId="{752E4A82-2BB2-4A37-B505-DB73051374AF}" type="presParOf" srcId="{F314DBA9-B9C0-44B3-8196-EB804A1A3FFA}" destId="{84B236DF-2B4B-4EC6-B654-C3AA13083ED1}" srcOrd="0" destOrd="0" presId="urn:microsoft.com/office/officeart/2008/layout/LinedList"/>
    <dgm:cxn modelId="{23D11630-6C69-44E5-B6FF-A60810263158}" type="presParOf" srcId="{F314DBA9-B9C0-44B3-8196-EB804A1A3FFA}" destId="{58FFAD69-3A54-4A00-89F6-62F0D320DF34}" srcOrd="1" destOrd="0" presId="urn:microsoft.com/office/officeart/2008/layout/LinedList"/>
    <dgm:cxn modelId="{F37C5503-BDA5-4DFD-BFC7-698AB478CED2}" type="presParOf" srcId="{02FB6BFE-53B8-4534-8C12-A7E374D7858A}" destId="{33FD9F03-DFCF-46D5-B762-A61F253FE983}" srcOrd="18" destOrd="0" presId="urn:microsoft.com/office/officeart/2008/layout/LinedList"/>
    <dgm:cxn modelId="{D4A9EE39-8FC2-4536-B124-6AD70EDEE3DF}" type="presParOf" srcId="{02FB6BFE-53B8-4534-8C12-A7E374D7858A}" destId="{184F6344-B9E7-4ECC-AE6D-A155CE4332DA}" srcOrd="19" destOrd="0" presId="urn:microsoft.com/office/officeart/2008/layout/LinedList"/>
    <dgm:cxn modelId="{699D6901-C52F-4B84-8451-0EE8A6CFAC6B}" type="presParOf" srcId="{184F6344-B9E7-4ECC-AE6D-A155CE4332DA}" destId="{11B506B9-6884-4C93-AED0-F9DDBD61A786}" srcOrd="0" destOrd="0" presId="urn:microsoft.com/office/officeart/2008/layout/LinedList"/>
    <dgm:cxn modelId="{4CC83376-2A85-46A5-AFD3-295FC491B521}" type="presParOf" srcId="{184F6344-B9E7-4ECC-AE6D-A155CE4332DA}" destId="{4B7C7124-54FC-415E-8849-550165A1A76B}" srcOrd="1" destOrd="0" presId="urn:microsoft.com/office/officeart/2008/layout/LinedList"/>
    <dgm:cxn modelId="{BD1E4B95-9143-49BA-AF27-C3F6C4632D62}" type="presParOf" srcId="{02FB6BFE-53B8-4534-8C12-A7E374D7858A}" destId="{5482E8BA-CCC6-40B1-A49D-D98B03E75889}" srcOrd="20" destOrd="0" presId="urn:microsoft.com/office/officeart/2008/layout/LinedList"/>
    <dgm:cxn modelId="{B5DABF46-FF37-4DF5-96EA-6BC7442B9CC5}" type="presParOf" srcId="{02FB6BFE-53B8-4534-8C12-A7E374D7858A}" destId="{31F1839C-18CB-4B11-B158-0D5338FDCC9F}" srcOrd="21" destOrd="0" presId="urn:microsoft.com/office/officeart/2008/layout/LinedList"/>
    <dgm:cxn modelId="{4DB1259F-694F-401A-887F-5C4869A72494}" type="presParOf" srcId="{31F1839C-18CB-4B11-B158-0D5338FDCC9F}" destId="{075768A3-1EF9-48A5-83E7-6408C027E628}" srcOrd="0" destOrd="0" presId="urn:microsoft.com/office/officeart/2008/layout/LinedList"/>
    <dgm:cxn modelId="{57C515FB-C136-4CAD-AF1B-EC7D921DCAF3}" type="presParOf" srcId="{31F1839C-18CB-4B11-B158-0D5338FDCC9F}" destId="{2A8C2E1E-8596-4AA9-8019-81EC0D7B5684}" srcOrd="1" destOrd="0" presId="urn:microsoft.com/office/officeart/2008/layout/LinedList"/>
    <dgm:cxn modelId="{C30FF017-675F-40C7-B406-ECC091C4389B}" type="presParOf" srcId="{02FB6BFE-53B8-4534-8C12-A7E374D7858A}" destId="{F1955119-2C8A-4475-9FFD-26DD63E1F3C4}" srcOrd="22" destOrd="0" presId="urn:microsoft.com/office/officeart/2008/layout/LinedList"/>
    <dgm:cxn modelId="{9C23A793-F2B0-465E-83A7-EBAE1F37B3D1}" type="presParOf" srcId="{02FB6BFE-53B8-4534-8C12-A7E374D7858A}" destId="{F09EDBBD-4AEB-4281-A396-0EBD22A749EF}" srcOrd="23" destOrd="0" presId="urn:microsoft.com/office/officeart/2008/layout/LinedList"/>
    <dgm:cxn modelId="{10658259-27D2-4465-B59B-D420408399E5}" type="presParOf" srcId="{F09EDBBD-4AEB-4281-A396-0EBD22A749EF}" destId="{8C542A79-3335-4D25-91DF-D2638B94820A}" srcOrd="0" destOrd="0" presId="urn:microsoft.com/office/officeart/2008/layout/LinedList"/>
    <dgm:cxn modelId="{940F50E3-637C-4B65-8CE3-1DB1C5C7708E}" type="presParOf" srcId="{F09EDBBD-4AEB-4281-A396-0EBD22A749EF}" destId="{D3541D9B-B6F3-4D88-BE37-AD72251349C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BA117E-C08D-4553-BD7F-2BA4436074D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B96E8E-8992-4D5E-89E0-8C9A48A240BD}">
      <dgm:prSet/>
      <dgm:spPr/>
      <dgm:t>
        <a:bodyPr/>
        <a:lstStyle/>
        <a:p>
          <a:r>
            <a:rPr lang="en-GB"/>
            <a:t>Bank's Ability to Lend </a:t>
          </a:r>
          <a:endParaRPr lang="en-US"/>
        </a:p>
      </dgm:t>
    </dgm:pt>
    <dgm:pt modelId="{7AC3B4EE-125F-48DC-8462-B99E6BEB3EDA}" type="parTrans" cxnId="{4F6B1AA2-5432-4738-8E66-FCE41A053009}">
      <dgm:prSet/>
      <dgm:spPr/>
      <dgm:t>
        <a:bodyPr/>
        <a:lstStyle/>
        <a:p>
          <a:endParaRPr lang="en-US"/>
        </a:p>
      </dgm:t>
    </dgm:pt>
    <dgm:pt modelId="{E202AEF6-25DB-4E1B-AFCF-364EC697230C}" type="sibTrans" cxnId="{4F6B1AA2-5432-4738-8E66-FCE41A053009}">
      <dgm:prSet/>
      <dgm:spPr/>
      <dgm:t>
        <a:bodyPr/>
        <a:lstStyle/>
        <a:p>
          <a:endParaRPr lang="en-US"/>
        </a:p>
      </dgm:t>
    </dgm:pt>
    <dgm:pt modelId="{CB333A50-6E9F-444A-A8EC-48CF259B2696}">
      <dgm:prSet/>
      <dgm:spPr/>
      <dgm:t>
        <a:bodyPr/>
        <a:lstStyle/>
        <a:p>
          <a:r>
            <a:rPr lang="en-GB"/>
            <a:t>Impact on Tax revenue </a:t>
          </a:r>
          <a:endParaRPr lang="en-US"/>
        </a:p>
      </dgm:t>
    </dgm:pt>
    <dgm:pt modelId="{A4B5CD47-2206-45DA-8ACF-7F18297BCEE9}" type="parTrans" cxnId="{04502B01-BE9C-4639-A6C1-3C678DFD2669}">
      <dgm:prSet/>
      <dgm:spPr/>
      <dgm:t>
        <a:bodyPr/>
        <a:lstStyle/>
        <a:p>
          <a:endParaRPr lang="en-US"/>
        </a:p>
      </dgm:t>
    </dgm:pt>
    <dgm:pt modelId="{747471C7-2FA2-4867-B698-928F1328700D}" type="sibTrans" cxnId="{04502B01-BE9C-4639-A6C1-3C678DFD2669}">
      <dgm:prSet/>
      <dgm:spPr/>
      <dgm:t>
        <a:bodyPr/>
        <a:lstStyle/>
        <a:p>
          <a:endParaRPr lang="en-US"/>
        </a:p>
      </dgm:t>
    </dgm:pt>
    <dgm:pt modelId="{2AD1D0D8-772F-4913-8919-D78991B2D09B}">
      <dgm:prSet/>
      <dgm:spPr/>
      <dgm:t>
        <a:bodyPr/>
        <a:lstStyle/>
        <a:p>
          <a:r>
            <a:rPr lang="en-GB"/>
            <a:t>Public bailouts in crises</a:t>
          </a:r>
          <a:endParaRPr lang="en-US"/>
        </a:p>
      </dgm:t>
    </dgm:pt>
    <dgm:pt modelId="{C75AF6A8-049A-48CC-86B6-E038571913B0}" type="parTrans" cxnId="{5DD9DA88-88A2-4615-B004-0E6649A3F04E}">
      <dgm:prSet/>
      <dgm:spPr/>
      <dgm:t>
        <a:bodyPr/>
        <a:lstStyle/>
        <a:p>
          <a:endParaRPr lang="en-US"/>
        </a:p>
      </dgm:t>
    </dgm:pt>
    <dgm:pt modelId="{97E039B9-F5F4-4856-8ADA-BBF01B6D885C}" type="sibTrans" cxnId="{5DD9DA88-88A2-4615-B004-0E6649A3F04E}">
      <dgm:prSet/>
      <dgm:spPr/>
      <dgm:t>
        <a:bodyPr/>
        <a:lstStyle/>
        <a:p>
          <a:endParaRPr lang="en-US"/>
        </a:p>
      </dgm:t>
    </dgm:pt>
    <dgm:pt modelId="{D0CBB0F1-0E50-4165-A026-81D330B17D03}" type="pres">
      <dgm:prSet presAssocID="{CEBA117E-C08D-4553-BD7F-2BA4436074D3}" presName="root" presStyleCnt="0">
        <dgm:presLayoutVars>
          <dgm:dir/>
          <dgm:resizeHandles val="exact"/>
        </dgm:presLayoutVars>
      </dgm:prSet>
      <dgm:spPr/>
    </dgm:pt>
    <dgm:pt modelId="{1C295D17-31F3-4D93-923B-7FAC0A674486}" type="pres">
      <dgm:prSet presAssocID="{19B96E8E-8992-4D5E-89E0-8C9A48A240BD}" presName="compNode" presStyleCnt="0"/>
      <dgm:spPr/>
    </dgm:pt>
    <dgm:pt modelId="{85F9DF3C-0205-4229-8D7B-E8B504F99D29}" type="pres">
      <dgm:prSet presAssocID="{19B96E8E-8992-4D5E-89E0-8C9A48A240BD}" presName="bgRect" presStyleLbl="bgShp" presStyleIdx="0" presStyleCnt="3"/>
      <dgm:spPr/>
    </dgm:pt>
    <dgm:pt modelId="{BF0F1554-D5F5-4FE2-8946-D83AE7920BFF}" type="pres">
      <dgm:prSet presAssocID="{19B96E8E-8992-4D5E-89E0-8C9A48A240B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A89E8955-116A-44C7-9CEE-67336921E343}" type="pres">
      <dgm:prSet presAssocID="{19B96E8E-8992-4D5E-89E0-8C9A48A240BD}" presName="spaceRect" presStyleCnt="0"/>
      <dgm:spPr/>
    </dgm:pt>
    <dgm:pt modelId="{B0C5ABBF-9F66-4EF6-89B9-B78F33E33E7B}" type="pres">
      <dgm:prSet presAssocID="{19B96E8E-8992-4D5E-89E0-8C9A48A240BD}" presName="parTx" presStyleLbl="revTx" presStyleIdx="0" presStyleCnt="3">
        <dgm:presLayoutVars>
          <dgm:chMax val="0"/>
          <dgm:chPref val="0"/>
        </dgm:presLayoutVars>
      </dgm:prSet>
      <dgm:spPr/>
    </dgm:pt>
    <dgm:pt modelId="{C27B99FE-FB70-41E7-A5B4-39EB68C5E44F}" type="pres">
      <dgm:prSet presAssocID="{E202AEF6-25DB-4E1B-AFCF-364EC697230C}" presName="sibTrans" presStyleCnt="0"/>
      <dgm:spPr/>
    </dgm:pt>
    <dgm:pt modelId="{216C28A3-BE57-4E64-9E0B-C51D70DF34E1}" type="pres">
      <dgm:prSet presAssocID="{CB333A50-6E9F-444A-A8EC-48CF259B2696}" presName="compNode" presStyleCnt="0"/>
      <dgm:spPr/>
    </dgm:pt>
    <dgm:pt modelId="{6DF0DBDF-384C-4B68-B874-0AF97A484E98}" type="pres">
      <dgm:prSet presAssocID="{CB333A50-6E9F-444A-A8EC-48CF259B2696}" presName="bgRect" presStyleLbl="bgShp" presStyleIdx="1" presStyleCnt="3"/>
      <dgm:spPr/>
    </dgm:pt>
    <dgm:pt modelId="{F979F1A3-1B68-4FF4-9700-CAF3D8217B1D}" type="pres">
      <dgm:prSet presAssocID="{CB333A50-6E9F-444A-A8EC-48CF259B269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7A6F46C0-8B94-4267-B711-F87D3022CE82}" type="pres">
      <dgm:prSet presAssocID="{CB333A50-6E9F-444A-A8EC-48CF259B2696}" presName="spaceRect" presStyleCnt="0"/>
      <dgm:spPr/>
    </dgm:pt>
    <dgm:pt modelId="{16520B88-DA23-475F-8EB5-26C03DE0E913}" type="pres">
      <dgm:prSet presAssocID="{CB333A50-6E9F-444A-A8EC-48CF259B2696}" presName="parTx" presStyleLbl="revTx" presStyleIdx="1" presStyleCnt="3">
        <dgm:presLayoutVars>
          <dgm:chMax val="0"/>
          <dgm:chPref val="0"/>
        </dgm:presLayoutVars>
      </dgm:prSet>
      <dgm:spPr/>
    </dgm:pt>
    <dgm:pt modelId="{0697D8AD-3C3E-46A7-BBA1-3A5B0CED406E}" type="pres">
      <dgm:prSet presAssocID="{747471C7-2FA2-4867-B698-928F1328700D}" presName="sibTrans" presStyleCnt="0"/>
      <dgm:spPr/>
    </dgm:pt>
    <dgm:pt modelId="{7A289805-4146-48FB-9FAC-BAFB86B71AE5}" type="pres">
      <dgm:prSet presAssocID="{2AD1D0D8-772F-4913-8919-D78991B2D09B}" presName="compNode" presStyleCnt="0"/>
      <dgm:spPr/>
    </dgm:pt>
    <dgm:pt modelId="{2A23E889-DA51-4721-A067-714DF82347E3}" type="pres">
      <dgm:prSet presAssocID="{2AD1D0D8-772F-4913-8919-D78991B2D09B}" presName="bgRect" presStyleLbl="bgShp" presStyleIdx="2" presStyleCnt="3"/>
      <dgm:spPr/>
    </dgm:pt>
    <dgm:pt modelId="{36FB2CE9-4564-4C7D-B5F9-BACD4541DB0B}" type="pres">
      <dgm:prSet presAssocID="{2AD1D0D8-772F-4913-8919-D78991B2D09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cturer"/>
        </a:ext>
      </dgm:extLst>
    </dgm:pt>
    <dgm:pt modelId="{07728FC5-8E94-4C34-A6A0-13B0D43DC357}" type="pres">
      <dgm:prSet presAssocID="{2AD1D0D8-772F-4913-8919-D78991B2D09B}" presName="spaceRect" presStyleCnt="0"/>
      <dgm:spPr/>
    </dgm:pt>
    <dgm:pt modelId="{07FF67A5-3533-4F71-9764-AA5EBDF2170A}" type="pres">
      <dgm:prSet presAssocID="{2AD1D0D8-772F-4913-8919-D78991B2D09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4502B01-BE9C-4639-A6C1-3C678DFD2669}" srcId="{CEBA117E-C08D-4553-BD7F-2BA4436074D3}" destId="{CB333A50-6E9F-444A-A8EC-48CF259B2696}" srcOrd="1" destOrd="0" parTransId="{A4B5CD47-2206-45DA-8ACF-7F18297BCEE9}" sibTransId="{747471C7-2FA2-4867-B698-928F1328700D}"/>
    <dgm:cxn modelId="{70C1F333-F26A-4A0C-8A97-9E3ED66506A8}" type="presOf" srcId="{CB333A50-6E9F-444A-A8EC-48CF259B2696}" destId="{16520B88-DA23-475F-8EB5-26C03DE0E913}" srcOrd="0" destOrd="0" presId="urn:microsoft.com/office/officeart/2018/2/layout/IconVerticalSolidList"/>
    <dgm:cxn modelId="{4D03747A-CF54-4348-84FD-71B23DB840CD}" type="presOf" srcId="{2AD1D0D8-772F-4913-8919-D78991B2D09B}" destId="{07FF67A5-3533-4F71-9764-AA5EBDF2170A}" srcOrd="0" destOrd="0" presId="urn:microsoft.com/office/officeart/2018/2/layout/IconVerticalSolidList"/>
    <dgm:cxn modelId="{756DC683-1368-4F57-83B9-72B89CE399CE}" type="presOf" srcId="{CEBA117E-C08D-4553-BD7F-2BA4436074D3}" destId="{D0CBB0F1-0E50-4165-A026-81D330B17D03}" srcOrd="0" destOrd="0" presId="urn:microsoft.com/office/officeart/2018/2/layout/IconVerticalSolidList"/>
    <dgm:cxn modelId="{5DD9DA88-88A2-4615-B004-0E6649A3F04E}" srcId="{CEBA117E-C08D-4553-BD7F-2BA4436074D3}" destId="{2AD1D0D8-772F-4913-8919-D78991B2D09B}" srcOrd="2" destOrd="0" parTransId="{C75AF6A8-049A-48CC-86B6-E038571913B0}" sibTransId="{97E039B9-F5F4-4856-8ADA-BBF01B6D885C}"/>
    <dgm:cxn modelId="{4F6B1AA2-5432-4738-8E66-FCE41A053009}" srcId="{CEBA117E-C08D-4553-BD7F-2BA4436074D3}" destId="{19B96E8E-8992-4D5E-89E0-8C9A48A240BD}" srcOrd="0" destOrd="0" parTransId="{7AC3B4EE-125F-48DC-8462-B99E6BEB3EDA}" sibTransId="{E202AEF6-25DB-4E1B-AFCF-364EC697230C}"/>
    <dgm:cxn modelId="{B1AF2AF1-A15D-45DF-B54B-AA1D95CBBA72}" type="presOf" srcId="{19B96E8E-8992-4D5E-89E0-8C9A48A240BD}" destId="{B0C5ABBF-9F66-4EF6-89B9-B78F33E33E7B}" srcOrd="0" destOrd="0" presId="urn:microsoft.com/office/officeart/2018/2/layout/IconVerticalSolidList"/>
    <dgm:cxn modelId="{2F0004B4-844B-451D-B29E-57BC5474A593}" type="presParOf" srcId="{D0CBB0F1-0E50-4165-A026-81D330B17D03}" destId="{1C295D17-31F3-4D93-923B-7FAC0A674486}" srcOrd="0" destOrd="0" presId="urn:microsoft.com/office/officeart/2018/2/layout/IconVerticalSolidList"/>
    <dgm:cxn modelId="{125EBEAD-421E-4C96-BB4F-4BFD28DD60BE}" type="presParOf" srcId="{1C295D17-31F3-4D93-923B-7FAC0A674486}" destId="{85F9DF3C-0205-4229-8D7B-E8B504F99D29}" srcOrd="0" destOrd="0" presId="urn:microsoft.com/office/officeart/2018/2/layout/IconVerticalSolidList"/>
    <dgm:cxn modelId="{C4DC331C-3E29-4502-A1F3-D5E4F47F7FF4}" type="presParOf" srcId="{1C295D17-31F3-4D93-923B-7FAC0A674486}" destId="{BF0F1554-D5F5-4FE2-8946-D83AE7920BFF}" srcOrd="1" destOrd="0" presId="urn:microsoft.com/office/officeart/2018/2/layout/IconVerticalSolidList"/>
    <dgm:cxn modelId="{7BDF3A02-0B51-4A7A-8299-B71A9B8AB0AA}" type="presParOf" srcId="{1C295D17-31F3-4D93-923B-7FAC0A674486}" destId="{A89E8955-116A-44C7-9CEE-67336921E343}" srcOrd="2" destOrd="0" presId="urn:microsoft.com/office/officeart/2018/2/layout/IconVerticalSolidList"/>
    <dgm:cxn modelId="{3BBA4583-7A67-4CBA-B695-981AC3147C15}" type="presParOf" srcId="{1C295D17-31F3-4D93-923B-7FAC0A674486}" destId="{B0C5ABBF-9F66-4EF6-89B9-B78F33E33E7B}" srcOrd="3" destOrd="0" presId="urn:microsoft.com/office/officeart/2018/2/layout/IconVerticalSolidList"/>
    <dgm:cxn modelId="{DE9EB331-8898-4498-9AF0-8BBFC4B7E50A}" type="presParOf" srcId="{D0CBB0F1-0E50-4165-A026-81D330B17D03}" destId="{C27B99FE-FB70-41E7-A5B4-39EB68C5E44F}" srcOrd="1" destOrd="0" presId="urn:microsoft.com/office/officeart/2018/2/layout/IconVerticalSolidList"/>
    <dgm:cxn modelId="{EE2A3673-8B55-402A-9665-A542EA45DE61}" type="presParOf" srcId="{D0CBB0F1-0E50-4165-A026-81D330B17D03}" destId="{216C28A3-BE57-4E64-9E0B-C51D70DF34E1}" srcOrd="2" destOrd="0" presId="urn:microsoft.com/office/officeart/2018/2/layout/IconVerticalSolidList"/>
    <dgm:cxn modelId="{7F63630E-4C1E-4ED7-85A5-664F1AB617EF}" type="presParOf" srcId="{216C28A3-BE57-4E64-9E0B-C51D70DF34E1}" destId="{6DF0DBDF-384C-4B68-B874-0AF97A484E98}" srcOrd="0" destOrd="0" presId="urn:microsoft.com/office/officeart/2018/2/layout/IconVerticalSolidList"/>
    <dgm:cxn modelId="{DC1FB5D0-D10E-449D-BF12-E9257A01ACED}" type="presParOf" srcId="{216C28A3-BE57-4E64-9E0B-C51D70DF34E1}" destId="{F979F1A3-1B68-4FF4-9700-CAF3D8217B1D}" srcOrd="1" destOrd="0" presId="urn:microsoft.com/office/officeart/2018/2/layout/IconVerticalSolidList"/>
    <dgm:cxn modelId="{9D4708C0-C17F-41B4-9284-58A98D8B5E19}" type="presParOf" srcId="{216C28A3-BE57-4E64-9E0B-C51D70DF34E1}" destId="{7A6F46C0-8B94-4267-B711-F87D3022CE82}" srcOrd="2" destOrd="0" presId="urn:microsoft.com/office/officeart/2018/2/layout/IconVerticalSolidList"/>
    <dgm:cxn modelId="{67573583-4FF2-4840-8886-A81657264237}" type="presParOf" srcId="{216C28A3-BE57-4E64-9E0B-C51D70DF34E1}" destId="{16520B88-DA23-475F-8EB5-26C03DE0E913}" srcOrd="3" destOrd="0" presId="urn:microsoft.com/office/officeart/2018/2/layout/IconVerticalSolidList"/>
    <dgm:cxn modelId="{EFAECABB-7275-4FF3-B308-3D8209745AB4}" type="presParOf" srcId="{D0CBB0F1-0E50-4165-A026-81D330B17D03}" destId="{0697D8AD-3C3E-46A7-BBA1-3A5B0CED406E}" srcOrd="3" destOrd="0" presId="urn:microsoft.com/office/officeart/2018/2/layout/IconVerticalSolidList"/>
    <dgm:cxn modelId="{20CFB13F-4355-4CE8-BEB7-7EA931B7F0A1}" type="presParOf" srcId="{D0CBB0F1-0E50-4165-A026-81D330B17D03}" destId="{7A289805-4146-48FB-9FAC-BAFB86B71AE5}" srcOrd="4" destOrd="0" presId="urn:microsoft.com/office/officeart/2018/2/layout/IconVerticalSolidList"/>
    <dgm:cxn modelId="{E917FA50-EB47-48C8-A9C5-F0A4A545006E}" type="presParOf" srcId="{7A289805-4146-48FB-9FAC-BAFB86B71AE5}" destId="{2A23E889-DA51-4721-A067-714DF82347E3}" srcOrd="0" destOrd="0" presId="urn:microsoft.com/office/officeart/2018/2/layout/IconVerticalSolidList"/>
    <dgm:cxn modelId="{453469C3-2877-48D9-83B1-1925AB279883}" type="presParOf" srcId="{7A289805-4146-48FB-9FAC-BAFB86B71AE5}" destId="{36FB2CE9-4564-4C7D-B5F9-BACD4541DB0B}" srcOrd="1" destOrd="0" presId="urn:microsoft.com/office/officeart/2018/2/layout/IconVerticalSolidList"/>
    <dgm:cxn modelId="{ECAFC3EE-395C-4050-AD87-511F3C1B6DE7}" type="presParOf" srcId="{7A289805-4146-48FB-9FAC-BAFB86B71AE5}" destId="{07728FC5-8E94-4C34-A6A0-13B0D43DC357}" srcOrd="2" destOrd="0" presId="urn:microsoft.com/office/officeart/2018/2/layout/IconVerticalSolidList"/>
    <dgm:cxn modelId="{28B2B4FC-2E9A-4773-8FA6-C882AE47DFFE}" type="presParOf" srcId="{7A289805-4146-48FB-9FAC-BAFB86B71AE5}" destId="{07FF67A5-3533-4F71-9764-AA5EBDF2170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E69097-64A8-47DA-9FC5-CF18673E7C1D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2662657-65EF-4D99-AC46-899B3F73E6B9}">
      <dgm:prSet/>
      <dgm:spPr/>
      <dgm:t>
        <a:bodyPr/>
        <a:lstStyle/>
        <a:p>
          <a:r>
            <a:rPr lang="en-US"/>
            <a:t>Selected only the engineered features and scaled the features using "Standard Scaler".</a:t>
          </a:r>
        </a:p>
      </dgm:t>
    </dgm:pt>
    <dgm:pt modelId="{9B1B886A-45C5-4C58-B52D-1CF1621D7CE4}" type="parTrans" cxnId="{DF64BE44-F61E-4732-8E09-F36BC18CC992}">
      <dgm:prSet/>
      <dgm:spPr/>
      <dgm:t>
        <a:bodyPr/>
        <a:lstStyle/>
        <a:p>
          <a:endParaRPr lang="en-US"/>
        </a:p>
      </dgm:t>
    </dgm:pt>
    <dgm:pt modelId="{7C740D9F-49C8-457E-866B-B04F27DBF4A6}" type="sibTrans" cxnId="{DF64BE44-F61E-4732-8E09-F36BC18CC992}">
      <dgm:prSet/>
      <dgm:spPr/>
      <dgm:t>
        <a:bodyPr/>
        <a:lstStyle/>
        <a:p>
          <a:endParaRPr lang="en-US"/>
        </a:p>
      </dgm:t>
    </dgm:pt>
    <dgm:pt modelId="{DA00A7A9-9287-45AD-AED4-8EDBEFC14291}">
      <dgm:prSet/>
      <dgm:spPr/>
      <dgm:t>
        <a:bodyPr/>
        <a:lstStyle/>
        <a:p>
          <a:r>
            <a:rPr lang="en-US"/>
            <a:t>Also use seperate standard scaler for target value "Close".</a:t>
          </a:r>
        </a:p>
      </dgm:t>
    </dgm:pt>
    <dgm:pt modelId="{A331074C-7C68-4323-A060-DA2D2B7BEC99}" type="parTrans" cxnId="{6402765C-BCD1-425D-A845-1E2B99203583}">
      <dgm:prSet/>
      <dgm:spPr/>
      <dgm:t>
        <a:bodyPr/>
        <a:lstStyle/>
        <a:p>
          <a:endParaRPr lang="en-US"/>
        </a:p>
      </dgm:t>
    </dgm:pt>
    <dgm:pt modelId="{6ACA4287-0910-408A-8846-7C4580554FB8}" type="sibTrans" cxnId="{6402765C-BCD1-425D-A845-1E2B99203583}">
      <dgm:prSet/>
      <dgm:spPr/>
      <dgm:t>
        <a:bodyPr/>
        <a:lstStyle/>
        <a:p>
          <a:endParaRPr lang="en-US"/>
        </a:p>
      </dgm:t>
    </dgm:pt>
    <dgm:pt modelId="{482A376B-6E90-4C6C-A4A6-BDC8BEA1C615}">
      <dgm:prSet/>
      <dgm:spPr/>
      <dgm:t>
        <a:bodyPr/>
        <a:lstStyle/>
        <a:p>
          <a:r>
            <a:rPr lang="en-US"/>
            <a:t>Trained the linear model with scaled feature and scaled target. </a:t>
          </a:r>
        </a:p>
      </dgm:t>
    </dgm:pt>
    <dgm:pt modelId="{6E3EF65F-3771-4442-BFA8-A8910BE3044B}" type="parTrans" cxnId="{02983DC9-E505-4D25-B0A5-3C94D1CC11A0}">
      <dgm:prSet/>
      <dgm:spPr/>
      <dgm:t>
        <a:bodyPr/>
        <a:lstStyle/>
        <a:p>
          <a:endParaRPr lang="en-US"/>
        </a:p>
      </dgm:t>
    </dgm:pt>
    <dgm:pt modelId="{398E1539-B56A-4D70-8E29-CFE75AD35AA2}" type="sibTrans" cxnId="{02983DC9-E505-4D25-B0A5-3C94D1CC11A0}">
      <dgm:prSet/>
      <dgm:spPr/>
      <dgm:t>
        <a:bodyPr/>
        <a:lstStyle/>
        <a:p>
          <a:endParaRPr lang="en-US"/>
        </a:p>
      </dgm:t>
    </dgm:pt>
    <dgm:pt modelId="{3FEC532A-A9C3-43AB-BB89-3B86D0977B2F}">
      <dgm:prSet/>
      <dgm:spPr/>
      <dgm:t>
        <a:bodyPr/>
        <a:lstStyle/>
        <a:p>
          <a:r>
            <a:rPr lang="en-US"/>
            <a:t>Looped through the scaled test data to make prediction. </a:t>
          </a:r>
        </a:p>
      </dgm:t>
    </dgm:pt>
    <dgm:pt modelId="{2BF7421B-A42D-4EFA-AAAD-0EDBAB6E2B84}" type="parTrans" cxnId="{5305B361-C951-46F9-848B-A379C9A59E3C}">
      <dgm:prSet/>
      <dgm:spPr/>
      <dgm:t>
        <a:bodyPr/>
        <a:lstStyle/>
        <a:p>
          <a:endParaRPr lang="en-US"/>
        </a:p>
      </dgm:t>
    </dgm:pt>
    <dgm:pt modelId="{DB00201E-B5E5-49B8-81DE-74275179BAD6}" type="sibTrans" cxnId="{5305B361-C951-46F9-848B-A379C9A59E3C}">
      <dgm:prSet/>
      <dgm:spPr/>
      <dgm:t>
        <a:bodyPr/>
        <a:lstStyle/>
        <a:p>
          <a:endParaRPr lang="en-US"/>
        </a:p>
      </dgm:t>
    </dgm:pt>
    <dgm:pt modelId="{F081CD9C-7677-488C-951E-1BF4198C7FAF}">
      <dgm:prSet/>
      <dgm:spPr/>
      <dgm:t>
        <a:bodyPr/>
        <a:lstStyle/>
        <a:p>
          <a:r>
            <a:rPr lang="en-US"/>
            <a:t>Finally inverse the scaled prediction to original values.</a:t>
          </a:r>
        </a:p>
      </dgm:t>
    </dgm:pt>
    <dgm:pt modelId="{D0E157D2-B4DC-41CE-869A-B2955EF3993E}" type="parTrans" cxnId="{46467946-7C67-4DD2-A8F7-24DE8607F427}">
      <dgm:prSet/>
      <dgm:spPr/>
      <dgm:t>
        <a:bodyPr/>
        <a:lstStyle/>
        <a:p>
          <a:endParaRPr lang="en-US"/>
        </a:p>
      </dgm:t>
    </dgm:pt>
    <dgm:pt modelId="{0F9A8606-8BF8-4D37-821B-119F6F5D04A9}" type="sibTrans" cxnId="{46467946-7C67-4DD2-A8F7-24DE8607F427}">
      <dgm:prSet/>
      <dgm:spPr/>
      <dgm:t>
        <a:bodyPr/>
        <a:lstStyle/>
        <a:p>
          <a:endParaRPr lang="en-US"/>
        </a:p>
      </dgm:t>
    </dgm:pt>
    <dgm:pt modelId="{74144225-91E6-49DB-B21E-B24550B6631E}" type="pres">
      <dgm:prSet presAssocID="{5BE69097-64A8-47DA-9FC5-CF18673E7C1D}" presName="diagram" presStyleCnt="0">
        <dgm:presLayoutVars>
          <dgm:dir/>
          <dgm:resizeHandles val="exact"/>
        </dgm:presLayoutVars>
      </dgm:prSet>
      <dgm:spPr/>
    </dgm:pt>
    <dgm:pt modelId="{C89A00EA-20E5-435F-90B0-3BCCEB5C3714}" type="pres">
      <dgm:prSet presAssocID="{92662657-65EF-4D99-AC46-899B3F73E6B9}" presName="node" presStyleLbl="node1" presStyleIdx="0" presStyleCnt="5">
        <dgm:presLayoutVars>
          <dgm:bulletEnabled val="1"/>
        </dgm:presLayoutVars>
      </dgm:prSet>
      <dgm:spPr/>
    </dgm:pt>
    <dgm:pt modelId="{2F2E4D14-4832-4268-9518-D227494D19FE}" type="pres">
      <dgm:prSet presAssocID="{7C740D9F-49C8-457E-866B-B04F27DBF4A6}" presName="sibTrans" presStyleCnt="0"/>
      <dgm:spPr/>
    </dgm:pt>
    <dgm:pt modelId="{5EE635E1-298E-4866-8428-82FF06270995}" type="pres">
      <dgm:prSet presAssocID="{DA00A7A9-9287-45AD-AED4-8EDBEFC14291}" presName="node" presStyleLbl="node1" presStyleIdx="1" presStyleCnt="5">
        <dgm:presLayoutVars>
          <dgm:bulletEnabled val="1"/>
        </dgm:presLayoutVars>
      </dgm:prSet>
      <dgm:spPr/>
    </dgm:pt>
    <dgm:pt modelId="{D1F63D04-7F62-43E4-B61C-2996965F827D}" type="pres">
      <dgm:prSet presAssocID="{6ACA4287-0910-408A-8846-7C4580554FB8}" presName="sibTrans" presStyleCnt="0"/>
      <dgm:spPr/>
    </dgm:pt>
    <dgm:pt modelId="{D0E3DEEE-C19B-4747-8319-B065F2993C5D}" type="pres">
      <dgm:prSet presAssocID="{482A376B-6E90-4C6C-A4A6-BDC8BEA1C615}" presName="node" presStyleLbl="node1" presStyleIdx="2" presStyleCnt="5">
        <dgm:presLayoutVars>
          <dgm:bulletEnabled val="1"/>
        </dgm:presLayoutVars>
      </dgm:prSet>
      <dgm:spPr/>
    </dgm:pt>
    <dgm:pt modelId="{256CBDCD-76C2-4EE0-B150-EB2DA5CE821D}" type="pres">
      <dgm:prSet presAssocID="{398E1539-B56A-4D70-8E29-CFE75AD35AA2}" presName="sibTrans" presStyleCnt="0"/>
      <dgm:spPr/>
    </dgm:pt>
    <dgm:pt modelId="{9134E71E-65BB-456F-B830-67FEC83EBAA6}" type="pres">
      <dgm:prSet presAssocID="{3FEC532A-A9C3-43AB-BB89-3B86D0977B2F}" presName="node" presStyleLbl="node1" presStyleIdx="3" presStyleCnt="5">
        <dgm:presLayoutVars>
          <dgm:bulletEnabled val="1"/>
        </dgm:presLayoutVars>
      </dgm:prSet>
      <dgm:spPr/>
    </dgm:pt>
    <dgm:pt modelId="{A89A38C3-F04F-4077-9D66-678C37836E4F}" type="pres">
      <dgm:prSet presAssocID="{DB00201E-B5E5-49B8-81DE-74275179BAD6}" presName="sibTrans" presStyleCnt="0"/>
      <dgm:spPr/>
    </dgm:pt>
    <dgm:pt modelId="{83772BD3-7CE5-4F12-8749-9F6386883217}" type="pres">
      <dgm:prSet presAssocID="{F081CD9C-7677-488C-951E-1BF4198C7FAF}" presName="node" presStyleLbl="node1" presStyleIdx="4" presStyleCnt="5">
        <dgm:presLayoutVars>
          <dgm:bulletEnabled val="1"/>
        </dgm:presLayoutVars>
      </dgm:prSet>
      <dgm:spPr/>
    </dgm:pt>
  </dgm:ptLst>
  <dgm:cxnLst>
    <dgm:cxn modelId="{B70F4100-AA4F-4C51-BC62-4CB48D3A6018}" type="presOf" srcId="{DA00A7A9-9287-45AD-AED4-8EDBEFC14291}" destId="{5EE635E1-298E-4866-8428-82FF06270995}" srcOrd="0" destOrd="0" presId="urn:microsoft.com/office/officeart/2005/8/layout/default"/>
    <dgm:cxn modelId="{38CC8520-231F-406F-9120-961E71638184}" type="presOf" srcId="{482A376B-6E90-4C6C-A4A6-BDC8BEA1C615}" destId="{D0E3DEEE-C19B-4747-8319-B065F2993C5D}" srcOrd="0" destOrd="0" presId="urn:microsoft.com/office/officeart/2005/8/layout/default"/>
    <dgm:cxn modelId="{F9486E38-078A-42F8-801B-21AE903548AD}" type="presOf" srcId="{3FEC532A-A9C3-43AB-BB89-3B86D0977B2F}" destId="{9134E71E-65BB-456F-B830-67FEC83EBAA6}" srcOrd="0" destOrd="0" presId="urn:microsoft.com/office/officeart/2005/8/layout/default"/>
    <dgm:cxn modelId="{2444AB5B-0C56-42AB-9632-FDF63B630ED6}" type="presOf" srcId="{F081CD9C-7677-488C-951E-1BF4198C7FAF}" destId="{83772BD3-7CE5-4F12-8749-9F6386883217}" srcOrd="0" destOrd="0" presId="urn:microsoft.com/office/officeart/2005/8/layout/default"/>
    <dgm:cxn modelId="{6402765C-BCD1-425D-A845-1E2B99203583}" srcId="{5BE69097-64A8-47DA-9FC5-CF18673E7C1D}" destId="{DA00A7A9-9287-45AD-AED4-8EDBEFC14291}" srcOrd="1" destOrd="0" parTransId="{A331074C-7C68-4323-A060-DA2D2B7BEC99}" sibTransId="{6ACA4287-0910-408A-8846-7C4580554FB8}"/>
    <dgm:cxn modelId="{5305B361-C951-46F9-848B-A379C9A59E3C}" srcId="{5BE69097-64A8-47DA-9FC5-CF18673E7C1D}" destId="{3FEC532A-A9C3-43AB-BB89-3B86D0977B2F}" srcOrd="3" destOrd="0" parTransId="{2BF7421B-A42D-4EFA-AAAD-0EDBAB6E2B84}" sibTransId="{DB00201E-B5E5-49B8-81DE-74275179BAD6}"/>
    <dgm:cxn modelId="{DF64BE44-F61E-4732-8E09-F36BC18CC992}" srcId="{5BE69097-64A8-47DA-9FC5-CF18673E7C1D}" destId="{92662657-65EF-4D99-AC46-899B3F73E6B9}" srcOrd="0" destOrd="0" parTransId="{9B1B886A-45C5-4C58-B52D-1CF1621D7CE4}" sibTransId="{7C740D9F-49C8-457E-866B-B04F27DBF4A6}"/>
    <dgm:cxn modelId="{46467946-7C67-4DD2-A8F7-24DE8607F427}" srcId="{5BE69097-64A8-47DA-9FC5-CF18673E7C1D}" destId="{F081CD9C-7677-488C-951E-1BF4198C7FAF}" srcOrd="4" destOrd="0" parTransId="{D0E157D2-B4DC-41CE-869A-B2955EF3993E}" sibTransId="{0F9A8606-8BF8-4D37-821B-119F6F5D04A9}"/>
    <dgm:cxn modelId="{0A877579-16C0-4B87-9A21-5FAC9C383062}" type="presOf" srcId="{92662657-65EF-4D99-AC46-899B3F73E6B9}" destId="{C89A00EA-20E5-435F-90B0-3BCCEB5C3714}" srcOrd="0" destOrd="0" presId="urn:microsoft.com/office/officeart/2005/8/layout/default"/>
    <dgm:cxn modelId="{6EE4CCC5-11B7-49E9-A313-871A12C155BB}" type="presOf" srcId="{5BE69097-64A8-47DA-9FC5-CF18673E7C1D}" destId="{74144225-91E6-49DB-B21E-B24550B6631E}" srcOrd="0" destOrd="0" presId="urn:microsoft.com/office/officeart/2005/8/layout/default"/>
    <dgm:cxn modelId="{02983DC9-E505-4D25-B0A5-3C94D1CC11A0}" srcId="{5BE69097-64A8-47DA-9FC5-CF18673E7C1D}" destId="{482A376B-6E90-4C6C-A4A6-BDC8BEA1C615}" srcOrd="2" destOrd="0" parTransId="{6E3EF65F-3771-4442-BFA8-A8910BE3044B}" sibTransId="{398E1539-B56A-4D70-8E29-CFE75AD35AA2}"/>
    <dgm:cxn modelId="{0D16C8BB-3C42-4A9C-B663-72C13372EE2C}" type="presParOf" srcId="{74144225-91E6-49DB-B21E-B24550B6631E}" destId="{C89A00EA-20E5-435F-90B0-3BCCEB5C3714}" srcOrd="0" destOrd="0" presId="urn:microsoft.com/office/officeart/2005/8/layout/default"/>
    <dgm:cxn modelId="{281EE98C-FD2C-4A8B-8259-412B494AD82D}" type="presParOf" srcId="{74144225-91E6-49DB-B21E-B24550B6631E}" destId="{2F2E4D14-4832-4268-9518-D227494D19FE}" srcOrd="1" destOrd="0" presId="urn:microsoft.com/office/officeart/2005/8/layout/default"/>
    <dgm:cxn modelId="{71FD688A-A505-4EA5-8991-F168DBCDA940}" type="presParOf" srcId="{74144225-91E6-49DB-B21E-B24550B6631E}" destId="{5EE635E1-298E-4866-8428-82FF06270995}" srcOrd="2" destOrd="0" presId="urn:microsoft.com/office/officeart/2005/8/layout/default"/>
    <dgm:cxn modelId="{251487EF-B449-449F-9E42-7FD7B21633E6}" type="presParOf" srcId="{74144225-91E6-49DB-B21E-B24550B6631E}" destId="{D1F63D04-7F62-43E4-B61C-2996965F827D}" srcOrd="3" destOrd="0" presId="urn:microsoft.com/office/officeart/2005/8/layout/default"/>
    <dgm:cxn modelId="{A981DDF9-2C7B-40D6-9D68-282F2E95AD26}" type="presParOf" srcId="{74144225-91E6-49DB-B21E-B24550B6631E}" destId="{D0E3DEEE-C19B-4747-8319-B065F2993C5D}" srcOrd="4" destOrd="0" presId="urn:microsoft.com/office/officeart/2005/8/layout/default"/>
    <dgm:cxn modelId="{279F8804-F4D1-4710-9279-05E53706FD10}" type="presParOf" srcId="{74144225-91E6-49DB-B21E-B24550B6631E}" destId="{256CBDCD-76C2-4EE0-B150-EB2DA5CE821D}" srcOrd="5" destOrd="0" presId="urn:microsoft.com/office/officeart/2005/8/layout/default"/>
    <dgm:cxn modelId="{5EFE06A8-5D8D-4D72-99C1-838A0EA24B92}" type="presParOf" srcId="{74144225-91E6-49DB-B21E-B24550B6631E}" destId="{9134E71E-65BB-456F-B830-67FEC83EBAA6}" srcOrd="6" destOrd="0" presId="urn:microsoft.com/office/officeart/2005/8/layout/default"/>
    <dgm:cxn modelId="{916F5A9A-6E5B-466B-A528-F13B2ECF4E8E}" type="presParOf" srcId="{74144225-91E6-49DB-B21E-B24550B6631E}" destId="{A89A38C3-F04F-4077-9D66-678C37836E4F}" srcOrd="7" destOrd="0" presId="urn:microsoft.com/office/officeart/2005/8/layout/default"/>
    <dgm:cxn modelId="{B0FBBFB8-5E70-43A4-B947-B7F9DB248840}" type="presParOf" srcId="{74144225-91E6-49DB-B21E-B24550B6631E}" destId="{83772BD3-7CE5-4F12-8749-9F6386883217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455C2A-1240-4D7F-8194-6A967F5895A4}" type="doc">
      <dgm:prSet loTypeId="urn:microsoft.com/office/officeart/2018/2/layout/IconCircle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2B6F3D6-8CB0-4E1E-9D89-8207D332339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Mean Absolute Error (MAE) : </a:t>
          </a:r>
          <a:r>
            <a:rPr lang="en-GB" b="1" dirty="0"/>
            <a:t>0.1819</a:t>
          </a:r>
          <a:endParaRPr lang="en-US" b="1" dirty="0"/>
        </a:p>
      </dgm:t>
    </dgm:pt>
    <dgm:pt modelId="{91DAFA06-E32E-4ACC-8049-BE96EEDED7E2}" type="parTrans" cxnId="{363E8499-5993-44C3-B1A7-C06DD82FCA9D}">
      <dgm:prSet/>
      <dgm:spPr/>
      <dgm:t>
        <a:bodyPr/>
        <a:lstStyle/>
        <a:p>
          <a:endParaRPr lang="en-US"/>
        </a:p>
      </dgm:t>
    </dgm:pt>
    <dgm:pt modelId="{B82DA495-4698-4AA3-83D1-9F54C00E7F12}" type="sibTrans" cxnId="{363E8499-5993-44C3-B1A7-C06DD82FCA9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DA38CCD-403F-4B5B-BBC1-509075E3A07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Mean Squared Error (MSE) : </a:t>
          </a:r>
          <a:r>
            <a:rPr lang="en-GB" b="1" dirty="0"/>
            <a:t>0.0554</a:t>
          </a:r>
          <a:endParaRPr lang="en-US" b="1" dirty="0"/>
        </a:p>
      </dgm:t>
    </dgm:pt>
    <dgm:pt modelId="{C9C1076A-2128-4D93-A70B-663F2768A5DC}" type="parTrans" cxnId="{5B249DE6-8660-477C-8798-EB71591829F5}">
      <dgm:prSet/>
      <dgm:spPr/>
      <dgm:t>
        <a:bodyPr/>
        <a:lstStyle/>
        <a:p>
          <a:endParaRPr lang="en-US"/>
        </a:p>
      </dgm:t>
    </dgm:pt>
    <dgm:pt modelId="{1C3CEEED-0912-4817-B638-B0515581C953}" type="sibTrans" cxnId="{5B249DE6-8660-477C-8798-EB71591829F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51D3314-DB35-4F35-8BF9-8EB43524411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Root Mean Squared Error (RMSE) : </a:t>
          </a:r>
          <a:r>
            <a:rPr lang="en-GB" b="1" dirty="0"/>
            <a:t>0.2354</a:t>
          </a:r>
          <a:endParaRPr lang="en-US" b="1" dirty="0"/>
        </a:p>
      </dgm:t>
    </dgm:pt>
    <dgm:pt modelId="{22A7DF21-1F0A-442C-8704-8142CBE0F952}" type="parTrans" cxnId="{62CE60E7-54E1-4A40-90E6-DC50C0187E56}">
      <dgm:prSet/>
      <dgm:spPr/>
      <dgm:t>
        <a:bodyPr/>
        <a:lstStyle/>
        <a:p>
          <a:endParaRPr lang="en-US"/>
        </a:p>
      </dgm:t>
    </dgm:pt>
    <dgm:pt modelId="{FE722390-1560-468E-8798-361FB22E3F24}" type="sibTrans" cxnId="{62CE60E7-54E1-4A40-90E6-DC50C0187E5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49BF6C9-B7B3-4624-902A-9B340C5D591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R-squared (R-2) 0</a:t>
          </a:r>
          <a:r>
            <a:rPr lang="en-GB" b="1" dirty="0"/>
            <a:t>.8676</a:t>
          </a:r>
          <a:endParaRPr lang="en-US" b="1" dirty="0"/>
        </a:p>
      </dgm:t>
    </dgm:pt>
    <dgm:pt modelId="{D1A138BE-4017-41A3-89F1-1575A52A6B60}" type="parTrans" cxnId="{6A14C7D8-741E-4807-9CAD-B4A1B6F99215}">
      <dgm:prSet/>
      <dgm:spPr/>
      <dgm:t>
        <a:bodyPr/>
        <a:lstStyle/>
        <a:p>
          <a:endParaRPr lang="en-US"/>
        </a:p>
      </dgm:t>
    </dgm:pt>
    <dgm:pt modelId="{520A0D67-494D-4B17-9869-C39420BC7C88}" type="sibTrans" cxnId="{6A14C7D8-741E-4807-9CAD-B4A1B6F99215}">
      <dgm:prSet/>
      <dgm:spPr/>
      <dgm:t>
        <a:bodyPr/>
        <a:lstStyle/>
        <a:p>
          <a:endParaRPr lang="en-US"/>
        </a:p>
      </dgm:t>
    </dgm:pt>
    <dgm:pt modelId="{CD1CB079-37CF-4021-A727-B671378B9362}" type="pres">
      <dgm:prSet presAssocID="{F0455C2A-1240-4D7F-8194-6A967F5895A4}" presName="root" presStyleCnt="0">
        <dgm:presLayoutVars>
          <dgm:dir/>
          <dgm:resizeHandles val="exact"/>
        </dgm:presLayoutVars>
      </dgm:prSet>
      <dgm:spPr/>
    </dgm:pt>
    <dgm:pt modelId="{864AB3AE-9D2B-4115-8DA2-F50B75687EC4}" type="pres">
      <dgm:prSet presAssocID="{F0455C2A-1240-4D7F-8194-6A967F5895A4}" presName="container" presStyleCnt="0">
        <dgm:presLayoutVars>
          <dgm:dir/>
          <dgm:resizeHandles val="exact"/>
        </dgm:presLayoutVars>
      </dgm:prSet>
      <dgm:spPr/>
    </dgm:pt>
    <dgm:pt modelId="{BCC81D50-EB91-4037-BAAF-2EFC2DA1492E}" type="pres">
      <dgm:prSet presAssocID="{92B6F3D6-8CB0-4E1E-9D89-8207D3323399}" presName="compNode" presStyleCnt="0"/>
      <dgm:spPr/>
    </dgm:pt>
    <dgm:pt modelId="{7260E7C1-79F1-422E-8918-B8469D5C3334}" type="pres">
      <dgm:prSet presAssocID="{92B6F3D6-8CB0-4E1E-9D89-8207D3323399}" presName="iconBgRect" presStyleLbl="bgShp" presStyleIdx="0" presStyleCnt="4"/>
      <dgm:spPr/>
    </dgm:pt>
    <dgm:pt modelId="{A55000C8-444D-427D-9839-471178902D0D}" type="pres">
      <dgm:prSet presAssocID="{92B6F3D6-8CB0-4E1E-9D89-8207D332339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F53D0D7E-2C1D-4A78-8097-46815DDEBE45}" type="pres">
      <dgm:prSet presAssocID="{92B6F3D6-8CB0-4E1E-9D89-8207D3323399}" presName="spaceRect" presStyleCnt="0"/>
      <dgm:spPr/>
    </dgm:pt>
    <dgm:pt modelId="{F673298B-267B-4A5C-8357-C95002F1ECFC}" type="pres">
      <dgm:prSet presAssocID="{92B6F3D6-8CB0-4E1E-9D89-8207D3323399}" presName="textRect" presStyleLbl="revTx" presStyleIdx="0" presStyleCnt="4">
        <dgm:presLayoutVars>
          <dgm:chMax val="1"/>
          <dgm:chPref val="1"/>
        </dgm:presLayoutVars>
      </dgm:prSet>
      <dgm:spPr/>
    </dgm:pt>
    <dgm:pt modelId="{81D85402-F7AD-4BFB-B74D-450B61A157E1}" type="pres">
      <dgm:prSet presAssocID="{B82DA495-4698-4AA3-83D1-9F54C00E7F12}" presName="sibTrans" presStyleLbl="sibTrans2D1" presStyleIdx="0" presStyleCnt="0"/>
      <dgm:spPr/>
    </dgm:pt>
    <dgm:pt modelId="{A98F8843-CD2D-4C1A-97CC-86926276EFE1}" type="pres">
      <dgm:prSet presAssocID="{BDA38CCD-403F-4B5B-BBC1-509075E3A07E}" presName="compNode" presStyleCnt="0"/>
      <dgm:spPr/>
    </dgm:pt>
    <dgm:pt modelId="{5B6BB6FD-A08E-489A-97DB-EAD918C9F44E}" type="pres">
      <dgm:prSet presAssocID="{BDA38CCD-403F-4B5B-BBC1-509075E3A07E}" presName="iconBgRect" presStyleLbl="bgShp" presStyleIdx="1" presStyleCnt="4"/>
      <dgm:spPr/>
    </dgm:pt>
    <dgm:pt modelId="{200C9E09-A063-48FD-BA45-19C367EE4F2C}" type="pres">
      <dgm:prSet presAssocID="{BDA38CCD-403F-4B5B-BBC1-509075E3A07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E95A76A5-0A02-4BB7-B5A9-B0B48269995D}" type="pres">
      <dgm:prSet presAssocID="{BDA38CCD-403F-4B5B-BBC1-509075E3A07E}" presName="spaceRect" presStyleCnt="0"/>
      <dgm:spPr/>
    </dgm:pt>
    <dgm:pt modelId="{46CC73AF-86CF-4906-B127-9E5B02A88275}" type="pres">
      <dgm:prSet presAssocID="{BDA38CCD-403F-4B5B-BBC1-509075E3A07E}" presName="textRect" presStyleLbl="revTx" presStyleIdx="1" presStyleCnt="4">
        <dgm:presLayoutVars>
          <dgm:chMax val="1"/>
          <dgm:chPref val="1"/>
        </dgm:presLayoutVars>
      </dgm:prSet>
      <dgm:spPr/>
    </dgm:pt>
    <dgm:pt modelId="{D9988CE8-7F85-4470-9C27-C5D1AC254D12}" type="pres">
      <dgm:prSet presAssocID="{1C3CEEED-0912-4817-B638-B0515581C953}" presName="sibTrans" presStyleLbl="sibTrans2D1" presStyleIdx="0" presStyleCnt="0"/>
      <dgm:spPr/>
    </dgm:pt>
    <dgm:pt modelId="{6B6DE63C-106E-4C61-8894-6DDE4114FB72}" type="pres">
      <dgm:prSet presAssocID="{F51D3314-DB35-4F35-8BF9-8EB435244119}" presName="compNode" presStyleCnt="0"/>
      <dgm:spPr/>
    </dgm:pt>
    <dgm:pt modelId="{0AB01C1D-5285-4444-A70C-3904A6026E3B}" type="pres">
      <dgm:prSet presAssocID="{F51D3314-DB35-4F35-8BF9-8EB435244119}" presName="iconBgRect" presStyleLbl="bgShp" presStyleIdx="2" presStyleCnt="4"/>
      <dgm:spPr/>
    </dgm:pt>
    <dgm:pt modelId="{4A003380-6B47-421C-8535-9D6DB4A2541B}" type="pres">
      <dgm:prSet presAssocID="{F51D3314-DB35-4F35-8BF9-8EB43524411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2FCF4297-13F2-42B6-A05E-9B6D0A04A11B}" type="pres">
      <dgm:prSet presAssocID="{F51D3314-DB35-4F35-8BF9-8EB435244119}" presName="spaceRect" presStyleCnt="0"/>
      <dgm:spPr/>
    </dgm:pt>
    <dgm:pt modelId="{2109AB41-AEC6-42EB-8F30-8E9B1B1D1851}" type="pres">
      <dgm:prSet presAssocID="{F51D3314-DB35-4F35-8BF9-8EB435244119}" presName="textRect" presStyleLbl="revTx" presStyleIdx="2" presStyleCnt="4">
        <dgm:presLayoutVars>
          <dgm:chMax val="1"/>
          <dgm:chPref val="1"/>
        </dgm:presLayoutVars>
      </dgm:prSet>
      <dgm:spPr/>
    </dgm:pt>
    <dgm:pt modelId="{8F2B07DF-E4C4-4293-BC4F-B130C9D44811}" type="pres">
      <dgm:prSet presAssocID="{FE722390-1560-468E-8798-361FB22E3F24}" presName="sibTrans" presStyleLbl="sibTrans2D1" presStyleIdx="0" presStyleCnt="0"/>
      <dgm:spPr/>
    </dgm:pt>
    <dgm:pt modelId="{3632E18C-E743-4873-A152-EBE9469B4CC6}" type="pres">
      <dgm:prSet presAssocID="{149BF6C9-B7B3-4624-902A-9B340C5D5916}" presName="compNode" presStyleCnt="0"/>
      <dgm:spPr/>
    </dgm:pt>
    <dgm:pt modelId="{EB715E84-D414-4FA5-804A-BBD200C4C0DC}" type="pres">
      <dgm:prSet presAssocID="{149BF6C9-B7B3-4624-902A-9B340C5D5916}" presName="iconBgRect" presStyleLbl="bgShp" presStyleIdx="3" presStyleCnt="4"/>
      <dgm:spPr/>
    </dgm:pt>
    <dgm:pt modelId="{785A933B-E633-41B4-A509-B7D94174A2E5}" type="pres">
      <dgm:prSet presAssocID="{149BF6C9-B7B3-4624-902A-9B340C5D591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D6D4B631-D1C5-4662-8739-5D9029C9F670}" type="pres">
      <dgm:prSet presAssocID="{149BF6C9-B7B3-4624-902A-9B340C5D5916}" presName="spaceRect" presStyleCnt="0"/>
      <dgm:spPr/>
    </dgm:pt>
    <dgm:pt modelId="{8F267460-CD35-4240-A9E7-2293B4034411}" type="pres">
      <dgm:prSet presAssocID="{149BF6C9-B7B3-4624-902A-9B340C5D591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DF06724-8E1D-4D57-BBAE-E55EE37D4915}" type="presOf" srcId="{F51D3314-DB35-4F35-8BF9-8EB435244119}" destId="{2109AB41-AEC6-42EB-8F30-8E9B1B1D1851}" srcOrd="0" destOrd="0" presId="urn:microsoft.com/office/officeart/2018/2/layout/IconCircleList"/>
    <dgm:cxn modelId="{EE27CC62-A6FA-4BAD-9E98-EBF73DBAB968}" type="presOf" srcId="{1C3CEEED-0912-4817-B638-B0515581C953}" destId="{D9988CE8-7F85-4470-9C27-C5D1AC254D12}" srcOrd="0" destOrd="0" presId="urn:microsoft.com/office/officeart/2018/2/layout/IconCircleList"/>
    <dgm:cxn modelId="{9F638144-FDAE-4D3B-868D-3585F4997D64}" type="presOf" srcId="{F0455C2A-1240-4D7F-8194-6A967F5895A4}" destId="{CD1CB079-37CF-4021-A727-B671378B9362}" srcOrd="0" destOrd="0" presId="urn:microsoft.com/office/officeart/2018/2/layout/IconCircleList"/>
    <dgm:cxn modelId="{3A37DA68-E4AE-4936-9F90-928131406654}" type="presOf" srcId="{B82DA495-4698-4AA3-83D1-9F54C00E7F12}" destId="{81D85402-F7AD-4BFB-B74D-450B61A157E1}" srcOrd="0" destOrd="0" presId="urn:microsoft.com/office/officeart/2018/2/layout/IconCircleList"/>
    <dgm:cxn modelId="{C2B84B69-44B4-43AE-923A-83BC2BC14DAF}" type="presOf" srcId="{92B6F3D6-8CB0-4E1E-9D89-8207D3323399}" destId="{F673298B-267B-4A5C-8357-C95002F1ECFC}" srcOrd="0" destOrd="0" presId="urn:microsoft.com/office/officeart/2018/2/layout/IconCircleList"/>
    <dgm:cxn modelId="{DF691F55-E383-4FC8-B5B2-0262E6F29779}" type="presOf" srcId="{BDA38CCD-403F-4B5B-BBC1-509075E3A07E}" destId="{46CC73AF-86CF-4906-B127-9E5B02A88275}" srcOrd="0" destOrd="0" presId="urn:microsoft.com/office/officeart/2018/2/layout/IconCircleList"/>
    <dgm:cxn modelId="{EF2C9B89-D330-4423-8C0B-9183BD2CFCE6}" type="presOf" srcId="{149BF6C9-B7B3-4624-902A-9B340C5D5916}" destId="{8F267460-CD35-4240-A9E7-2293B4034411}" srcOrd="0" destOrd="0" presId="urn:microsoft.com/office/officeart/2018/2/layout/IconCircleList"/>
    <dgm:cxn modelId="{363E8499-5993-44C3-B1A7-C06DD82FCA9D}" srcId="{F0455C2A-1240-4D7F-8194-6A967F5895A4}" destId="{92B6F3D6-8CB0-4E1E-9D89-8207D3323399}" srcOrd="0" destOrd="0" parTransId="{91DAFA06-E32E-4ACC-8049-BE96EEDED7E2}" sibTransId="{B82DA495-4698-4AA3-83D1-9F54C00E7F12}"/>
    <dgm:cxn modelId="{6A14C7D8-741E-4807-9CAD-B4A1B6F99215}" srcId="{F0455C2A-1240-4D7F-8194-6A967F5895A4}" destId="{149BF6C9-B7B3-4624-902A-9B340C5D5916}" srcOrd="3" destOrd="0" parTransId="{D1A138BE-4017-41A3-89F1-1575A52A6B60}" sibTransId="{520A0D67-494D-4B17-9869-C39420BC7C88}"/>
    <dgm:cxn modelId="{5B249DE6-8660-477C-8798-EB71591829F5}" srcId="{F0455C2A-1240-4D7F-8194-6A967F5895A4}" destId="{BDA38CCD-403F-4B5B-BBC1-509075E3A07E}" srcOrd="1" destOrd="0" parTransId="{C9C1076A-2128-4D93-A70B-663F2768A5DC}" sibTransId="{1C3CEEED-0912-4817-B638-B0515581C953}"/>
    <dgm:cxn modelId="{62CE60E7-54E1-4A40-90E6-DC50C0187E56}" srcId="{F0455C2A-1240-4D7F-8194-6A967F5895A4}" destId="{F51D3314-DB35-4F35-8BF9-8EB435244119}" srcOrd="2" destOrd="0" parTransId="{22A7DF21-1F0A-442C-8704-8142CBE0F952}" sibTransId="{FE722390-1560-468E-8798-361FB22E3F24}"/>
    <dgm:cxn modelId="{F820F9E7-9658-4EEA-8E0A-8FFB1ADD7372}" type="presOf" srcId="{FE722390-1560-468E-8798-361FB22E3F24}" destId="{8F2B07DF-E4C4-4293-BC4F-B130C9D44811}" srcOrd="0" destOrd="0" presId="urn:microsoft.com/office/officeart/2018/2/layout/IconCircleList"/>
    <dgm:cxn modelId="{CFD4F0CD-05BA-4BFA-A254-0C523D7F01FE}" type="presParOf" srcId="{CD1CB079-37CF-4021-A727-B671378B9362}" destId="{864AB3AE-9D2B-4115-8DA2-F50B75687EC4}" srcOrd="0" destOrd="0" presId="urn:microsoft.com/office/officeart/2018/2/layout/IconCircleList"/>
    <dgm:cxn modelId="{876F62B6-5CCA-4EBE-8CDC-CFC1221248B3}" type="presParOf" srcId="{864AB3AE-9D2B-4115-8DA2-F50B75687EC4}" destId="{BCC81D50-EB91-4037-BAAF-2EFC2DA1492E}" srcOrd="0" destOrd="0" presId="urn:microsoft.com/office/officeart/2018/2/layout/IconCircleList"/>
    <dgm:cxn modelId="{77B89FA0-7053-4054-A11C-95D33B15F3BC}" type="presParOf" srcId="{BCC81D50-EB91-4037-BAAF-2EFC2DA1492E}" destId="{7260E7C1-79F1-422E-8918-B8469D5C3334}" srcOrd="0" destOrd="0" presId="urn:microsoft.com/office/officeart/2018/2/layout/IconCircleList"/>
    <dgm:cxn modelId="{DD6C8F6D-99FD-4BEA-BFEB-EED54066B503}" type="presParOf" srcId="{BCC81D50-EB91-4037-BAAF-2EFC2DA1492E}" destId="{A55000C8-444D-427D-9839-471178902D0D}" srcOrd="1" destOrd="0" presId="urn:microsoft.com/office/officeart/2018/2/layout/IconCircleList"/>
    <dgm:cxn modelId="{574E1CE1-2B53-46DD-BE4B-534EA82BA192}" type="presParOf" srcId="{BCC81D50-EB91-4037-BAAF-2EFC2DA1492E}" destId="{F53D0D7E-2C1D-4A78-8097-46815DDEBE45}" srcOrd="2" destOrd="0" presId="urn:microsoft.com/office/officeart/2018/2/layout/IconCircleList"/>
    <dgm:cxn modelId="{468CCE80-A5EE-480C-BEBA-243278315B50}" type="presParOf" srcId="{BCC81D50-EB91-4037-BAAF-2EFC2DA1492E}" destId="{F673298B-267B-4A5C-8357-C95002F1ECFC}" srcOrd="3" destOrd="0" presId="urn:microsoft.com/office/officeart/2018/2/layout/IconCircleList"/>
    <dgm:cxn modelId="{58257829-BC56-43D0-9A9A-0372E64C1C7E}" type="presParOf" srcId="{864AB3AE-9D2B-4115-8DA2-F50B75687EC4}" destId="{81D85402-F7AD-4BFB-B74D-450B61A157E1}" srcOrd="1" destOrd="0" presId="urn:microsoft.com/office/officeart/2018/2/layout/IconCircleList"/>
    <dgm:cxn modelId="{0A318F44-9B19-478E-B036-72471BB49E97}" type="presParOf" srcId="{864AB3AE-9D2B-4115-8DA2-F50B75687EC4}" destId="{A98F8843-CD2D-4C1A-97CC-86926276EFE1}" srcOrd="2" destOrd="0" presId="urn:microsoft.com/office/officeart/2018/2/layout/IconCircleList"/>
    <dgm:cxn modelId="{9E0801B8-B2D5-4109-AF71-C3385E8F556B}" type="presParOf" srcId="{A98F8843-CD2D-4C1A-97CC-86926276EFE1}" destId="{5B6BB6FD-A08E-489A-97DB-EAD918C9F44E}" srcOrd="0" destOrd="0" presId="urn:microsoft.com/office/officeart/2018/2/layout/IconCircleList"/>
    <dgm:cxn modelId="{847F999A-90B4-4A14-87B9-FBA4DA5B3C55}" type="presParOf" srcId="{A98F8843-CD2D-4C1A-97CC-86926276EFE1}" destId="{200C9E09-A063-48FD-BA45-19C367EE4F2C}" srcOrd="1" destOrd="0" presId="urn:microsoft.com/office/officeart/2018/2/layout/IconCircleList"/>
    <dgm:cxn modelId="{A0B3337A-999D-4579-9DF7-18B70D07CD9B}" type="presParOf" srcId="{A98F8843-CD2D-4C1A-97CC-86926276EFE1}" destId="{E95A76A5-0A02-4BB7-B5A9-B0B48269995D}" srcOrd="2" destOrd="0" presId="urn:microsoft.com/office/officeart/2018/2/layout/IconCircleList"/>
    <dgm:cxn modelId="{D24DAA9D-15F2-4E28-9D37-B76E17FB8F86}" type="presParOf" srcId="{A98F8843-CD2D-4C1A-97CC-86926276EFE1}" destId="{46CC73AF-86CF-4906-B127-9E5B02A88275}" srcOrd="3" destOrd="0" presId="urn:microsoft.com/office/officeart/2018/2/layout/IconCircleList"/>
    <dgm:cxn modelId="{6215D3EB-3C95-43A4-9942-6F7F701151E8}" type="presParOf" srcId="{864AB3AE-9D2B-4115-8DA2-F50B75687EC4}" destId="{D9988CE8-7F85-4470-9C27-C5D1AC254D12}" srcOrd="3" destOrd="0" presId="urn:microsoft.com/office/officeart/2018/2/layout/IconCircleList"/>
    <dgm:cxn modelId="{175E378D-AC30-4215-9BF9-69A401DA1A72}" type="presParOf" srcId="{864AB3AE-9D2B-4115-8DA2-F50B75687EC4}" destId="{6B6DE63C-106E-4C61-8894-6DDE4114FB72}" srcOrd="4" destOrd="0" presId="urn:microsoft.com/office/officeart/2018/2/layout/IconCircleList"/>
    <dgm:cxn modelId="{AD3A2437-CEF2-45C0-8493-9780AFC10E4F}" type="presParOf" srcId="{6B6DE63C-106E-4C61-8894-6DDE4114FB72}" destId="{0AB01C1D-5285-4444-A70C-3904A6026E3B}" srcOrd="0" destOrd="0" presId="urn:microsoft.com/office/officeart/2018/2/layout/IconCircleList"/>
    <dgm:cxn modelId="{20DFF845-1D65-49F2-8494-8D026E4AA742}" type="presParOf" srcId="{6B6DE63C-106E-4C61-8894-6DDE4114FB72}" destId="{4A003380-6B47-421C-8535-9D6DB4A2541B}" srcOrd="1" destOrd="0" presId="urn:microsoft.com/office/officeart/2018/2/layout/IconCircleList"/>
    <dgm:cxn modelId="{8C1AFC0D-4C76-4D70-9E43-B8C523C2C9DA}" type="presParOf" srcId="{6B6DE63C-106E-4C61-8894-6DDE4114FB72}" destId="{2FCF4297-13F2-42B6-A05E-9B6D0A04A11B}" srcOrd="2" destOrd="0" presId="urn:microsoft.com/office/officeart/2018/2/layout/IconCircleList"/>
    <dgm:cxn modelId="{DF449FF7-36E7-468B-B860-CD8E4158683F}" type="presParOf" srcId="{6B6DE63C-106E-4C61-8894-6DDE4114FB72}" destId="{2109AB41-AEC6-42EB-8F30-8E9B1B1D1851}" srcOrd="3" destOrd="0" presId="urn:microsoft.com/office/officeart/2018/2/layout/IconCircleList"/>
    <dgm:cxn modelId="{CA7B578E-D3DA-4890-B40B-1634148C2A1A}" type="presParOf" srcId="{864AB3AE-9D2B-4115-8DA2-F50B75687EC4}" destId="{8F2B07DF-E4C4-4293-BC4F-B130C9D44811}" srcOrd="5" destOrd="0" presId="urn:microsoft.com/office/officeart/2018/2/layout/IconCircleList"/>
    <dgm:cxn modelId="{6A9F8307-2C47-421A-B609-9EA5FA7AACE0}" type="presParOf" srcId="{864AB3AE-9D2B-4115-8DA2-F50B75687EC4}" destId="{3632E18C-E743-4873-A152-EBE9469B4CC6}" srcOrd="6" destOrd="0" presId="urn:microsoft.com/office/officeart/2018/2/layout/IconCircleList"/>
    <dgm:cxn modelId="{37A69B4F-5921-407F-B146-8D94AA49B921}" type="presParOf" srcId="{3632E18C-E743-4873-A152-EBE9469B4CC6}" destId="{EB715E84-D414-4FA5-804A-BBD200C4C0DC}" srcOrd="0" destOrd="0" presId="urn:microsoft.com/office/officeart/2018/2/layout/IconCircleList"/>
    <dgm:cxn modelId="{9F162010-BB1E-4990-9912-C104AF07953B}" type="presParOf" srcId="{3632E18C-E743-4873-A152-EBE9469B4CC6}" destId="{785A933B-E633-41B4-A509-B7D94174A2E5}" srcOrd="1" destOrd="0" presId="urn:microsoft.com/office/officeart/2018/2/layout/IconCircleList"/>
    <dgm:cxn modelId="{B4BF6A81-4D06-4E01-B938-37C0D8726D02}" type="presParOf" srcId="{3632E18C-E743-4873-A152-EBE9469B4CC6}" destId="{D6D4B631-D1C5-4662-8739-5D9029C9F670}" srcOrd="2" destOrd="0" presId="urn:microsoft.com/office/officeart/2018/2/layout/IconCircleList"/>
    <dgm:cxn modelId="{8E27DD69-1866-441E-BFDD-BDA881C1D31C}" type="presParOf" srcId="{3632E18C-E743-4873-A152-EBE9469B4CC6}" destId="{8F267460-CD35-4240-A9E7-2293B403441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BE69097-64A8-47DA-9FC5-CF18673E7C1D}" type="doc">
      <dgm:prSet loTypeId="urn:microsoft.com/office/officeart/2005/8/layout/vProcess5" loCatId="process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92662657-65EF-4D99-AC46-899B3F73E6B9}">
      <dgm:prSet phldr="0"/>
      <dgm:spPr/>
      <dgm:t>
        <a:bodyPr/>
        <a:lstStyle/>
        <a:p>
          <a:pPr>
            <a:defRPr cap="all"/>
          </a:pPr>
          <a:r>
            <a:rPr lang="en-US" dirty="0">
              <a:latin typeface="Arial"/>
            </a:rPr>
            <a:t> LSTM  we use </a:t>
          </a:r>
          <a:r>
            <a:rPr lang="en-US" dirty="0" err="1">
              <a:latin typeface="Arial"/>
            </a:rPr>
            <a:t>MinMax</a:t>
          </a:r>
          <a:r>
            <a:rPr lang="en-US" dirty="0">
              <a:latin typeface="Arial"/>
            </a:rPr>
            <a:t> scaler for scaling the features ranges between 0 and 1</a:t>
          </a:r>
          <a:endParaRPr lang="en-US" dirty="0"/>
        </a:p>
      </dgm:t>
    </dgm:pt>
    <dgm:pt modelId="{9B1B886A-45C5-4C58-B52D-1CF1621D7CE4}" type="parTrans" cxnId="{DF64BE44-F61E-4732-8E09-F36BC18CC992}">
      <dgm:prSet/>
      <dgm:spPr/>
      <dgm:t>
        <a:bodyPr/>
        <a:lstStyle/>
        <a:p>
          <a:endParaRPr lang="en-US"/>
        </a:p>
      </dgm:t>
    </dgm:pt>
    <dgm:pt modelId="{7C740D9F-49C8-457E-866B-B04F27DBF4A6}" type="sibTrans" cxnId="{DF64BE44-F61E-4732-8E09-F36BC18CC992}">
      <dgm:prSet/>
      <dgm:spPr/>
      <dgm:t>
        <a:bodyPr/>
        <a:lstStyle/>
        <a:p>
          <a:endParaRPr lang="en-US"/>
        </a:p>
      </dgm:t>
    </dgm:pt>
    <dgm:pt modelId="{DA00A7A9-9287-45AD-AED4-8EDBEFC14291}">
      <dgm:prSet/>
      <dgm:spPr/>
      <dgm:t>
        <a:bodyPr/>
        <a:lstStyle/>
        <a:p>
          <a:pPr>
            <a:defRPr cap="all"/>
          </a:pPr>
          <a:r>
            <a:rPr lang="en-US" dirty="0"/>
            <a:t>Also use </a:t>
          </a:r>
          <a:r>
            <a:rPr lang="en-US" dirty="0">
              <a:latin typeface="Arial"/>
            </a:rPr>
            <a:t>separate </a:t>
          </a:r>
          <a:r>
            <a:rPr lang="en-US" dirty="0" err="1">
              <a:latin typeface="Arial"/>
            </a:rPr>
            <a:t>MinMax</a:t>
          </a:r>
          <a:r>
            <a:rPr lang="en-US" dirty="0"/>
            <a:t>  scaler for target value "Close</a:t>
          </a:r>
          <a:r>
            <a:rPr lang="en-US" dirty="0">
              <a:latin typeface="Arial"/>
            </a:rPr>
            <a:t>"</a:t>
          </a:r>
          <a:endParaRPr lang="en-US" dirty="0"/>
        </a:p>
      </dgm:t>
    </dgm:pt>
    <dgm:pt modelId="{A331074C-7C68-4323-A060-DA2D2B7BEC99}" type="parTrans" cxnId="{6402765C-BCD1-425D-A845-1E2B99203583}">
      <dgm:prSet/>
      <dgm:spPr/>
      <dgm:t>
        <a:bodyPr/>
        <a:lstStyle/>
        <a:p>
          <a:endParaRPr lang="en-US"/>
        </a:p>
      </dgm:t>
    </dgm:pt>
    <dgm:pt modelId="{6ACA4287-0910-408A-8846-7C4580554FB8}" type="sibTrans" cxnId="{6402765C-BCD1-425D-A845-1E2B99203583}">
      <dgm:prSet/>
      <dgm:spPr/>
      <dgm:t>
        <a:bodyPr/>
        <a:lstStyle/>
        <a:p>
          <a:endParaRPr lang="en-US"/>
        </a:p>
      </dgm:t>
    </dgm:pt>
    <dgm:pt modelId="{482A376B-6E90-4C6C-A4A6-BDC8BEA1C615}">
      <dgm:prSet phldr="0"/>
      <dgm:spPr/>
      <dgm:t>
        <a:bodyPr/>
        <a:lstStyle/>
        <a:p>
          <a:pPr>
            <a:defRPr cap="all"/>
          </a:pPr>
          <a:r>
            <a:rPr lang="en-US" dirty="0">
              <a:latin typeface="Arial"/>
            </a:rPr>
            <a:t>LSTM model works on sequence of data instead of feeding </a:t>
          </a:r>
          <a:r>
            <a:rPr lang="en-US" dirty="0" err="1">
              <a:latin typeface="Arial"/>
            </a:rPr>
            <a:t>indvidual</a:t>
          </a:r>
          <a:r>
            <a:rPr lang="en-US" dirty="0">
              <a:latin typeface="Arial"/>
            </a:rPr>
            <a:t> data points</a:t>
          </a:r>
          <a:endParaRPr lang="en-US" dirty="0"/>
        </a:p>
      </dgm:t>
    </dgm:pt>
    <dgm:pt modelId="{6E3EF65F-3771-4442-BFA8-A8910BE3044B}" type="parTrans" cxnId="{02983DC9-E505-4D25-B0A5-3C94D1CC11A0}">
      <dgm:prSet/>
      <dgm:spPr/>
      <dgm:t>
        <a:bodyPr/>
        <a:lstStyle/>
        <a:p>
          <a:endParaRPr lang="en-US"/>
        </a:p>
      </dgm:t>
    </dgm:pt>
    <dgm:pt modelId="{398E1539-B56A-4D70-8E29-CFE75AD35AA2}" type="sibTrans" cxnId="{02983DC9-E505-4D25-B0A5-3C94D1CC11A0}">
      <dgm:prSet/>
      <dgm:spPr/>
      <dgm:t>
        <a:bodyPr/>
        <a:lstStyle/>
        <a:p>
          <a:endParaRPr lang="en-US"/>
        </a:p>
      </dgm:t>
    </dgm:pt>
    <dgm:pt modelId="{3FEC532A-A9C3-43AB-BB89-3B86D0977B2F}">
      <dgm:prSet phldr="0"/>
      <dgm:spPr/>
      <dgm:t>
        <a:bodyPr/>
        <a:lstStyle/>
        <a:p>
          <a:pPr>
            <a:defRPr cap="all"/>
          </a:pPr>
          <a:r>
            <a:rPr lang="en-US" dirty="0">
              <a:latin typeface="Arial"/>
            </a:rPr>
            <a:t>Setting up the trainer using </a:t>
          </a:r>
          <a:r>
            <a:rPr lang="en-US" dirty="0" err="1">
              <a:latin typeface="Arial"/>
            </a:rPr>
            <a:t>pl.trainer</a:t>
          </a:r>
          <a:r>
            <a:rPr lang="en-US" dirty="0">
              <a:latin typeface="Arial"/>
            </a:rPr>
            <a:t> with epochs ,GPU and </a:t>
          </a:r>
          <a:r>
            <a:rPr lang="en-US" dirty="0" err="1">
              <a:latin typeface="Arial"/>
            </a:rPr>
            <a:t>etc</a:t>
          </a:r>
          <a:endParaRPr lang="en-US" dirty="0" err="1"/>
        </a:p>
      </dgm:t>
    </dgm:pt>
    <dgm:pt modelId="{2BF7421B-A42D-4EFA-AAAD-0EDBAB6E2B84}" type="parTrans" cxnId="{5305B361-C951-46F9-848B-A379C9A59E3C}">
      <dgm:prSet/>
      <dgm:spPr/>
      <dgm:t>
        <a:bodyPr/>
        <a:lstStyle/>
        <a:p>
          <a:endParaRPr lang="en-US"/>
        </a:p>
      </dgm:t>
    </dgm:pt>
    <dgm:pt modelId="{DB00201E-B5E5-49B8-81DE-74275179BAD6}" type="sibTrans" cxnId="{5305B361-C951-46F9-848B-A379C9A59E3C}">
      <dgm:prSet/>
      <dgm:spPr/>
      <dgm:t>
        <a:bodyPr/>
        <a:lstStyle/>
        <a:p>
          <a:endParaRPr lang="en-US"/>
        </a:p>
      </dgm:t>
    </dgm:pt>
    <dgm:pt modelId="{BD3246BB-8753-4E68-963F-D5259434D5C1}" type="pres">
      <dgm:prSet presAssocID="{5BE69097-64A8-47DA-9FC5-CF18673E7C1D}" presName="outerComposite" presStyleCnt="0">
        <dgm:presLayoutVars>
          <dgm:chMax val="5"/>
          <dgm:dir/>
          <dgm:resizeHandles val="exact"/>
        </dgm:presLayoutVars>
      </dgm:prSet>
      <dgm:spPr/>
    </dgm:pt>
    <dgm:pt modelId="{F79BB20E-1D64-407D-A651-56C06FD769F4}" type="pres">
      <dgm:prSet presAssocID="{5BE69097-64A8-47DA-9FC5-CF18673E7C1D}" presName="dummyMaxCanvas" presStyleCnt="0">
        <dgm:presLayoutVars/>
      </dgm:prSet>
      <dgm:spPr/>
    </dgm:pt>
    <dgm:pt modelId="{1073E995-D735-4357-8B57-9127B9BEC8EA}" type="pres">
      <dgm:prSet presAssocID="{5BE69097-64A8-47DA-9FC5-CF18673E7C1D}" presName="FourNodes_1" presStyleLbl="node1" presStyleIdx="0" presStyleCnt="4">
        <dgm:presLayoutVars>
          <dgm:bulletEnabled val="1"/>
        </dgm:presLayoutVars>
      </dgm:prSet>
      <dgm:spPr/>
    </dgm:pt>
    <dgm:pt modelId="{7296B804-1507-4D46-AF10-A8535454BF80}" type="pres">
      <dgm:prSet presAssocID="{5BE69097-64A8-47DA-9FC5-CF18673E7C1D}" presName="FourNodes_2" presStyleLbl="node1" presStyleIdx="1" presStyleCnt="4">
        <dgm:presLayoutVars>
          <dgm:bulletEnabled val="1"/>
        </dgm:presLayoutVars>
      </dgm:prSet>
      <dgm:spPr/>
    </dgm:pt>
    <dgm:pt modelId="{BD60F448-F2A7-4DD0-8654-90C5A590D7D8}" type="pres">
      <dgm:prSet presAssocID="{5BE69097-64A8-47DA-9FC5-CF18673E7C1D}" presName="FourNodes_3" presStyleLbl="node1" presStyleIdx="2" presStyleCnt="4">
        <dgm:presLayoutVars>
          <dgm:bulletEnabled val="1"/>
        </dgm:presLayoutVars>
      </dgm:prSet>
      <dgm:spPr/>
    </dgm:pt>
    <dgm:pt modelId="{DF8B2D14-4E6D-4041-8EF9-6A5A95C20AAB}" type="pres">
      <dgm:prSet presAssocID="{5BE69097-64A8-47DA-9FC5-CF18673E7C1D}" presName="FourNodes_4" presStyleLbl="node1" presStyleIdx="3" presStyleCnt="4">
        <dgm:presLayoutVars>
          <dgm:bulletEnabled val="1"/>
        </dgm:presLayoutVars>
      </dgm:prSet>
      <dgm:spPr/>
    </dgm:pt>
    <dgm:pt modelId="{5C1E0E99-7E9B-4F67-B910-A7D0D8810083}" type="pres">
      <dgm:prSet presAssocID="{5BE69097-64A8-47DA-9FC5-CF18673E7C1D}" presName="FourConn_1-2" presStyleLbl="fgAccFollowNode1" presStyleIdx="0" presStyleCnt="3">
        <dgm:presLayoutVars>
          <dgm:bulletEnabled val="1"/>
        </dgm:presLayoutVars>
      </dgm:prSet>
      <dgm:spPr/>
    </dgm:pt>
    <dgm:pt modelId="{A8D83927-F814-40DD-9B28-CB8A413BDE1E}" type="pres">
      <dgm:prSet presAssocID="{5BE69097-64A8-47DA-9FC5-CF18673E7C1D}" presName="FourConn_2-3" presStyleLbl="fgAccFollowNode1" presStyleIdx="1" presStyleCnt="3">
        <dgm:presLayoutVars>
          <dgm:bulletEnabled val="1"/>
        </dgm:presLayoutVars>
      </dgm:prSet>
      <dgm:spPr/>
    </dgm:pt>
    <dgm:pt modelId="{51C1A5A6-6717-4701-98AA-97CA59B625B8}" type="pres">
      <dgm:prSet presAssocID="{5BE69097-64A8-47DA-9FC5-CF18673E7C1D}" presName="FourConn_3-4" presStyleLbl="fgAccFollowNode1" presStyleIdx="2" presStyleCnt="3">
        <dgm:presLayoutVars>
          <dgm:bulletEnabled val="1"/>
        </dgm:presLayoutVars>
      </dgm:prSet>
      <dgm:spPr/>
    </dgm:pt>
    <dgm:pt modelId="{0FDC4600-58C3-4F83-B4E4-0EEEBFD8DC05}" type="pres">
      <dgm:prSet presAssocID="{5BE69097-64A8-47DA-9FC5-CF18673E7C1D}" presName="FourNodes_1_text" presStyleLbl="node1" presStyleIdx="3" presStyleCnt="4">
        <dgm:presLayoutVars>
          <dgm:bulletEnabled val="1"/>
        </dgm:presLayoutVars>
      </dgm:prSet>
      <dgm:spPr/>
    </dgm:pt>
    <dgm:pt modelId="{049403A3-2F03-437B-9A89-83AA5E810B33}" type="pres">
      <dgm:prSet presAssocID="{5BE69097-64A8-47DA-9FC5-CF18673E7C1D}" presName="FourNodes_2_text" presStyleLbl="node1" presStyleIdx="3" presStyleCnt="4">
        <dgm:presLayoutVars>
          <dgm:bulletEnabled val="1"/>
        </dgm:presLayoutVars>
      </dgm:prSet>
      <dgm:spPr/>
    </dgm:pt>
    <dgm:pt modelId="{422FFF26-C40C-4708-84CE-3888DB4A8250}" type="pres">
      <dgm:prSet presAssocID="{5BE69097-64A8-47DA-9FC5-CF18673E7C1D}" presName="FourNodes_3_text" presStyleLbl="node1" presStyleIdx="3" presStyleCnt="4">
        <dgm:presLayoutVars>
          <dgm:bulletEnabled val="1"/>
        </dgm:presLayoutVars>
      </dgm:prSet>
      <dgm:spPr/>
    </dgm:pt>
    <dgm:pt modelId="{2BFB924E-1534-43E6-84DA-B5B9E5948DE5}" type="pres">
      <dgm:prSet presAssocID="{5BE69097-64A8-47DA-9FC5-CF18673E7C1D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51A8824-F637-4D18-A6EB-3B41AA27EC10}" type="presOf" srcId="{398E1539-B56A-4D70-8E29-CFE75AD35AA2}" destId="{51C1A5A6-6717-4701-98AA-97CA59B625B8}" srcOrd="0" destOrd="0" presId="urn:microsoft.com/office/officeart/2005/8/layout/vProcess5"/>
    <dgm:cxn modelId="{8E0EBC32-D295-4BB2-891E-EBDC95326DF7}" type="presOf" srcId="{92662657-65EF-4D99-AC46-899B3F73E6B9}" destId="{0FDC4600-58C3-4F83-B4E4-0EEEBFD8DC05}" srcOrd="1" destOrd="0" presId="urn:microsoft.com/office/officeart/2005/8/layout/vProcess5"/>
    <dgm:cxn modelId="{6402765C-BCD1-425D-A845-1E2B99203583}" srcId="{5BE69097-64A8-47DA-9FC5-CF18673E7C1D}" destId="{DA00A7A9-9287-45AD-AED4-8EDBEFC14291}" srcOrd="1" destOrd="0" parTransId="{A331074C-7C68-4323-A060-DA2D2B7BEC99}" sibTransId="{6ACA4287-0910-408A-8846-7C4580554FB8}"/>
    <dgm:cxn modelId="{5305B361-C951-46F9-848B-A379C9A59E3C}" srcId="{5BE69097-64A8-47DA-9FC5-CF18673E7C1D}" destId="{3FEC532A-A9C3-43AB-BB89-3B86D0977B2F}" srcOrd="3" destOrd="0" parTransId="{2BF7421B-A42D-4EFA-AAAD-0EDBAB6E2B84}" sibTransId="{DB00201E-B5E5-49B8-81DE-74275179BAD6}"/>
    <dgm:cxn modelId="{DF64BE44-F61E-4732-8E09-F36BC18CC992}" srcId="{5BE69097-64A8-47DA-9FC5-CF18673E7C1D}" destId="{92662657-65EF-4D99-AC46-899B3F73E6B9}" srcOrd="0" destOrd="0" parTransId="{9B1B886A-45C5-4C58-B52D-1CF1621D7CE4}" sibTransId="{7C740D9F-49C8-457E-866B-B04F27DBF4A6}"/>
    <dgm:cxn modelId="{A5C14F48-0914-4AAF-A71A-80F840E67785}" type="presOf" srcId="{6ACA4287-0910-408A-8846-7C4580554FB8}" destId="{A8D83927-F814-40DD-9B28-CB8A413BDE1E}" srcOrd="0" destOrd="0" presId="urn:microsoft.com/office/officeart/2005/8/layout/vProcess5"/>
    <dgm:cxn modelId="{CE6F6D51-CB98-4822-AD4D-A9060609BE77}" type="presOf" srcId="{92662657-65EF-4D99-AC46-899B3F73E6B9}" destId="{1073E995-D735-4357-8B57-9127B9BEC8EA}" srcOrd="0" destOrd="0" presId="urn:microsoft.com/office/officeart/2005/8/layout/vProcess5"/>
    <dgm:cxn modelId="{5F0E7052-E5E7-49D4-B424-312931229727}" type="presOf" srcId="{3FEC532A-A9C3-43AB-BB89-3B86D0977B2F}" destId="{DF8B2D14-4E6D-4041-8EF9-6A5A95C20AAB}" srcOrd="0" destOrd="0" presId="urn:microsoft.com/office/officeart/2005/8/layout/vProcess5"/>
    <dgm:cxn modelId="{9D26FE72-B1BF-46B3-ACC2-B5DCA9B1AE42}" type="presOf" srcId="{DA00A7A9-9287-45AD-AED4-8EDBEFC14291}" destId="{7296B804-1507-4D46-AF10-A8535454BF80}" srcOrd="0" destOrd="0" presId="urn:microsoft.com/office/officeart/2005/8/layout/vProcess5"/>
    <dgm:cxn modelId="{D6D41488-4587-460D-AF09-BCD0E4BB80BA}" type="presOf" srcId="{5BE69097-64A8-47DA-9FC5-CF18673E7C1D}" destId="{BD3246BB-8753-4E68-963F-D5259434D5C1}" srcOrd="0" destOrd="0" presId="urn:microsoft.com/office/officeart/2005/8/layout/vProcess5"/>
    <dgm:cxn modelId="{E1921AA0-57EF-4518-8FDD-3CD0EEB6E457}" type="presOf" srcId="{DA00A7A9-9287-45AD-AED4-8EDBEFC14291}" destId="{049403A3-2F03-437B-9A89-83AA5E810B33}" srcOrd="1" destOrd="0" presId="urn:microsoft.com/office/officeart/2005/8/layout/vProcess5"/>
    <dgm:cxn modelId="{45C259C8-5558-4422-AE61-237A88872958}" type="presOf" srcId="{3FEC532A-A9C3-43AB-BB89-3B86D0977B2F}" destId="{2BFB924E-1534-43E6-84DA-B5B9E5948DE5}" srcOrd="1" destOrd="0" presId="urn:microsoft.com/office/officeart/2005/8/layout/vProcess5"/>
    <dgm:cxn modelId="{02983DC9-E505-4D25-B0A5-3C94D1CC11A0}" srcId="{5BE69097-64A8-47DA-9FC5-CF18673E7C1D}" destId="{482A376B-6E90-4C6C-A4A6-BDC8BEA1C615}" srcOrd="2" destOrd="0" parTransId="{6E3EF65F-3771-4442-BFA8-A8910BE3044B}" sibTransId="{398E1539-B56A-4D70-8E29-CFE75AD35AA2}"/>
    <dgm:cxn modelId="{03715AD0-7C6A-4DD3-BE7A-9E4FC0D28E0D}" type="presOf" srcId="{7C740D9F-49C8-457E-866B-B04F27DBF4A6}" destId="{5C1E0E99-7E9B-4F67-B910-A7D0D8810083}" srcOrd="0" destOrd="0" presId="urn:microsoft.com/office/officeart/2005/8/layout/vProcess5"/>
    <dgm:cxn modelId="{77CCBED0-DD72-491A-B85D-9E742EB66E7E}" type="presOf" srcId="{482A376B-6E90-4C6C-A4A6-BDC8BEA1C615}" destId="{422FFF26-C40C-4708-84CE-3888DB4A8250}" srcOrd="1" destOrd="0" presId="urn:microsoft.com/office/officeart/2005/8/layout/vProcess5"/>
    <dgm:cxn modelId="{3314A9FA-21CE-4986-A272-FA9663DBAD32}" type="presOf" srcId="{482A376B-6E90-4C6C-A4A6-BDC8BEA1C615}" destId="{BD60F448-F2A7-4DD0-8654-90C5A590D7D8}" srcOrd="0" destOrd="0" presId="urn:microsoft.com/office/officeart/2005/8/layout/vProcess5"/>
    <dgm:cxn modelId="{56C4650D-902C-4F9F-826A-0FAC003C8F71}" type="presParOf" srcId="{BD3246BB-8753-4E68-963F-D5259434D5C1}" destId="{F79BB20E-1D64-407D-A651-56C06FD769F4}" srcOrd="0" destOrd="0" presId="urn:microsoft.com/office/officeart/2005/8/layout/vProcess5"/>
    <dgm:cxn modelId="{382F1754-521D-437F-87E4-2399576C763B}" type="presParOf" srcId="{BD3246BB-8753-4E68-963F-D5259434D5C1}" destId="{1073E995-D735-4357-8B57-9127B9BEC8EA}" srcOrd="1" destOrd="0" presId="urn:microsoft.com/office/officeart/2005/8/layout/vProcess5"/>
    <dgm:cxn modelId="{EE648082-21C9-4FC5-A830-08300A31B2C7}" type="presParOf" srcId="{BD3246BB-8753-4E68-963F-D5259434D5C1}" destId="{7296B804-1507-4D46-AF10-A8535454BF80}" srcOrd="2" destOrd="0" presId="urn:microsoft.com/office/officeart/2005/8/layout/vProcess5"/>
    <dgm:cxn modelId="{E0688550-3E6E-45F7-BE5F-08B1591219C5}" type="presParOf" srcId="{BD3246BB-8753-4E68-963F-D5259434D5C1}" destId="{BD60F448-F2A7-4DD0-8654-90C5A590D7D8}" srcOrd="3" destOrd="0" presId="urn:microsoft.com/office/officeart/2005/8/layout/vProcess5"/>
    <dgm:cxn modelId="{F2E574C2-A771-4E79-97A4-7AAD907BE19A}" type="presParOf" srcId="{BD3246BB-8753-4E68-963F-D5259434D5C1}" destId="{DF8B2D14-4E6D-4041-8EF9-6A5A95C20AAB}" srcOrd="4" destOrd="0" presId="urn:microsoft.com/office/officeart/2005/8/layout/vProcess5"/>
    <dgm:cxn modelId="{57602176-5807-4EFE-8896-A8F464C741D1}" type="presParOf" srcId="{BD3246BB-8753-4E68-963F-D5259434D5C1}" destId="{5C1E0E99-7E9B-4F67-B910-A7D0D8810083}" srcOrd="5" destOrd="0" presId="urn:microsoft.com/office/officeart/2005/8/layout/vProcess5"/>
    <dgm:cxn modelId="{9A4AA253-8628-4480-B8CA-F53B134A5D33}" type="presParOf" srcId="{BD3246BB-8753-4E68-963F-D5259434D5C1}" destId="{A8D83927-F814-40DD-9B28-CB8A413BDE1E}" srcOrd="6" destOrd="0" presId="urn:microsoft.com/office/officeart/2005/8/layout/vProcess5"/>
    <dgm:cxn modelId="{29F1D87D-4147-479C-9F5E-24781B30B0FF}" type="presParOf" srcId="{BD3246BB-8753-4E68-963F-D5259434D5C1}" destId="{51C1A5A6-6717-4701-98AA-97CA59B625B8}" srcOrd="7" destOrd="0" presId="urn:microsoft.com/office/officeart/2005/8/layout/vProcess5"/>
    <dgm:cxn modelId="{594EA513-070E-4EF1-9975-45C733679475}" type="presParOf" srcId="{BD3246BB-8753-4E68-963F-D5259434D5C1}" destId="{0FDC4600-58C3-4F83-B4E4-0EEEBFD8DC05}" srcOrd="8" destOrd="0" presId="urn:microsoft.com/office/officeart/2005/8/layout/vProcess5"/>
    <dgm:cxn modelId="{0DC8D08C-E557-456D-AE06-920764C5B062}" type="presParOf" srcId="{BD3246BB-8753-4E68-963F-D5259434D5C1}" destId="{049403A3-2F03-437B-9A89-83AA5E810B33}" srcOrd="9" destOrd="0" presId="urn:microsoft.com/office/officeart/2005/8/layout/vProcess5"/>
    <dgm:cxn modelId="{582D9645-7CB5-4533-AA41-ABFD0A7C8BC6}" type="presParOf" srcId="{BD3246BB-8753-4E68-963F-D5259434D5C1}" destId="{422FFF26-C40C-4708-84CE-3888DB4A8250}" srcOrd="10" destOrd="0" presId="urn:microsoft.com/office/officeart/2005/8/layout/vProcess5"/>
    <dgm:cxn modelId="{154C2AFF-FC37-4F25-8FD8-CB8A354C6622}" type="presParOf" srcId="{BD3246BB-8753-4E68-963F-D5259434D5C1}" destId="{2BFB924E-1534-43E6-84DA-B5B9E5948DE5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487CD56-97AA-4F10-8024-F72A4F482767}" type="doc">
      <dgm:prSet loTypeId="urn:microsoft.com/office/officeart/2005/8/layout/hierarchy1" loCatId="hierarchy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2CCBCCC8-B2DE-4A6E-809A-8348E34D4EB3}">
      <dgm:prSet/>
      <dgm:spPr/>
      <dgm:t>
        <a:bodyPr/>
        <a:lstStyle/>
        <a:p>
          <a:r>
            <a:rPr lang="en-GB" dirty="0"/>
            <a:t>MEAN SQUARED ERROR (MSE) :</a:t>
          </a:r>
          <a:r>
            <a:rPr lang="en-GB" b="1" dirty="0"/>
            <a:t> 0.0722</a:t>
          </a:r>
          <a:endParaRPr lang="en-US" b="0" dirty="0"/>
        </a:p>
      </dgm:t>
    </dgm:pt>
    <dgm:pt modelId="{70C40318-6DDB-4E20-9205-F3C9B0D6271B}" type="parTrans" cxnId="{428793DA-2D32-47C7-8A35-7CAC26A8E4A4}">
      <dgm:prSet/>
      <dgm:spPr/>
      <dgm:t>
        <a:bodyPr/>
        <a:lstStyle/>
        <a:p>
          <a:endParaRPr lang="en-US"/>
        </a:p>
      </dgm:t>
    </dgm:pt>
    <dgm:pt modelId="{5E2F581F-1B13-46E9-865E-1CAEBD257E1D}" type="sibTrans" cxnId="{428793DA-2D32-47C7-8A35-7CAC26A8E4A4}">
      <dgm:prSet/>
      <dgm:spPr/>
      <dgm:t>
        <a:bodyPr/>
        <a:lstStyle/>
        <a:p>
          <a:endParaRPr lang="en-US"/>
        </a:p>
      </dgm:t>
    </dgm:pt>
    <dgm:pt modelId="{6985A3A3-4CF1-48F9-8053-D10A48A9AFC8}">
      <dgm:prSet/>
      <dgm:spPr/>
      <dgm:t>
        <a:bodyPr/>
        <a:lstStyle/>
        <a:p>
          <a:r>
            <a:rPr lang="en-GB" dirty="0"/>
            <a:t>MEAN ABSOLUTE ERROR (MAE) :</a:t>
          </a:r>
          <a:r>
            <a:rPr lang="en-GB" b="1" dirty="0"/>
            <a:t>0.2113</a:t>
          </a:r>
          <a:endParaRPr lang="en-US" b="1" dirty="0"/>
        </a:p>
      </dgm:t>
    </dgm:pt>
    <dgm:pt modelId="{365BD866-CC85-4E02-933D-BA893567474B}" type="parTrans" cxnId="{F8D4FEE2-08ED-49FC-A025-32AD2E538B7E}">
      <dgm:prSet/>
      <dgm:spPr/>
      <dgm:t>
        <a:bodyPr/>
        <a:lstStyle/>
        <a:p>
          <a:endParaRPr lang="en-US"/>
        </a:p>
      </dgm:t>
    </dgm:pt>
    <dgm:pt modelId="{7124E457-CA7C-4575-97B4-3F710C63A7E5}" type="sibTrans" cxnId="{F8D4FEE2-08ED-49FC-A025-32AD2E538B7E}">
      <dgm:prSet/>
      <dgm:spPr/>
      <dgm:t>
        <a:bodyPr/>
        <a:lstStyle/>
        <a:p>
          <a:endParaRPr lang="en-US"/>
        </a:p>
      </dgm:t>
    </dgm:pt>
    <dgm:pt modelId="{9F2B385A-DBCA-4CE3-A2C7-FAB6125AC7D3}">
      <dgm:prSet/>
      <dgm:spPr/>
      <dgm:t>
        <a:bodyPr/>
        <a:lstStyle/>
        <a:p>
          <a:r>
            <a:rPr lang="en-GB" dirty="0"/>
            <a:t>ROOT MEAN SQUARED ERROR (RMSE) : </a:t>
          </a:r>
          <a:r>
            <a:rPr lang="en-GB" b="1" dirty="0"/>
            <a:t>0.2686</a:t>
          </a:r>
          <a:endParaRPr lang="en-US" b="1" dirty="0"/>
        </a:p>
      </dgm:t>
    </dgm:pt>
    <dgm:pt modelId="{F4A17DC4-0897-45BD-A722-32FACCC07DE7}" type="parTrans" cxnId="{BEF148FB-ABA1-4DFE-925D-6B71D4C5E250}">
      <dgm:prSet/>
      <dgm:spPr/>
      <dgm:t>
        <a:bodyPr/>
        <a:lstStyle/>
        <a:p>
          <a:endParaRPr lang="en-US"/>
        </a:p>
      </dgm:t>
    </dgm:pt>
    <dgm:pt modelId="{6ACCF47F-D20D-420E-8066-DBB1EB6E3CC3}" type="sibTrans" cxnId="{BEF148FB-ABA1-4DFE-925D-6B71D4C5E250}">
      <dgm:prSet/>
      <dgm:spPr/>
      <dgm:t>
        <a:bodyPr/>
        <a:lstStyle/>
        <a:p>
          <a:endParaRPr lang="en-US"/>
        </a:p>
      </dgm:t>
    </dgm:pt>
    <dgm:pt modelId="{048B8803-6A89-498B-B24D-1B5A34C6E66E}">
      <dgm:prSet/>
      <dgm:spPr/>
      <dgm:t>
        <a:bodyPr/>
        <a:lstStyle/>
        <a:p>
          <a:r>
            <a:rPr lang="en-GB" dirty="0"/>
            <a:t>R-SQUARED (R-2) : </a:t>
          </a:r>
          <a:r>
            <a:rPr lang="en-GB" b="1" dirty="0"/>
            <a:t>0.8104</a:t>
          </a:r>
          <a:endParaRPr lang="en-US" b="1" dirty="0"/>
        </a:p>
      </dgm:t>
    </dgm:pt>
    <dgm:pt modelId="{BE7D6A18-DA56-4974-A68D-4C3B53D03C1A}" type="parTrans" cxnId="{B1C7CBDC-6D97-425E-8704-3702A3A75712}">
      <dgm:prSet/>
      <dgm:spPr/>
      <dgm:t>
        <a:bodyPr/>
        <a:lstStyle/>
        <a:p>
          <a:endParaRPr lang="en-US"/>
        </a:p>
      </dgm:t>
    </dgm:pt>
    <dgm:pt modelId="{F254ECAC-22D2-45DB-B30E-905C6558A3F4}" type="sibTrans" cxnId="{B1C7CBDC-6D97-425E-8704-3702A3A75712}">
      <dgm:prSet/>
      <dgm:spPr/>
      <dgm:t>
        <a:bodyPr/>
        <a:lstStyle/>
        <a:p>
          <a:endParaRPr lang="en-US"/>
        </a:p>
      </dgm:t>
    </dgm:pt>
    <dgm:pt modelId="{A78CC7C5-C9F6-4E1B-AD2A-020A5C8B20FE}" type="pres">
      <dgm:prSet presAssocID="{B487CD56-97AA-4F10-8024-F72A4F48276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A7DEF08-D472-408C-9B52-6D85C8289FB0}" type="pres">
      <dgm:prSet presAssocID="{2CCBCCC8-B2DE-4A6E-809A-8348E34D4EB3}" presName="hierRoot1" presStyleCnt="0"/>
      <dgm:spPr/>
    </dgm:pt>
    <dgm:pt modelId="{6D5D9A12-CA38-4D02-8A07-3FA76462FCEC}" type="pres">
      <dgm:prSet presAssocID="{2CCBCCC8-B2DE-4A6E-809A-8348E34D4EB3}" presName="composite" presStyleCnt="0"/>
      <dgm:spPr/>
    </dgm:pt>
    <dgm:pt modelId="{F5393F72-672C-431D-9CCC-075634CD01FA}" type="pres">
      <dgm:prSet presAssocID="{2CCBCCC8-B2DE-4A6E-809A-8348E34D4EB3}" presName="background" presStyleLbl="node0" presStyleIdx="0" presStyleCnt="4"/>
      <dgm:spPr/>
    </dgm:pt>
    <dgm:pt modelId="{BD6E1102-0D8A-4816-BD7C-DEAD359BE6A8}" type="pres">
      <dgm:prSet presAssocID="{2CCBCCC8-B2DE-4A6E-809A-8348E34D4EB3}" presName="text" presStyleLbl="fgAcc0" presStyleIdx="0" presStyleCnt="4">
        <dgm:presLayoutVars>
          <dgm:chPref val="3"/>
        </dgm:presLayoutVars>
      </dgm:prSet>
      <dgm:spPr/>
    </dgm:pt>
    <dgm:pt modelId="{FC9505CA-D91F-4E1F-B021-79D51BC051F0}" type="pres">
      <dgm:prSet presAssocID="{2CCBCCC8-B2DE-4A6E-809A-8348E34D4EB3}" presName="hierChild2" presStyleCnt="0"/>
      <dgm:spPr/>
    </dgm:pt>
    <dgm:pt modelId="{3289CB02-C7A6-4A6A-A737-5A8247633AE7}" type="pres">
      <dgm:prSet presAssocID="{6985A3A3-4CF1-48F9-8053-D10A48A9AFC8}" presName="hierRoot1" presStyleCnt="0"/>
      <dgm:spPr/>
    </dgm:pt>
    <dgm:pt modelId="{252EE192-667D-4CDB-BD40-BD3B4CF0A0F6}" type="pres">
      <dgm:prSet presAssocID="{6985A3A3-4CF1-48F9-8053-D10A48A9AFC8}" presName="composite" presStyleCnt="0"/>
      <dgm:spPr/>
    </dgm:pt>
    <dgm:pt modelId="{9C0F384A-3388-4496-B18E-99C09ECFE4D8}" type="pres">
      <dgm:prSet presAssocID="{6985A3A3-4CF1-48F9-8053-D10A48A9AFC8}" presName="background" presStyleLbl="node0" presStyleIdx="1" presStyleCnt="4"/>
      <dgm:spPr/>
    </dgm:pt>
    <dgm:pt modelId="{41816AE8-D6A0-4403-97D1-1358BF7ACB70}" type="pres">
      <dgm:prSet presAssocID="{6985A3A3-4CF1-48F9-8053-D10A48A9AFC8}" presName="text" presStyleLbl="fgAcc0" presStyleIdx="1" presStyleCnt="4">
        <dgm:presLayoutVars>
          <dgm:chPref val="3"/>
        </dgm:presLayoutVars>
      </dgm:prSet>
      <dgm:spPr/>
    </dgm:pt>
    <dgm:pt modelId="{A64E2433-9739-4744-A1B6-295D7396A79C}" type="pres">
      <dgm:prSet presAssocID="{6985A3A3-4CF1-48F9-8053-D10A48A9AFC8}" presName="hierChild2" presStyleCnt="0"/>
      <dgm:spPr/>
    </dgm:pt>
    <dgm:pt modelId="{0A3E6089-F3A4-46AA-957D-14133439C68F}" type="pres">
      <dgm:prSet presAssocID="{9F2B385A-DBCA-4CE3-A2C7-FAB6125AC7D3}" presName="hierRoot1" presStyleCnt="0"/>
      <dgm:spPr/>
    </dgm:pt>
    <dgm:pt modelId="{88A9571D-3E92-41CB-8157-C6C995C65B4B}" type="pres">
      <dgm:prSet presAssocID="{9F2B385A-DBCA-4CE3-A2C7-FAB6125AC7D3}" presName="composite" presStyleCnt="0"/>
      <dgm:spPr/>
    </dgm:pt>
    <dgm:pt modelId="{59BECC41-12BA-4F91-9ED8-AA8759A6F7C6}" type="pres">
      <dgm:prSet presAssocID="{9F2B385A-DBCA-4CE3-A2C7-FAB6125AC7D3}" presName="background" presStyleLbl="node0" presStyleIdx="2" presStyleCnt="4"/>
      <dgm:spPr/>
    </dgm:pt>
    <dgm:pt modelId="{93D547FC-2094-4908-99C1-4C4FFB6A725A}" type="pres">
      <dgm:prSet presAssocID="{9F2B385A-DBCA-4CE3-A2C7-FAB6125AC7D3}" presName="text" presStyleLbl="fgAcc0" presStyleIdx="2" presStyleCnt="4">
        <dgm:presLayoutVars>
          <dgm:chPref val="3"/>
        </dgm:presLayoutVars>
      </dgm:prSet>
      <dgm:spPr/>
    </dgm:pt>
    <dgm:pt modelId="{B3AC43DF-4575-4CCF-84CA-D6F226FC2892}" type="pres">
      <dgm:prSet presAssocID="{9F2B385A-DBCA-4CE3-A2C7-FAB6125AC7D3}" presName="hierChild2" presStyleCnt="0"/>
      <dgm:spPr/>
    </dgm:pt>
    <dgm:pt modelId="{E891A316-32BC-4502-8294-8AA2A60E5296}" type="pres">
      <dgm:prSet presAssocID="{048B8803-6A89-498B-B24D-1B5A34C6E66E}" presName="hierRoot1" presStyleCnt="0"/>
      <dgm:spPr/>
    </dgm:pt>
    <dgm:pt modelId="{BE466ABB-D037-4F7F-B6C0-E12F750E5BA3}" type="pres">
      <dgm:prSet presAssocID="{048B8803-6A89-498B-B24D-1B5A34C6E66E}" presName="composite" presStyleCnt="0"/>
      <dgm:spPr/>
    </dgm:pt>
    <dgm:pt modelId="{E8CD26D6-2EB9-43F7-A2A0-0DBF93560869}" type="pres">
      <dgm:prSet presAssocID="{048B8803-6A89-498B-B24D-1B5A34C6E66E}" presName="background" presStyleLbl="node0" presStyleIdx="3" presStyleCnt="4"/>
      <dgm:spPr/>
    </dgm:pt>
    <dgm:pt modelId="{5ACAC529-DB40-46C9-9467-3FDE62C24EEC}" type="pres">
      <dgm:prSet presAssocID="{048B8803-6A89-498B-B24D-1B5A34C6E66E}" presName="text" presStyleLbl="fgAcc0" presStyleIdx="3" presStyleCnt="4">
        <dgm:presLayoutVars>
          <dgm:chPref val="3"/>
        </dgm:presLayoutVars>
      </dgm:prSet>
      <dgm:spPr/>
    </dgm:pt>
    <dgm:pt modelId="{767F68A6-22B6-46A1-AE96-590A295FCB58}" type="pres">
      <dgm:prSet presAssocID="{048B8803-6A89-498B-B24D-1B5A34C6E66E}" presName="hierChild2" presStyleCnt="0"/>
      <dgm:spPr/>
    </dgm:pt>
  </dgm:ptLst>
  <dgm:cxnLst>
    <dgm:cxn modelId="{53AF9C12-E3DE-4D9E-9A45-37B8686F8CF9}" type="presOf" srcId="{6985A3A3-4CF1-48F9-8053-D10A48A9AFC8}" destId="{41816AE8-D6A0-4403-97D1-1358BF7ACB70}" srcOrd="0" destOrd="0" presId="urn:microsoft.com/office/officeart/2005/8/layout/hierarchy1"/>
    <dgm:cxn modelId="{B2CC523E-75A8-4F16-A163-681646C0DD2A}" type="presOf" srcId="{048B8803-6A89-498B-B24D-1B5A34C6E66E}" destId="{5ACAC529-DB40-46C9-9467-3FDE62C24EEC}" srcOrd="0" destOrd="0" presId="urn:microsoft.com/office/officeart/2005/8/layout/hierarchy1"/>
    <dgm:cxn modelId="{787E935F-4642-4B9B-B411-61CDEF580381}" type="presOf" srcId="{2CCBCCC8-B2DE-4A6E-809A-8348E34D4EB3}" destId="{BD6E1102-0D8A-4816-BD7C-DEAD359BE6A8}" srcOrd="0" destOrd="0" presId="urn:microsoft.com/office/officeart/2005/8/layout/hierarchy1"/>
    <dgm:cxn modelId="{72EE08D2-FF32-4718-8B29-50DB233CEC07}" type="presOf" srcId="{9F2B385A-DBCA-4CE3-A2C7-FAB6125AC7D3}" destId="{93D547FC-2094-4908-99C1-4C4FFB6A725A}" srcOrd="0" destOrd="0" presId="urn:microsoft.com/office/officeart/2005/8/layout/hierarchy1"/>
    <dgm:cxn modelId="{428793DA-2D32-47C7-8A35-7CAC26A8E4A4}" srcId="{B487CD56-97AA-4F10-8024-F72A4F482767}" destId="{2CCBCCC8-B2DE-4A6E-809A-8348E34D4EB3}" srcOrd="0" destOrd="0" parTransId="{70C40318-6DDB-4E20-9205-F3C9B0D6271B}" sibTransId="{5E2F581F-1B13-46E9-865E-1CAEBD257E1D}"/>
    <dgm:cxn modelId="{DD8CC2DA-EC21-498E-8395-7434784E201B}" type="presOf" srcId="{B487CD56-97AA-4F10-8024-F72A4F482767}" destId="{A78CC7C5-C9F6-4E1B-AD2A-020A5C8B20FE}" srcOrd="0" destOrd="0" presId="urn:microsoft.com/office/officeart/2005/8/layout/hierarchy1"/>
    <dgm:cxn modelId="{B1C7CBDC-6D97-425E-8704-3702A3A75712}" srcId="{B487CD56-97AA-4F10-8024-F72A4F482767}" destId="{048B8803-6A89-498B-B24D-1B5A34C6E66E}" srcOrd="3" destOrd="0" parTransId="{BE7D6A18-DA56-4974-A68D-4C3B53D03C1A}" sibTransId="{F254ECAC-22D2-45DB-B30E-905C6558A3F4}"/>
    <dgm:cxn modelId="{F8D4FEE2-08ED-49FC-A025-32AD2E538B7E}" srcId="{B487CD56-97AA-4F10-8024-F72A4F482767}" destId="{6985A3A3-4CF1-48F9-8053-D10A48A9AFC8}" srcOrd="1" destOrd="0" parTransId="{365BD866-CC85-4E02-933D-BA893567474B}" sibTransId="{7124E457-CA7C-4575-97B4-3F710C63A7E5}"/>
    <dgm:cxn modelId="{BEF148FB-ABA1-4DFE-925D-6B71D4C5E250}" srcId="{B487CD56-97AA-4F10-8024-F72A4F482767}" destId="{9F2B385A-DBCA-4CE3-A2C7-FAB6125AC7D3}" srcOrd="2" destOrd="0" parTransId="{F4A17DC4-0897-45BD-A722-32FACCC07DE7}" sibTransId="{6ACCF47F-D20D-420E-8066-DBB1EB6E3CC3}"/>
    <dgm:cxn modelId="{35EF2501-007A-458B-9DCC-02F66D198E2F}" type="presParOf" srcId="{A78CC7C5-C9F6-4E1B-AD2A-020A5C8B20FE}" destId="{EA7DEF08-D472-408C-9B52-6D85C8289FB0}" srcOrd="0" destOrd="0" presId="urn:microsoft.com/office/officeart/2005/8/layout/hierarchy1"/>
    <dgm:cxn modelId="{0A01F419-5995-45E0-A30C-9EF70C762FFF}" type="presParOf" srcId="{EA7DEF08-D472-408C-9B52-6D85C8289FB0}" destId="{6D5D9A12-CA38-4D02-8A07-3FA76462FCEC}" srcOrd="0" destOrd="0" presId="urn:microsoft.com/office/officeart/2005/8/layout/hierarchy1"/>
    <dgm:cxn modelId="{0CA55AA0-7B4C-4241-AC6C-786F2412AB51}" type="presParOf" srcId="{6D5D9A12-CA38-4D02-8A07-3FA76462FCEC}" destId="{F5393F72-672C-431D-9CCC-075634CD01FA}" srcOrd="0" destOrd="0" presId="urn:microsoft.com/office/officeart/2005/8/layout/hierarchy1"/>
    <dgm:cxn modelId="{EA831167-9ABE-4C78-A0E8-977F0451D5FC}" type="presParOf" srcId="{6D5D9A12-CA38-4D02-8A07-3FA76462FCEC}" destId="{BD6E1102-0D8A-4816-BD7C-DEAD359BE6A8}" srcOrd="1" destOrd="0" presId="urn:microsoft.com/office/officeart/2005/8/layout/hierarchy1"/>
    <dgm:cxn modelId="{A62967C3-E338-4677-AA4D-3C1B7136D459}" type="presParOf" srcId="{EA7DEF08-D472-408C-9B52-6D85C8289FB0}" destId="{FC9505CA-D91F-4E1F-B021-79D51BC051F0}" srcOrd="1" destOrd="0" presId="urn:microsoft.com/office/officeart/2005/8/layout/hierarchy1"/>
    <dgm:cxn modelId="{80D07B12-1F45-44CC-AF78-5C86F94DDB4D}" type="presParOf" srcId="{A78CC7C5-C9F6-4E1B-AD2A-020A5C8B20FE}" destId="{3289CB02-C7A6-4A6A-A737-5A8247633AE7}" srcOrd="1" destOrd="0" presId="urn:microsoft.com/office/officeart/2005/8/layout/hierarchy1"/>
    <dgm:cxn modelId="{84959613-2127-460B-B89E-E4B414A68127}" type="presParOf" srcId="{3289CB02-C7A6-4A6A-A737-5A8247633AE7}" destId="{252EE192-667D-4CDB-BD40-BD3B4CF0A0F6}" srcOrd="0" destOrd="0" presId="urn:microsoft.com/office/officeart/2005/8/layout/hierarchy1"/>
    <dgm:cxn modelId="{E0DC3A87-9C3B-4012-952A-CED75AEC17F0}" type="presParOf" srcId="{252EE192-667D-4CDB-BD40-BD3B4CF0A0F6}" destId="{9C0F384A-3388-4496-B18E-99C09ECFE4D8}" srcOrd="0" destOrd="0" presId="urn:microsoft.com/office/officeart/2005/8/layout/hierarchy1"/>
    <dgm:cxn modelId="{C7EE750B-E2F0-4EDA-8813-57B1C730D42D}" type="presParOf" srcId="{252EE192-667D-4CDB-BD40-BD3B4CF0A0F6}" destId="{41816AE8-D6A0-4403-97D1-1358BF7ACB70}" srcOrd="1" destOrd="0" presId="urn:microsoft.com/office/officeart/2005/8/layout/hierarchy1"/>
    <dgm:cxn modelId="{72A9A7D5-8154-4554-AE6F-5C3917AD5582}" type="presParOf" srcId="{3289CB02-C7A6-4A6A-A737-5A8247633AE7}" destId="{A64E2433-9739-4744-A1B6-295D7396A79C}" srcOrd="1" destOrd="0" presId="urn:microsoft.com/office/officeart/2005/8/layout/hierarchy1"/>
    <dgm:cxn modelId="{7CD593BD-8A48-4811-8B46-FD1C83774589}" type="presParOf" srcId="{A78CC7C5-C9F6-4E1B-AD2A-020A5C8B20FE}" destId="{0A3E6089-F3A4-46AA-957D-14133439C68F}" srcOrd="2" destOrd="0" presId="urn:microsoft.com/office/officeart/2005/8/layout/hierarchy1"/>
    <dgm:cxn modelId="{58C83A1E-59CD-441C-86F4-D048C7841EF3}" type="presParOf" srcId="{0A3E6089-F3A4-46AA-957D-14133439C68F}" destId="{88A9571D-3E92-41CB-8157-C6C995C65B4B}" srcOrd="0" destOrd="0" presId="urn:microsoft.com/office/officeart/2005/8/layout/hierarchy1"/>
    <dgm:cxn modelId="{B9638B1B-4C21-47DF-B6BA-4077BB7EB570}" type="presParOf" srcId="{88A9571D-3E92-41CB-8157-C6C995C65B4B}" destId="{59BECC41-12BA-4F91-9ED8-AA8759A6F7C6}" srcOrd="0" destOrd="0" presId="urn:microsoft.com/office/officeart/2005/8/layout/hierarchy1"/>
    <dgm:cxn modelId="{E9629EA6-4A2F-4023-89A1-B9D84E7CD2A5}" type="presParOf" srcId="{88A9571D-3E92-41CB-8157-C6C995C65B4B}" destId="{93D547FC-2094-4908-99C1-4C4FFB6A725A}" srcOrd="1" destOrd="0" presId="urn:microsoft.com/office/officeart/2005/8/layout/hierarchy1"/>
    <dgm:cxn modelId="{06FDB8EC-2708-4FDA-A260-C5532B839EEE}" type="presParOf" srcId="{0A3E6089-F3A4-46AA-957D-14133439C68F}" destId="{B3AC43DF-4575-4CCF-84CA-D6F226FC2892}" srcOrd="1" destOrd="0" presId="urn:microsoft.com/office/officeart/2005/8/layout/hierarchy1"/>
    <dgm:cxn modelId="{1B1A40D5-7590-4E66-BCBE-9298C9ACDFB1}" type="presParOf" srcId="{A78CC7C5-C9F6-4E1B-AD2A-020A5C8B20FE}" destId="{E891A316-32BC-4502-8294-8AA2A60E5296}" srcOrd="3" destOrd="0" presId="urn:microsoft.com/office/officeart/2005/8/layout/hierarchy1"/>
    <dgm:cxn modelId="{505A4002-CF98-41C3-A3E2-66FFD1BC270A}" type="presParOf" srcId="{E891A316-32BC-4502-8294-8AA2A60E5296}" destId="{BE466ABB-D037-4F7F-B6C0-E12F750E5BA3}" srcOrd="0" destOrd="0" presId="urn:microsoft.com/office/officeart/2005/8/layout/hierarchy1"/>
    <dgm:cxn modelId="{7B7D0DBF-4519-40D3-A1E3-2B580C42BDC2}" type="presParOf" srcId="{BE466ABB-D037-4F7F-B6C0-E12F750E5BA3}" destId="{E8CD26D6-2EB9-43F7-A2A0-0DBF93560869}" srcOrd="0" destOrd="0" presId="urn:microsoft.com/office/officeart/2005/8/layout/hierarchy1"/>
    <dgm:cxn modelId="{ADDCD550-52C5-45F9-BCEE-52F600FDF6D4}" type="presParOf" srcId="{BE466ABB-D037-4F7F-B6C0-E12F750E5BA3}" destId="{5ACAC529-DB40-46C9-9467-3FDE62C24EEC}" srcOrd="1" destOrd="0" presId="urn:microsoft.com/office/officeart/2005/8/layout/hierarchy1"/>
    <dgm:cxn modelId="{9983C4E3-0BA7-4384-A9EE-871DEF0A1A61}" type="presParOf" srcId="{E891A316-32BC-4502-8294-8AA2A60E5296}" destId="{767F68A6-22B6-46A1-AE96-590A295FCB5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62898EB-313E-42C4-B7CC-055059A663F3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7C105B68-E9A2-4FB1-B3B7-161D3026F41B}">
      <dgm:prSet/>
      <dgm:spPr/>
      <dgm:t>
        <a:bodyPr/>
        <a:lstStyle/>
        <a:p>
          <a:r>
            <a:rPr lang="en-GB"/>
            <a:t>LSTM + LINEAR REGRESSION </a:t>
          </a:r>
          <a:endParaRPr lang="en-US"/>
        </a:p>
      </dgm:t>
    </dgm:pt>
    <dgm:pt modelId="{64D710E0-DF38-4CC3-95F0-182BA6F521A2}" type="parTrans" cxnId="{7D46C3F2-9BB5-41F0-BD2B-7730E659357F}">
      <dgm:prSet/>
      <dgm:spPr/>
      <dgm:t>
        <a:bodyPr/>
        <a:lstStyle/>
        <a:p>
          <a:endParaRPr lang="en-US"/>
        </a:p>
      </dgm:t>
    </dgm:pt>
    <dgm:pt modelId="{565E858C-D6C6-4D56-9149-F41206DC89C8}" type="sibTrans" cxnId="{7D46C3F2-9BB5-41F0-BD2B-7730E659357F}">
      <dgm:prSet/>
      <dgm:spPr/>
      <dgm:t>
        <a:bodyPr/>
        <a:lstStyle/>
        <a:p>
          <a:endParaRPr lang="en-US"/>
        </a:p>
      </dgm:t>
    </dgm:pt>
    <dgm:pt modelId="{E32EAE3A-7FBB-423B-8237-7EC5A0AE191B}">
      <dgm:prSet/>
      <dgm:spPr/>
      <dgm:t>
        <a:bodyPr/>
        <a:lstStyle/>
        <a:p>
          <a:r>
            <a:rPr lang="en-GB"/>
            <a:t>Method 1: Sequential Combination </a:t>
          </a:r>
          <a:endParaRPr lang="en-US"/>
        </a:p>
      </dgm:t>
    </dgm:pt>
    <dgm:pt modelId="{479435C6-FA12-44E4-8BD9-3169BA0CB535}" type="parTrans" cxnId="{81E160F8-BA6A-4D6E-9C96-B3A1338D97E5}">
      <dgm:prSet/>
      <dgm:spPr/>
      <dgm:t>
        <a:bodyPr/>
        <a:lstStyle/>
        <a:p>
          <a:endParaRPr lang="en-US"/>
        </a:p>
      </dgm:t>
    </dgm:pt>
    <dgm:pt modelId="{3CAE2889-1D61-4365-A1A8-F6EC0884C663}" type="sibTrans" cxnId="{81E160F8-BA6A-4D6E-9C96-B3A1338D97E5}">
      <dgm:prSet/>
      <dgm:spPr/>
      <dgm:t>
        <a:bodyPr/>
        <a:lstStyle/>
        <a:p>
          <a:endParaRPr lang="en-US"/>
        </a:p>
      </dgm:t>
    </dgm:pt>
    <dgm:pt modelId="{925FDB7C-152E-4C01-BE56-1691980E342A}">
      <dgm:prSet/>
      <dgm:spPr/>
      <dgm:t>
        <a:bodyPr/>
        <a:lstStyle/>
        <a:p>
          <a:r>
            <a:rPr lang="en-GB"/>
            <a:t>Method 2 : parllel Combination </a:t>
          </a:r>
          <a:endParaRPr lang="en-US"/>
        </a:p>
      </dgm:t>
    </dgm:pt>
    <dgm:pt modelId="{AC927F24-7F95-407A-A315-3D9D9D2AA338}" type="parTrans" cxnId="{10D89C7A-81AC-4DE7-8126-7801060322AE}">
      <dgm:prSet/>
      <dgm:spPr/>
      <dgm:t>
        <a:bodyPr/>
        <a:lstStyle/>
        <a:p>
          <a:endParaRPr lang="en-US"/>
        </a:p>
      </dgm:t>
    </dgm:pt>
    <dgm:pt modelId="{3FD28851-557B-4B25-AC79-98E119F98175}" type="sibTrans" cxnId="{10D89C7A-81AC-4DE7-8126-7801060322AE}">
      <dgm:prSet/>
      <dgm:spPr/>
      <dgm:t>
        <a:bodyPr/>
        <a:lstStyle/>
        <a:p>
          <a:endParaRPr lang="en-US"/>
        </a:p>
      </dgm:t>
    </dgm:pt>
    <dgm:pt modelId="{3D5E99C5-ACA9-43BD-9A44-306F01852767}" type="pres">
      <dgm:prSet presAssocID="{B62898EB-313E-42C4-B7CC-055059A663F3}" presName="linear" presStyleCnt="0">
        <dgm:presLayoutVars>
          <dgm:dir/>
          <dgm:animLvl val="lvl"/>
          <dgm:resizeHandles val="exact"/>
        </dgm:presLayoutVars>
      </dgm:prSet>
      <dgm:spPr/>
    </dgm:pt>
    <dgm:pt modelId="{193138EE-8289-45F0-AA80-25051FED3CE9}" type="pres">
      <dgm:prSet presAssocID="{7C105B68-E9A2-4FB1-B3B7-161D3026F41B}" presName="parentLin" presStyleCnt="0"/>
      <dgm:spPr/>
    </dgm:pt>
    <dgm:pt modelId="{0109AD4F-1AA5-4D45-931E-F38B8ABAB9C0}" type="pres">
      <dgm:prSet presAssocID="{7C105B68-E9A2-4FB1-B3B7-161D3026F41B}" presName="parentLeftMargin" presStyleLbl="node1" presStyleIdx="0" presStyleCnt="3"/>
      <dgm:spPr/>
    </dgm:pt>
    <dgm:pt modelId="{3BEF7179-8368-4BA1-A190-390604EB450B}" type="pres">
      <dgm:prSet presAssocID="{7C105B68-E9A2-4FB1-B3B7-161D3026F41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C8EAD8B-2170-4866-8DEF-D2C48CD485B0}" type="pres">
      <dgm:prSet presAssocID="{7C105B68-E9A2-4FB1-B3B7-161D3026F41B}" presName="negativeSpace" presStyleCnt="0"/>
      <dgm:spPr/>
    </dgm:pt>
    <dgm:pt modelId="{365FB418-26EE-435F-B17E-E4D64234BAF3}" type="pres">
      <dgm:prSet presAssocID="{7C105B68-E9A2-4FB1-B3B7-161D3026F41B}" presName="childText" presStyleLbl="conFgAcc1" presStyleIdx="0" presStyleCnt="3">
        <dgm:presLayoutVars>
          <dgm:bulletEnabled val="1"/>
        </dgm:presLayoutVars>
      </dgm:prSet>
      <dgm:spPr/>
    </dgm:pt>
    <dgm:pt modelId="{0032F1AA-6D2D-4248-81A0-4213D7E0AB0C}" type="pres">
      <dgm:prSet presAssocID="{565E858C-D6C6-4D56-9149-F41206DC89C8}" presName="spaceBetweenRectangles" presStyleCnt="0"/>
      <dgm:spPr/>
    </dgm:pt>
    <dgm:pt modelId="{2DEA716A-F61D-4A7E-947A-DB43D32B273F}" type="pres">
      <dgm:prSet presAssocID="{E32EAE3A-7FBB-423B-8237-7EC5A0AE191B}" presName="parentLin" presStyleCnt="0"/>
      <dgm:spPr/>
    </dgm:pt>
    <dgm:pt modelId="{E535DE13-F441-40A7-83EC-2D5E8EEE0C57}" type="pres">
      <dgm:prSet presAssocID="{E32EAE3A-7FBB-423B-8237-7EC5A0AE191B}" presName="parentLeftMargin" presStyleLbl="node1" presStyleIdx="0" presStyleCnt="3"/>
      <dgm:spPr/>
    </dgm:pt>
    <dgm:pt modelId="{700E3498-2554-4719-8A89-20E1EEE35BB0}" type="pres">
      <dgm:prSet presAssocID="{E32EAE3A-7FBB-423B-8237-7EC5A0AE191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0E46C8B-B86C-4B41-B27F-319D0F13BF7E}" type="pres">
      <dgm:prSet presAssocID="{E32EAE3A-7FBB-423B-8237-7EC5A0AE191B}" presName="negativeSpace" presStyleCnt="0"/>
      <dgm:spPr/>
    </dgm:pt>
    <dgm:pt modelId="{D0B251D5-D389-4C19-9EA7-AE4631019C6E}" type="pres">
      <dgm:prSet presAssocID="{E32EAE3A-7FBB-423B-8237-7EC5A0AE191B}" presName="childText" presStyleLbl="conFgAcc1" presStyleIdx="1" presStyleCnt="3">
        <dgm:presLayoutVars>
          <dgm:bulletEnabled val="1"/>
        </dgm:presLayoutVars>
      </dgm:prSet>
      <dgm:spPr/>
    </dgm:pt>
    <dgm:pt modelId="{4C34CDC6-8800-4B2C-ABD9-3946AED9177B}" type="pres">
      <dgm:prSet presAssocID="{3CAE2889-1D61-4365-A1A8-F6EC0884C663}" presName="spaceBetweenRectangles" presStyleCnt="0"/>
      <dgm:spPr/>
    </dgm:pt>
    <dgm:pt modelId="{AFEDCC79-8057-45B1-9C2E-EE56A83AD7B3}" type="pres">
      <dgm:prSet presAssocID="{925FDB7C-152E-4C01-BE56-1691980E342A}" presName="parentLin" presStyleCnt="0"/>
      <dgm:spPr/>
    </dgm:pt>
    <dgm:pt modelId="{9B26E17F-914E-40B0-A277-6FC0E57511DA}" type="pres">
      <dgm:prSet presAssocID="{925FDB7C-152E-4C01-BE56-1691980E342A}" presName="parentLeftMargin" presStyleLbl="node1" presStyleIdx="1" presStyleCnt="3"/>
      <dgm:spPr/>
    </dgm:pt>
    <dgm:pt modelId="{E0172EF6-5E93-4648-8034-98A5AF124611}" type="pres">
      <dgm:prSet presAssocID="{925FDB7C-152E-4C01-BE56-1691980E342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5D53DE5-6D3A-4CE5-9087-462D9B24D853}" type="pres">
      <dgm:prSet presAssocID="{925FDB7C-152E-4C01-BE56-1691980E342A}" presName="negativeSpace" presStyleCnt="0"/>
      <dgm:spPr/>
    </dgm:pt>
    <dgm:pt modelId="{14C170C2-327E-4E82-B02E-55B1611C9728}" type="pres">
      <dgm:prSet presAssocID="{925FDB7C-152E-4C01-BE56-1691980E342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686E33B-8BD8-40A8-A1F9-119EFE87281B}" type="presOf" srcId="{B62898EB-313E-42C4-B7CC-055059A663F3}" destId="{3D5E99C5-ACA9-43BD-9A44-306F01852767}" srcOrd="0" destOrd="0" presId="urn:microsoft.com/office/officeart/2005/8/layout/list1"/>
    <dgm:cxn modelId="{4C2DE049-4E00-451B-A3CC-DB0087FCDD40}" type="presOf" srcId="{E32EAE3A-7FBB-423B-8237-7EC5A0AE191B}" destId="{700E3498-2554-4719-8A89-20E1EEE35BB0}" srcOrd="1" destOrd="0" presId="urn:microsoft.com/office/officeart/2005/8/layout/list1"/>
    <dgm:cxn modelId="{44F0D24E-C8C7-4EB0-94BD-695B9A8B88AF}" type="presOf" srcId="{925FDB7C-152E-4C01-BE56-1691980E342A}" destId="{9B26E17F-914E-40B0-A277-6FC0E57511DA}" srcOrd="0" destOrd="0" presId="urn:microsoft.com/office/officeart/2005/8/layout/list1"/>
    <dgm:cxn modelId="{10D89C7A-81AC-4DE7-8126-7801060322AE}" srcId="{B62898EB-313E-42C4-B7CC-055059A663F3}" destId="{925FDB7C-152E-4C01-BE56-1691980E342A}" srcOrd="2" destOrd="0" parTransId="{AC927F24-7F95-407A-A315-3D9D9D2AA338}" sibTransId="{3FD28851-557B-4B25-AC79-98E119F98175}"/>
    <dgm:cxn modelId="{E2E26383-E6EF-47D6-BAE7-33F01D396B41}" type="presOf" srcId="{7C105B68-E9A2-4FB1-B3B7-161D3026F41B}" destId="{0109AD4F-1AA5-4D45-931E-F38B8ABAB9C0}" srcOrd="0" destOrd="0" presId="urn:microsoft.com/office/officeart/2005/8/layout/list1"/>
    <dgm:cxn modelId="{5FDB76A1-E598-4A1D-ACD3-ED3B7CE593C7}" type="presOf" srcId="{E32EAE3A-7FBB-423B-8237-7EC5A0AE191B}" destId="{E535DE13-F441-40A7-83EC-2D5E8EEE0C57}" srcOrd="0" destOrd="0" presId="urn:microsoft.com/office/officeart/2005/8/layout/list1"/>
    <dgm:cxn modelId="{7B1E54A6-7987-4A7E-9699-1371E17C4A4A}" type="presOf" srcId="{7C105B68-E9A2-4FB1-B3B7-161D3026F41B}" destId="{3BEF7179-8368-4BA1-A190-390604EB450B}" srcOrd="1" destOrd="0" presId="urn:microsoft.com/office/officeart/2005/8/layout/list1"/>
    <dgm:cxn modelId="{7D46C3F2-9BB5-41F0-BD2B-7730E659357F}" srcId="{B62898EB-313E-42C4-B7CC-055059A663F3}" destId="{7C105B68-E9A2-4FB1-B3B7-161D3026F41B}" srcOrd="0" destOrd="0" parTransId="{64D710E0-DF38-4CC3-95F0-182BA6F521A2}" sibTransId="{565E858C-D6C6-4D56-9149-F41206DC89C8}"/>
    <dgm:cxn modelId="{81E160F8-BA6A-4D6E-9C96-B3A1338D97E5}" srcId="{B62898EB-313E-42C4-B7CC-055059A663F3}" destId="{E32EAE3A-7FBB-423B-8237-7EC5A0AE191B}" srcOrd="1" destOrd="0" parTransId="{479435C6-FA12-44E4-8BD9-3169BA0CB535}" sibTransId="{3CAE2889-1D61-4365-A1A8-F6EC0884C663}"/>
    <dgm:cxn modelId="{58D78AFF-4E6E-444E-81AA-C7E02F6A6861}" type="presOf" srcId="{925FDB7C-152E-4C01-BE56-1691980E342A}" destId="{E0172EF6-5E93-4648-8034-98A5AF124611}" srcOrd="1" destOrd="0" presId="urn:microsoft.com/office/officeart/2005/8/layout/list1"/>
    <dgm:cxn modelId="{AB246BD0-FB6B-488D-9B96-F7E160B907EC}" type="presParOf" srcId="{3D5E99C5-ACA9-43BD-9A44-306F01852767}" destId="{193138EE-8289-45F0-AA80-25051FED3CE9}" srcOrd="0" destOrd="0" presId="urn:microsoft.com/office/officeart/2005/8/layout/list1"/>
    <dgm:cxn modelId="{E33CA24F-B8B7-4534-B06A-FDCD5B06A634}" type="presParOf" srcId="{193138EE-8289-45F0-AA80-25051FED3CE9}" destId="{0109AD4F-1AA5-4D45-931E-F38B8ABAB9C0}" srcOrd="0" destOrd="0" presId="urn:microsoft.com/office/officeart/2005/8/layout/list1"/>
    <dgm:cxn modelId="{F0EFAE1E-E592-41FB-B683-713F4B8AEBAB}" type="presParOf" srcId="{193138EE-8289-45F0-AA80-25051FED3CE9}" destId="{3BEF7179-8368-4BA1-A190-390604EB450B}" srcOrd="1" destOrd="0" presId="urn:microsoft.com/office/officeart/2005/8/layout/list1"/>
    <dgm:cxn modelId="{D15271F9-B99C-403B-ACCF-8C38C6CC6793}" type="presParOf" srcId="{3D5E99C5-ACA9-43BD-9A44-306F01852767}" destId="{6C8EAD8B-2170-4866-8DEF-D2C48CD485B0}" srcOrd="1" destOrd="0" presId="urn:microsoft.com/office/officeart/2005/8/layout/list1"/>
    <dgm:cxn modelId="{B939B368-AAB8-4CE4-853C-198B9BACDA8F}" type="presParOf" srcId="{3D5E99C5-ACA9-43BD-9A44-306F01852767}" destId="{365FB418-26EE-435F-B17E-E4D64234BAF3}" srcOrd="2" destOrd="0" presId="urn:microsoft.com/office/officeart/2005/8/layout/list1"/>
    <dgm:cxn modelId="{B097A69E-11D4-4408-A9D8-DB96B65DEA74}" type="presParOf" srcId="{3D5E99C5-ACA9-43BD-9A44-306F01852767}" destId="{0032F1AA-6D2D-4248-81A0-4213D7E0AB0C}" srcOrd="3" destOrd="0" presId="urn:microsoft.com/office/officeart/2005/8/layout/list1"/>
    <dgm:cxn modelId="{D76313C6-0853-4D42-ABB3-091FFDE3E702}" type="presParOf" srcId="{3D5E99C5-ACA9-43BD-9A44-306F01852767}" destId="{2DEA716A-F61D-4A7E-947A-DB43D32B273F}" srcOrd="4" destOrd="0" presId="urn:microsoft.com/office/officeart/2005/8/layout/list1"/>
    <dgm:cxn modelId="{4CD07343-59AA-4DC7-8063-56B2C77A5391}" type="presParOf" srcId="{2DEA716A-F61D-4A7E-947A-DB43D32B273F}" destId="{E535DE13-F441-40A7-83EC-2D5E8EEE0C57}" srcOrd="0" destOrd="0" presId="urn:microsoft.com/office/officeart/2005/8/layout/list1"/>
    <dgm:cxn modelId="{4F4714A7-ECB5-4992-846B-2B7A57A5EB56}" type="presParOf" srcId="{2DEA716A-F61D-4A7E-947A-DB43D32B273F}" destId="{700E3498-2554-4719-8A89-20E1EEE35BB0}" srcOrd="1" destOrd="0" presId="urn:microsoft.com/office/officeart/2005/8/layout/list1"/>
    <dgm:cxn modelId="{EA246AC3-E22F-4F6D-8C92-7623783D2157}" type="presParOf" srcId="{3D5E99C5-ACA9-43BD-9A44-306F01852767}" destId="{B0E46C8B-B86C-4B41-B27F-319D0F13BF7E}" srcOrd="5" destOrd="0" presId="urn:microsoft.com/office/officeart/2005/8/layout/list1"/>
    <dgm:cxn modelId="{E4757BF5-480F-469F-BA6D-59436EE701C6}" type="presParOf" srcId="{3D5E99C5-ACA9-43BD-9A44-306F01852767}" destId="{D0B251D5-D389-4C19-9EA7-AE4631019C6E}" srcOrd="6" destOrd="0" presId="urn:microsoft.com/office/officeart/2005/8/layout/list1"/>
    <dgm:cxn modelId="{41F75C72-6D0F-4330-9AE0-5B87057FCD22}" type="presParOf" srcId="{3D5E99C5-ACA9-43BD-9A44-306F01852767}" destId="{4C34CDC6-8800-4B2C-ABD9-3946AED9177B}" srcOrd="7" destOrd="0" presId="urn:microsoft.com/office/officeart/2005/8/layout/list1"/>
    <dgm:cxn modelId="{A5D38D13-C51A-424A-84AC-45EFEB742840}" type="presParOf" srcId="{3D5E99C5-ACA9-43BD-9A44-306F01852767}" destId="{AFEDCC79-8057-45B1-9C2E-EE56A83AD7B3}" srcOrd="8" destOrd="0" presId="urn:microsoft.com/office/officeart/2005/8/layout/list1"/>
    <dgm:cxn modelId="{11A7D785-4A50-4E7D-8FCB-86E3F528D066}" type="presParOf" srcId="{AFEDCC79-8057-45B1-9C2E-EE56A83AD7B3}" destId="{9B26E17F-914E-40B0-A277-6FC0E57511DA}" srcOrd="0" destOrd="0" presId="urn:microsoft.com/office/officeart/2005/8/layout/list1"/>
    <dgm:cxn modelId="{53581A80-FCBB-4E27-B5CC-2A0B8902C24F}" type="presParOf" srcId="{AFEDCC79-8057-45B1-9C2E-EE56A83AD7B3}" destId="{E0172EF6-5E93-4648-8034-98A5AF124611}" srcOrd="1" destOrd="0" presId="urn:microsoft.com/office/officeart/2005/8/layout/list1"/>
    <dgm:cxn modelId="{F830304B-2A89-4326-BFB7-42F64F10121F}" type="presParOf" srcId="{3D5E99C5-ACA9-43BD-9A44-306F01852767}" destId="{95D53DE5-6D3A-4CE5-9087-462D9B24D853}" srcOrd="9" destOrd="0" presId="urn:microsoft.com/office/officeart/2005/8/layout/list1"/>
    <dgm:cxn modelId="{56AC8432-986C-47F2-8107-01D25952ECE5}" type="presParOf" srcId="{3D5E99C5-ACA9-43BD-9A44-306F01852767}" destId="{14C170C2-327E-4E82-B02E-55B1611C972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AB871F8-745C-43EE-8635-AA46F93E5FAC}" type="doc">
      <dgm:prSet loTypeId="urn:microsoft.com/office/officeart/2005/8/layout/hierarchy3" loCatId="hierarchy" qsTypeId="urn:microsoft.com/office/officeart/2005/8/quickstyle/simple4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D99DE46A-8C5F-4619-B81D-3EED34657AE4}">
      <dgm:prSet/>
      <dgm:spPr/>
      <dgm:t>
        <a:bodyPr/>
        <a:lstStyle/>
        <a:p>
          <a:r>
            <a:rPr lang="en-GB"/>
            <a:t>Data Preparation </a:t>
          </a:r>
          <a:endParaRPr lang="en-US"/>
        </a:p>
      </dgm:t>
    </dgm:pt>
    <dgm:pt modelId="{90DBA83E-D02D-4CCF-B088-BC4586C30C3A}" type="parTrans" cxnId="{AD0F254A-8894-406D-BD41-CBC77C984A5F}">
      <dgm:prSet/>
      <dgm:spPr/>
      <dgm:t>
        <a:bodyPr/>
        <a:lstStyle/>
        <a:p>
          <a:endParaRPr lang="en-US"/>
        </a:p>
      </dgm:t>
    </dgm:pt>
    <dgm:pt modelId="{95F67E28-8DF9-4FF3-B7E1-1DE15EA3CFC8}" type="sibTrans" cxnId="{AD0F254A-8894-406D-BD41-CBC77C984A5F}">
      <dgm:prSet/>
      <dgm:spPr/>
      <dgm:t>
        <a:bodyPr/>
        <a:lstStyle/>
        <a:p>
          <a:endParaRPr lang="en-US"/>
        </a:p>
      </dgm:t>
    </dgm:pt>
    <dgm:pt modelId="{4C8A3CFD-416E-4021-ACD4-317630CDFBB6}">
      <dgm:prSet/>
      <dgm:spPr/>
      <dgm:t>
        <a:bodyPr/>
        <a:lstStyle/>
        <a:p>
          <a:r>
            <a:rPr lang="en-GB"/>
            <a:t>Integration </a:t>
          </a:r>
          <a:endParaRPr lang="en-US"/>
        </a:p>
      </dgm:t>
    </dgm:pt>
    <dgm:pt modelId="{5E198458-856B-4D6B-BF0B-4770F8073BBB}" type="parTrans" cxnId="{673D7D47-1E2A-4703-A511-A9FBB8968000}">
      <dgm:prSet/>
      <dgm:spPr/>
      <dgm:t>
        <a:bodyPr/>
        <a:lstStyle/>
        <a:p>
          <a:endParaRPr lang="en-US"/>
        </a:p>
      </dgm:t>
    </dgm:pt>
    <dgm:pt modelId="{F9D5EE80-2C09-4CBE-BF6C-E095D0A49A97}" type="sibTrans" cxnId="{673D7D47-1E2A-4703-A511-A9FBB8968000}">
      <dgm:prSet/>
      <dgm:spPr/>
      <dgm:t>
        <a:bodyPr/>
        <a:lstStyle/>
        <a:p>
          <a:endParaRPr lang="en-US"/>
        </a:p>
      </dgm:t>
    </dgm:pt>
    <dgm:pt modelId="{535E6374-4BD1-4941-A22E-4B2B4484F234}">
      <dgm:prSet/>
      <dgm:spPr/>
      <dgm:t>
        <a:bodyPr/>
        <a:lstStyle/>
        <a:p>
          <a:r>
            <a:rPr lang="en-GB"/>
            <a:t>Model Complexity </a:t>
          </a:r>
          <a:endParaRPr lang="en-US"/>
        </a:p>
      </dgm:t>
    </dgm:pt>
    <dgm:pt modelId="{571F851F-0792-472D-89AF-4F18E50A1CCA}" type="parTrans" cxnId="{0CEBB78E-A78C-4C13-B55F-35302A131F60}">
      <dgm:prSet/>
      <dgm:spPr/>
      <dgm:t>
        <a:bodyPr/>
        <a:lstStyle/>
        <a:p>
          <a:endParaRPr lang="en-US"/>
        </a:p>
      </dgm:t>
    </dgm:pt>
    <dgm:pt modelId="{3747650F-80AE-41AC-BE71-C2A0B74E1E90}" type="sibTrans" cxnId="{0CEBB78E-A78C-4C13-B55F-35302A131F60}">
      <dgm:prSet/>
      <dgm:spPr/>
      <dgm:t>
        <a:bodyPr/>
        <a:lstStyle/>
        <a:p>
          <a:endParaRPr lang="en-US"/>
        </a:p>
      </dgm:t>
    </dgm:pt>
    <dgm:pt modelId="{ACDB37AC-3B42-4883-BB72-B16C18C15299}" type="pres">
      <dgm:prSet presAssocID="{0AB871F8-745C-43EE-8635-AA46F93E5FAC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3CDFE37-57C3-4B98-9151-09C96F96EDB6}" type="pres">
      <dgm:prSet presAssocID="{D99DE46A-8C5F-4619-B81D-3EED34657AE4}" presName="root" presStyleCnt="0"/>
      <dgm:spPr/>
    </dgm:pt>
    <dgm:pt modelId="{5FDF14D6-F3A3-4A4B-A386-60AEB6665396}" type="pres">
      <dgm:prSet presAssocID="{D99DE46A-8C5F-4619-B81D-3EED34657AE4}" presName="rootComposite" presStyleCnt="0"/>
      <dgm:spPr/>
    </dgm:pt>
    <dgm:pt modelId="{60962D75-4C8D-48E6-8B3C-AEFC047640B5}" type="pres">
      <dgm:prSet presAssocID="{D99DE46A-8C5F-4619-B81D-3EED34657AE4}" presName="rootText" presStyleLbl="node1" presStyleIdx="0" presStyleCnt="3"/>
      <dgm:spPr/>
    </dgm:pt>
    <dgm:pt modelId="{6E63F1D1-B944-4FBB-BFBC-3B21D48DA0C1}" type="pres">
      <dgm:prSet presAssocID="{D99DE46A-8C5F-4619-B81D-3EED34657AE4}" presName="rootConnector" presStyleLbl="node1" presStyleIdx="0" presStyleCnt="3"/>
      <dgm:spPr/>
    </dgm:pt>
    <dgm:pt modelId="{2CE0797F-0A69-43AF-BED7-8183BA245F98}" type="pres">
      <dgm:prSet presAssocID="{D99DE46A-8C5F-4619-B81D-3EED34657AE4}" presName="childShape" presStyleCnt="0"/>
      <dgm:spPr/>
    </dgm:pt>
    <dgm:pt modelId="{245757C8-8243-468D-B4B4-B5BFBD29959A}" type="pres">
      <dgm:prSet presAssocID="{4C8A3CFD-416E-4021-ACD4-317630CDFBB6}" presName="root" presStyleCnt="0"/>
      <dgm:spPr/>
    </dgm:pt>
    <dgm:pt modelId="{1BF36DE2-45CB-4F1B-9EDE-56DA6729A93B}" type="pres">
      <dgm:prSet presAssocID="{4C8A3CFD-416E-4021-ACD4-317630CDFBB6}" presName="rootComposite" presStyleCnt="0"/>
      <dgm:spPr/>
    </dgm:pt>
    <dgm:pt modelId="{93BF75BE-B557-43AE-9151-5F8E8D007432}" type="pres">
      <dgm:prSet presAssocID="{4C8A3CFD-416E-4021-ACD4-317630CDFBB6}" presName="rootText" presStyleLbl="node1" presStyleIdx="1" presStyleCnt="3"/>
      <dgm:spPr/>
    </dgm:pt>
    <dgm:pt modelId="{E4EAFEFF-6D78-48E9-B0BA-4A07AB64051D}" type="pres">
      <dgm:prSet presAssocID="{4C8A3CFD-416E-4021-ACD4-317630CDFBB6}" presName="rootConnector" presStyleLbl="node1" presStyleIdx="1" presStyleCnt="3"/>
      <dgm:spPr/>
    </dgm:pt>
    <dgm:pt modelId="{8BE62CD6-C6EA-4BD7-AB8B-0CCE215BC8AE}" type="pres">
      <dgm:prSet presAssocID="{4C8A3CFD-416E-4021-ACD4-317630CDFBB6}" presName="childShape" presStyleCnt="0"/>
      <dgm:spPr/>
    </dgm:pt>
    <dgm:pt modelId="{E0763D14-D4A2-440D-BEE7-0CE582BBBF5F}" type="pres">
      <dgm:prSet presAssocID="{535E6374-4BD1-4941-A22E-4B2B4484F234}" presName="root" presStyleCnt="0"/>
      <dgm:spPr/>
    </dgm:pt>
    <dgm:pt modelId="{C6EF6872-ACFF-4916-B51A-2A447CD1BB7D}" type="pres">
      <dgm:prSet presAssocID="{535E6374-4BD1-4941-A22E-4B2B4484F234}" presName="rootComposite" presStyleCnt="0"/>
      <dgm:spPr/>
    </dgm:pt>
    <dgm:pt modelId="{4E666C21-78DB-4AF8-B840-70B7F8B630BC}" type="pres">
      <dgm:prSet presAssocID="{535E6374-4BD1-4941-A22E-4B2B4484F234}" presName="rootText" presStyleLbl="node1" presStyleIdx="2" presStyleCnt="3"/>
      <dgm:spPr/>
    </dgm:pt>
    <dgm:pt modelId="{EB5D62F4-B0EC-4315-B71E-61CEDDD2ABED}" type="pres">
      <dgm:prSet presAssocID="{535E6374-4BD1-4941-A22E-4B2B4484F234}" presName="rootConnector" presStyleLbl="node1" presStyleIdx="2" presStyleCnt="3"/>
      <dgm:spPr/>
    </dgm:pt>
    <dgm:pt modelId="{B98D9BA1-95EF-488E-AB5B-3CDD2582D4D8}" type="pres">
      <dgm:prSet presAssocID="{535E6374-4BD1-4941-A22E-4B2B4484F234}" presName="childShape" presStyleCnt="0"/>
      <dgm:spPr/>
    </dgm:pt>
  </dgm:ptLst>
  <dgm:cxnLst>
    <dgm:cxn modelId="{9363C114-04CB-44A4-97E0-73F47FDB7A57}" type="presOf" srcId="{4C8A3CFD-416E-4021-ACD4-317630CDFBB6}" destId="{E4EAFEFF-6D78-48E9-B0BA-4A07AB64051D}" srcOrd="1" destOrd="0" presId="urn:microsoft.com/office/officeart/2005/8/layout/hierarchy3"/>
    <dgm:cxn modelId="{8929BA26-08AD-4014-AEEA-8274A06D2C55}" type="presOf" srcId="{4C8A3CFD-416E-4021-ACD4-317630CDFBB6}" destId="{93BF75BE-B557-43AE-9151-5F8E8D007432}" srcOrd="0" destOrd="0" presId="urn:microsoft.com/office/officeart/2005/8/layout/hierarchy3"/>
    <dgm:cxn modelId="{20186434-AA0C-4FF8-809D-3144E95D1C67}" type="presOf" srcId="{535E6374-4BD1-4941-A22E-4B2B4484F234}" destId="{4E666C21-78DB-4AF8-B840-70B7F8B630BC}" srcOrd="0" destOrd="0" presId="urn:microsoft.com/office/officeart/2005/8/layout/hierarchy3"/>
    <dgm:cxn modelId="{4F0A4F66-FB18-40B4-9EF2-50EEB086AB8C}" type="presOf" srcId="{D99DE46A-8C5F-4619-B81D-3EED34657AE4}" destId="{60962D75-4C8D-48E6-8B3C-AEFC047640B5}" srcOrd="0" destOrd="0" presId="urn:microsoft.com/office/officeart/2005/8/layout/hierarchy3"/>
    <dgm:cxn modelId="{673D7D47-1E2A-4703-A511-A9FBB8968000}" srcId="{0AB871F8-745C-43EE-8635-AA46F93E5FAC}" destId="{4C8A3CFD-416E-4021-ACD4-317630CDFBB6}" srcOrd="1" destOrd="0" parTransId="{5E198458-856B-4D6B-BF0B-4770F8073BBB}" sibTransId="{F9D5EE80-2C09-4CBE-BF6C-E095D0A49A97}"/>
    <dgm:cxn modelId="{AD0F254A-8894-406D-BD41-CBC77C984A5F}" srcId="{0AB871F8-745C-43EE-8635-AA46F93E5FAC}" destId="{D99DE46A-8C5F-4619-B81D-3EED34657AE4}" srcOrd="0" destOrd="0" parTransId="{90DBA83E-D02D-4CCF-B088-BC4586C30C3A}" sibTransId="{95F67E28-8DF9-4FF3-B7E1-1DE15EA3CFC8}"/>
    <dgm:cxn modelId="{0CEBB78E-A78C-4C13-B55F-35302A131F60}" srcId="{0AB871F8-745C-43EE-8635-AA46F93E5FAC}" destId="{535E6374-4BD1-4941-A22E-4B2B4484F234}" srcOrd="2" destOrd="0" parTransId="{571F851F-0792-472D-89AF-4F18E50A1CCA}" sibTransId="{3747650F-80AE-41AC-BE71-C2A0B74E1E90}"/>
    <dgm:cxn modelId="{C27516B2-CCF2-4508-828C-48C8B0DD7733}" type="presOf" srcId="{D99DE46A-8C5F-4619-B81D-3EED34657AE4}" destId="{6E63F1D1-B944-4FBB-BFBC-3B21D48DA0C1}" srcOrd="1" destOrd="0" presId="urn:microsoft.com/office/officeart/2005/8/layout/hierarchy3"/>
    <dgm:cxn modelId="{29DCF2BD-9B8C-4AF9-90E6-407BEB925305}" type="presOf" srcId="{535E6374-4BD1-4941-A22E-4B2B4484F234}" destId="{EB5D62F4-B0EC-4315-B71E-61CEDDD2ABED}" srcOrd="1" destOrd="0" presId="urn:microsoft.com/office/officeart/2005/8/layout/hierarchy3"/>
    <dgm:cxn modelId="{026309EF-E38F-4748-BEC5-04C1B9C2FEE6}" type="presOf" srcId="{0AB871F8-745C-43EE-8635-AA46F93E5FAC}" destId="{ACDB37AC-3B42-4883-BB72-B16C18C15299}" srcOrd="0" destOrd="0" presId="urn:microsoft.com/office/officeart/2005/8/layout/hierarchy3"/>
    <dgm:cxn modelId="{4D53E229-1E6D-4C77-9957-47F14339D1B8}" type="presParOf" srcId="{ACDB37AC-3B42-4883-BB72-B16C18C15299}" destId="{23CDFE37-57C3-4B98-9151-09C96F96EDB6}" srcOrd="0" destOrd="0" presId="urn:microsoft.com/office/officeart/2005/8/layout/hierarchy3"/>
    <dgm:cxn modelId="{0AD70792-9352-4D03-BF19-6681141D324F}" type="presParOf" srcId="{23CDFE37-57C3-4B98-9151-09C96F96EDB6}" destId="{5FDF14D6-F3A3-4A4B-A386-60AEB6665396}" srcOrd="0" destOrd="0" presId="urn:microsoft.com/office/officeart/2005/8/layout/hierarchy3"/>
    <dgm:cxn modelId="{969B482F-9C1D-4B1E-9D74-CFCD28998224}" type="presParOf" srcId="{5FDF14D6-F3A3-4A4B-A386-60AEB6665396}" destId="{60962D75-4C8D-48E6-8B3C-AEFC047640B5}" srcOrd="0" destOrd="0" presId="urn:microsoft.com/office/officeart/2005/8/layout/hierarchy3"/>
    <dgm:cxn modelId="{CBBE564D-488D-468A-91A6-93ECC62877A3}" type="presParOf" srcId="{5FDF14D6-F3A3-4A4B-A386-60AEB6665396}" destId="{6E63F1D1-B944-4FBB-BFBC-3B21D48DA0C1}" srcOrd="1" destOrd="0" presId="urn:microsoft.com/office/officeart/2005/8/layout/hierarchy3"/>
    <dgm:cxn modelId="{0189A46A-E498-4013-92EB-A5E0AE0DB4A9}" type="presParOf" srcId="{23CDFE37-57C3-4B98-9151-09C96F96EDB6}" destId="{2CE0797F-0A69-43AF-BED7-8183BA245F98}" srcOrd="1" destOrd="0" presId="urn:microsoft.com/office/officeart/2005/8/layout/hierarchy3"/>
    <dgm:cxn modelId="{FA4BA888-79BB-461B-8AE5-8D7CB406ACD7}" type="presParOf" srcId="{ACDB37AC-3B42-4883-BB72-B16C18C15299}" destId="{245757C8-8243-468D-B4B4-B5BFBD29959A}" srcOrd="1" destOrd="0" presId="urn:microsoft.com/office/officeart/2005/8/layout/hierarchy3"/>
    <dgm:cxn modelId="{4474E62D-3AB5-4E4E-AAD0-DD2FB1398A06}" type="presParOf" srcId="{245757C8-8243-468D-B4B4-B5BFBD29959A}" destId="{1BF36DE2-45CB-4F1B-9EDE-56DA6729A93B}" srcOrd="0" destOrd="0" presId="urn:microsoft.com/office/officeart/2005/8/layout/hierarchy3"/>
    <dgm:cxn modelId="{19BE21A7-2443-4618-8886-2F27DF60D638}" type="presParOf" srcId="{1BF36DE2-45CB-4F1B-9EDE-56DA6729A93B}" destId="{93BF75BE-B557-43AE-9151-5F8E8D007432}" srcOrd="0" destOrd="0" presId="urn:microsoft.com/office/officeart/2005/8/layout/hierarchy3"/>
    <dgm:cxn modelId="{121F1F37-A10D-46D7-A950-1227B4F8058B}" type="presParOf" srcId="{1BF36DE2-45CB-4F1B-9EDE-56DA6729A93B}" destId="{E4EAFEFF-6D78-48E9-B0BA-4A07AB64051D}" srcOrd="1" destOrd="0" presId="urn:microsoft.com/office/officeart/2005/8/layout/hierarchy3"/>
    <dgm:cxn modelId="{B98B6F8F-FF18-4279-8240-3CB9CC12987B}" type="presParOf" srcId="{245757C8-8243-468D-B4B4-B5BFBD29959A}" destId="{8BE62CD6-C6EA-4BD7-AB8B-0CCE215BC8AE}" srcOrd="1" destOrd="0" presId="urn:microsoft.com/office/officeart/2005/8/layout/hierarchy3"/>
    <dgm:cxn modelId="{9736840D-8342-4E78-8D0D-14423A74A93B}" type="presParOf" srcId="{ACDB37AC-3B42-4883-BB72-B16C18C15299}" destId="{E0763D14-D4A2-440D-BEE7-0CE582BBBF5F}" srcOrd="2" destOrd="0" presId="urn:microsoft.com/office/officeart/2005/8/layout/hierarchy3"/>
    <dgm:cxn modelId="{7DE85E2B-B88C-416C-8ECA-3AECF40E5E4F}" type="presParOf" srcId="{E0763D14-D4A2-440D-BEE7-0CE582BBBF5F}" destId="{C6EF6872-ACFF-4916-B51A-2A447CD1BB7D}" srcOrd="0" destOrd="0" presId="urn:microsoft.com/office/officeart/2005/8/layout/hierarchy3"/>
    <dgm:cxn modelId="{0DC4B8DE-33F3-4007-BE4E-3DD8AB9CD2B4}" type="presParOf" srcId="{C6EF6872-ACFF-4916-B51A-2A447CD1BB7D}" destId="{4E666C21-78DB-4AF8-B840-70B7F8B630BC}" srcOrd="0" destOrd="0" presId="urn:microsoft.com/office/officeart/2005/8/layout/hierarchy3"/>
    <dgm:cxn modelId="{2C2EB5D0-6A20-440C-9C04-7113891D2A85}" type="presParOf" srcId="{C6EF6872-ACFF-4916-B51A-2A447CD1BB7D}" destId="{EB5D62F4-B0EC-4315-B71E-61CEDDD2ABED}" srcOrd="1" destOrd="0" presId="urn:microsoft.com/office/officeart/2005/8/layout/hierarchy3"/>
    <dgm:cxn modelId="{650FF5F7-9C55-441C-AE8E-A9BA5786D570}" type="presParOf" srcId="{E0763D14-D4A2-440D-BEE7-0CE582BBBF5F}" destId="{B98D9BA1-95EF-488E-AB5B-3CDD2582D4D8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B9B3601-0C94-4371-9C7D-07853A0006CD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8884F6D-0836-4676-B545-3588BCEDA59D}">
      <dgm:prSet/>
      <dgm:spPr/>
      <dgm:t>
        <a:bodyPr/>
        <a:lstStyle/>
        <a:p>
          <a:r>
            <a:rPr lang="en-GB"/>
            <a:t>Market Complexity and Non-stationary </a:t>
          </a:r>
          <a:endParaRPr lang="en-US"/>
        </a:p>
      </dgm:t>
    </dgm:pt>
    <dgm:pt modelId="{47531ACB-7EBA-4D45-ACEF-7C0E2423DB61}" type="parTrans" cxnId="{E1F16D4E-76F6-403C-A76E-EF51F086D0B4}">
      <dgm:prSet/>
      <dgm:spPr/>
      <dgm:t>
        <a:bodyPr/>
        <a:lstStyle/>
        <a:p>
          <a:endParaRPr lang="en-US"/>
        </a:p>
      </dgm:t>
    </dgm:pt>
    <dgm:pt modelId="{5A5F5AF0-A383-43E3-9C28-1255A0C58ACF}" type="sibTrans" cxnId="{E1F16D4E-76F6-403C-A76E-EF51F086D0B4}">
      <dgm:prSet/>
      <dgm:spPr/>
      <dgm:t>
        <a:bodyPr/>
        <a:lstStyle/>
        <a:p>
          <a:endParaRPr lang="en-US"/>
        </a:p>
      </dgm:t>
    </dgm:pt>
    <dgm:pt modelId="{10DFC7CB-04F4-4AE7-9949-396BF67C3BAF}">
      <dgm:prSet/>
      <dgm:spPr/>
      <dgm:t>
        <a:bodyPr/>
        <a:lstStyle/>
        <a:p>
          <a:r>
            <a:rPr lang="en-GB"/>
            <a:t>High Volatility </a:t>
          </a:r>
          <a:endParaRPr lang="en-US"/>
        </a:p>
      </dgm:t>
    </dgm:pt>
    <dgm:pt modelId="{1AD62DE5-821A-4E9B-BA95-42B30E3FE70E}" type="parTrans" cxnId="{53050216-FF84-4482-87A6-E6E5F7E00156}">
      <dgm:prSet/>
      <dgm:spPr/>
      <dgm:t>
        <a:bodyPr/>
        <a:lstStyle/>
        <a:p>
          <a:endParaRPr lang="en-US"/>
        </a:p>
      </dgm:t>
    </dgm:pt>
    <dgm:pt modelId="{C51A72DF-38D9-4FE6-93D0-4735588DB1D1}" type="sibTrans" cxnId="{53050216-FF84-4482-87A6-E6E5F7E00156}">
      <dgm:prSet/>
      <dgm:spPr/>
      <dgm:t>
        <a:bodyPr/>
        <a:lstStyle/>
        <a:p>
          <a:endParaRPr lang="en-US"/>
        </a:p>
      </dgm:t>
    </dgm:pt>
    <dgm:pt modelId="{9A7A9BDB-C820-48F8-AAD4-645284995BA8}" type="pres">
      <dgm:prSet presAssocID="{CB9B3601-0C94-4371-9C7D-07853A0006CD}" presName="Name0" presStyleCnt="0">
        <dgm:presLayoutVars>
          <dgm:dir/>
          <dgm:resizeHandles val="exact"/>
        </dgm:presLayoutVars>
      </dgm:prSet>
      <dgm:spPr/>
    </dgm:pt>
    <dgm:pt modelId="{47B97D61-1922-4039-9676-77989B36D828}" type="pres">
      <dgm:prSet presAssocID="{98884F6D-0836-4676-B545-3588BCEDA59D}" presName="node" presStyleLbl="node1" presStyleIdx="0" presStyleCnt="2">
        <dgm:presLayoutVars>
          <dgm:bulletEnabled val="1"/>
        </dgm:presLayoutVars>
      </dgm:prSet>
      <dgm:spPr/>
    </dgm:pt>
    <dgm:pt modelId="{DBC7B820-7BAE-4605-940A-DF54066B0240}" type="pres">
      <dgm:prSet presAssocID="{5A5F5AF0-A383-43E3-9C28-1255A0C58ACF}" presName="sibTrans" presStyleLbl="sibTrans1D1" presStyleIdx="0" presStyleCnt="1"/>
      <dgm:spPr/>
    </dgm:pt>
    <dgm:pt modelId="{97A5DC34-3141-4064-8A8F-1585A73E3270}" type="pres">
      <dgm:prSet presAssocID="{5A5F5AF0-A383-43E3-9C28-1255A0C58ACF}" presName="connectorText" presStyleLbl="sibTrans1D1" presStyleIdx="0" presStyleCnt="1"/>
      <dgm:spPr/>
    </dgm:pt>
    <dgm:pt modelId="{BB28F432-0CE0-405D-866D-4E738E9EDEE8}" type="pres">
      <dgm:prSet presAssocID="{10DFC7CB-04F4-4AE7-9949-396BF67C3BAF}" presName="node" presStyleLbl="node1" presStyleIdx="1" presStyleCnt="2">
        <dgm:presLayoutVars>
          <dgm:bulletEnabled val="1"/>
        </dgm:presLayoutVars>
      </dgm:prSet>
      <dgm:spPr/>
    </dgm:pt>
  </dgm:ptLst>
  <dgm:cxnLst>
    <dgm:cxn modelId="{E2BE6111-3B46-4768-8EAD-AA7CF71E8201}" type="presOf" srcId="{5A5F5AF0-A383-43E3-9C28-1255A0C58ACF}" destId="{97A5DC34-3141-4064-8A8F-1585A73E3270}" srcOrd="1" destOrd="0" presId="urn:microsoft.com/office/officeart/2016/7/layout/RepeatingBendingProcessNew"/>
    <dgm:cxn modelId="{53050216-FF84-4482-87A6-E6E5F7E00156}" srcId="{CB9B3601-0C94-4371-9C7D-07853A0006CD}" destId="{10DFC7CB-04F4-4AE7-9949-396BF67C3BAF}" srcOrd="1" destOrd="0" parTransId="{1AD62DE5-821A-4E9B-BA95-42B30E3FE70E}" sibTransId="{C51A72DF-38D9-4FE6-93D0-4735588DB1D1}"/>
    <dgm:cxn modelId="{8C8BBA20-907B-43B0-8DFF-DA72BB03D831}" type="presOf" srcId="{5A5F5AF0-A383-43E3-9C28-1255A0C58ACF}" destId="{DBC7B820-7BAE-4605-940A-DF54066B0240}" srcOrd="0" destOrd="0" presId="urn:microsoft.com/office/officeart/2016/7/layout/RepeatingBendingProcessNew"/>
    <dgm:cxn modelId="{E1F16D4E-76F6-403C-A76E-EF51F086D0B4}" srcId="{CB9B3601-0C94-4371-9C7D-07853A0006CD}" destId="{98884F6D-0836-4676-B545-3588BCEDA59D}" srcOrd="0" destOrd="0" parTransId="{47531ACB-7EBA-4D45-ACEF-7C0E2423DB61}" sibTransId="{5A5F5AF0-A383-43E3-9C28-1255A0C58ACF}"/>
    <dgm:cxn modelId="{A364ED6F-515D-47EC-AB92-7A05831EEBDC}" type="presOf" srcId="{10DFC7CB-04F4-4AE7-9949-396BF67C3BAF}" destId="{BB28F432-0CE0-405D-866D-4E738E9EDEE8}" srcOrd="0" destOrd="0" presId="urn:microsoft.com/office/officeart/2016/7/layout/RepeatingBendingProcessNew"/>
    <dgm:cxn modelId="{27504957-E29B-471B-8855-0A23F01060C8}" type="presOf" srcId="{CB9B3601-0C94-4371-9C7D-07853A0006CD}" destId="{9A7A9BDB-C820-48F8-AAD4-645284995BA8}" srcOrd="0" destOrd="0" presId="urn:microsoft.com/office/officeart/2016/7/layout/RepeatingBendingProcessNew"/>
    <dgm:cxn modelId="{520EF9DC-10B8-4A1D-A710-2429171C63FC}" type="presOf" srcId="{98884F6D-0836-4676-B545-3588BCEDA59D}" destId="{47B97D61-1922-4039-9676-77989B36D828}" srcOrd="0" destOrd="0" presId="urn:microsoft.com/office/officeart/2016/7/layout/RepeatingBendingProcessNew"/>
    <dgm:cxn modelId="{8279ED00-6852-45F7-872A-799003991EE1}" type="presParOf" srcId="{9A7A9BDB-C820-48F8-AAD4-645284995BA8}" destId="{47B97D61-1922-4039-9676-77989B36D828}" srcOrd="0" destOrd="0" presId="urn:microsoft.com/office/officeart/2016/7/layout/RepeatingBendingProcessNew"/>
    <dgm:cxn modelId="{7FC57A4D-7317-41D3-849F-C7A91567DF64}" type="presParOf" srcId="{9A7A9BDB-C820-48F8-AAD4-645284995BA8}" destId="{DBC7B820-7BAE-4605-940A-DF54066B0240}" srcOrd="1" destOrd="0" presId="urn:microsoft.com/office/officeart/2016/7/layout/RepeatingBendingProcessNew"/>
    <dgm:cxn modelId="{21264E0C-A7BE-4C62-BCFB-4A2226486FF9}" type="presParOf" srcId="{DBC7B820-7BAE-4605-940A-DF54066B0240}" destId="{97A5DC34-3141-4064-8A8F-1585A73E3270}" srcOrd="0" destOrd="0" presId="urn:microsoft.com/office/officeart/2016/7/layout/RepeatingBendingProcessNew"/>
    <dgm:cxn modelId="{74B9698C-02EC-4BD4-8EB5-ED2ED9508D3C}" type="presParOf" srcId="{9A7A9BDB-C820-48F8-AAD4-645284995BA8}" destId="{BB28F432-0CE0-405D-866D-4E738E9EDEE8}" srcOrd="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F807BD-043E-422C-A556-E6E8AC2A61D1}">
      <dsp:nvSpPr>
        <dsp:cNvPr id="0" name=""/>
        <dsp:cNvSpPr/>
      </dsp:nvSpPr>
      <dsp:spPr>
        <a:xfrm>
          <a:off x="0" y="1927"/>
          <a:ext cx="73245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A97170C-0CD1-40FC-8F7B-E8B8283CDFEA}">
      <dsp:nvSpPr>
        <dsp:cNvPr id="0" name=""/>
        <dsp:cNvSpPr/>
      </dsp:nvSpPr>
      <dsp:spPr>
        <a:xfrm>
          <a:off x="0" y="1927"/>
          <a:ext cx="7324524" cy="328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rial"/>
            </a:rPr>
            <a:t>Stock Price</a:t>
          </a:r>
          <a:r>
            <a:rPr lang="en-US" sz="1500" kern="1200" dirty="0"/>
            <a:t>?</a:t>
          </a:r>
        </a:p>
      </dsp:txBody>
      <dsp:txXfrm>
        <a:off x="0" y="1927"/>
        <a:ext cx="7324524" cy="328661"/>
      </dsp:txXfrm>
    </dsp:sp>
    <dsp:sp modelId="{43B7DA48-63AC-46E1-BCEE-2BBDC73B8CA4}">
      <dsp:nvSpPr>
        <dsp:cNvPr id="0" name=""/>
        <dsp:cNvSpPr/>
      </dsp:nvSpPr>
      <dsp:spPr>
        <a:xfrm>
          <a:off x="0" y="330588"/>
          <a:ext cx="73245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42522A4-0177-44C3-BC25-B300440FE4B1}">
      <dsp:nvSpPr>
        <dsp:cNvPr id="0" name=""/>
        <dsp:cNvSpPr/>
      </dsp:nvSpPr>
      <dsp:spPr>
        <a:xfrm>
          <a:off x="0" y="330588"/>
          <a:ext cx="7324524" cy="328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rial"/>
            </a:rPr>
            <a:t>Bank Stock Price Impact Country Economy </a:t>
          </a:r>
          <a:endParaRPr lang="en-US" sz="1500" kern="1200" dirty="0"/>
        </a:p>
      </dsp:txBody>
      <dsp:txXfrm>
        <a:off x="0" y="330588"/>
        <a:ext cx="7324524" cy="328661"/>
      </dsp:txXfrm>
    </dsp:sp>
    <dsp:sp modelId="{DFDF39FA-5F21-4361-AB2D-B475CE9FFF8C}">
      <dsp:nvSpPr>
        <dsp:cNvPr id="0" name=""/>
        <dsp:cNvSpPr/>
      </dsp:nvSpPr>
      <dsp:spPr>
        <a:xfrm>
          <a:off x="0" y="659249"/>
          <a:ext cx="73245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1D74226-F14B-4381-BB05-70036931FE1C}">
      <dsp:nvSpPr>
        <dsp:cNvPr id="0" name=""/>
        <dsp:cNvSpPr/>
      </dsp:nvSpPr>
      <dsp:spPr>
        <a:xfrm>
          <a:off x="0" y="659249"/>
          <a:ext cx="7324524" cy="328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rial"/>
            </a:rPr>
            <a:t>Our Mission and Motivaiton</a:t>
          </a:r>
          <a:endParaRPr lang="en-US" sz="1500" kern="1200" dirty="0"/>
        </a:p>
      </dsp:txBody>
      <dsp:txXfrm>
        <a:off x="0" y="659249"/>
        <a:ext cx="7324524" cy="328661"/>
      </dsp:txXfrm>
    </dsp:sp>
    <dsp:sp modelId="{02D4663B-D2DD-43F9-93BF-A54964696F62}">
      <dsp:nvSpPr>
        <dsp:cNvPr id="0" name=""/>
        <dsp:cNvSpPr/>
      </dsp:nvSpPr>
      <dsp:spPr>
        <a:xfrm>
          <a:off x="0" y="987910"/>
          <a:ext cx="73245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0D4EB60-FC09-4FAA-AC86-ACE6B4BF7C78}">
      <dsp:nvSpPr>
        <dsp:cNvPr id="0" name=""/>
        <dsp:cNvSpPr/>
      </dsp:nvSpPr>
      <dsp:spPr>
        <a:xfrm>
          <a:off x="0" y="987910"/>
          <a:ext cx="7324524" cy="328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rial"/>
            </a:rPr>
            <a:t>Why Deutsche Bank ?</a:t>
          </a:r>
          <a:endParaRPr lang="en-US" sz="1500" kern="1200" dirty="0"/>
        </a:p>
      </dsp:txBody>
      <dsp:txXfrm>
        <a:off x="0" y="987910"/>
        <a:ext cx="7324524" cy="328661"/>
      </dsp:txXfrm>
    </dsp:sp>
    <dsp:sp modelId="{C2B56FD7-4ADF-452B-ACD0-AD2A055756A3}">
      <dsp:nvSpPr>
        <dsp:cNvPr id="0" name=""/>
        <dsp:cNvSpPr/>
      </dsp:nvSpPr>
      <dsp:spPr>
        <a:xfrm>
          <a:off x="0" y="1316571"/>
          <a:ext cx="73245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760B082-E471-4D71-95BA-236823BAED80}">
      <dsp:nvSpPr>
        <dsp:cNvPr id="0" name=""/>
        <dsp:cNvSpPr/>
      </dsp:nvSpPr>
      <dsp:spPr>
        <a:xfrm>
          <a:off x="0" y="1316571"/>
          <a:ext cx="7324524" cy="328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rial"/>
            </a:rPr>
            <a:t>Dataset</a:t>
          </a:r>
          <a:endParaRPr lang="en-US" sz="1500" kern="1200" dirty="0"/>
        </a:p>
      </dsp:txBody>
      <dsp:txXfrm>
        <a:off x="0" y="1316571"/>
        <a:ext cx="7324524" cy="328661"/>
      </dsp:txXfrm>
    </dsp:sp>
    <dsp:sp modelId="{E5FA69D5-EDDB-4B54-905B-C78F73356DEC}">
      <dsp:nvSpPr>
        <dsp:cNvPr id="0" name=""/>
        <dsp:cNvSpPr/>
      </dsp:nvSpPr>
      <dsp:spPr>
        <a:xfrm>
          <a:off x="0" y="1645232"/>
          <a:ext cx="73245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CEB502F-C85A-4671-98EB-D7C7B95C10E8}">
      <dsp:nvSpPr>
        <dsp:cNvPr id="0" name=""/>
        <dsp:cNvSpPr/>
      </dsp:nvSpPr>
      <dsp:spPr>
        <a:xfrm>
          <a:off x="0" y="1645232"/>
          <a:ext cx="7324524" cy="328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rial"/>
            </a:rPr>
            <a:t>Exploratory Data Analysis(EDA)</a:t>
          </a:r>
        </a:p>
      </dsp:txBody>
      <dsp:txXfrm>
        <a:off x="0" y="1645232"/>
        <a:ext cx="7324524" cy="328661"/>
      </dsp:txXfrm>
    </dsp:sp>
    <dsp:sp modelId="{A7EFC6C7-AF3E-485C-BE74-C702ED22F0A0}">
      <dsp:nvSpPr>
        <dsp:cNvPr id="0" name=""/>
        <dsp:cNvSpPr/>
      </dsp:nvSpPr>
      <dsp:spPr>
        <a:xfrm>
          <a:off x="0" y="1973893"/>
          <a:ext cx="73245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010F701-9FB4-400A-9467-5CAF8D228A8C}">
      <dsp:nvSpPr>
        <dsp:cNvPr id="0" name=""/>
        <dsp:cNvSpPr/>
      </dsp:nvSpPr>
      <dsp:spPr>
        <a:xfrm>
          <a:off x="0" y="1973893"/>
          <a:ext cx="7324524" cy="328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rial"/>
            </a:rPr>
            <a:t>Data Preprocessing</a:t>
          </a:r>
        </a:p>
      </dsp:txBody>
      <dsp:txXfrm>
        <a:off x="0" y="1973893"/>
        <a:ext cx="7324524" cy="328661"/>
      </dsp:txXfrm>
    </dsp:sp>
    <dsp:sp modelId="{D0E8D7D1-DAF6-4992-BB9D-D89427BEE2D5}">
      <dsp:nvSpPr>
        <dsp:cNvPr id="0" name=""/>
        <dsp:cNvSpPr/>
      </dsp:nvSpPr>
      <dsp:spPr>
        <a:xfrm>
          <a:off x="0" y="2302555"/>
          <a:ext cx="73245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F14F417-01BC-4508-80AA-6E2927B1E06B}">
      <dsp:nvSpPr>
        <dsp:cNvPr id="0" name=""/>
        <dsp:cNvSpPr/>
      </dsp:nvSpPr>
      <dsp:spPr>
        <a:xfrm>
          <a:off x="0" y="2302555"/>
          <a:ext cx="7324524" cy="328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rial"/>
            </a:rPr>
            <a:t>Model-1 Results and Evaluation Metrices</a:t>
          </a:r>
        </a:p>
      </dsp:txBody>
      <dsp:txXfrm>
        <a:off x="0" y="2302555"/>
        <a:ext cx="7324524" cy="328661"/>
      </dsp:txXfrm>
    </dsp:sp>
    <dsp:sp modelId="{A661FE83-252A-46B5-9661-0D8D2E5AF042}">
      <dsp:nvSpPr>
        <dsp:cNvPr id="0" name=""/>
        <dsp:cNvSpPr/>
      </dsp:nvSpPr>
      <dsp:spPr>
        <a:xfrm>
          <a:off x="0" y="2631216"/>
          <a:ext cx="73245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4B236DF-2B4B-4EC6-B654-C3AA13083ED1}">
      <dsp:nvSpPr>
        <dsp:cNvPr id="0" name=""/>
        <dsp:cNvSpPr/>
      </dsp:nvSpPr>
      <dsp:spPr>
        <a:xfrm>
          <a:off x="0" y="2631216"/>
          <a:ext cx="7324524" cy="328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rial"/>
            </a:rPr>
            <a:t>Model-2 Results and Evaluation Metrices </a:t>
          </a:r>
          <a:endParaRPr lang="en-GB" sz="1500" kern="1200" dirty="0"/>
        </a:p>
      </dsp:txBody>
      <dsp:txXfrm>
        <a:off x="0" y="2631216"/>
        <a:ext cx="7324524" cy="328661"/>
      </dsp:txXfrm>
    </dsp:sp>
    <dsp:sp modelId="{33FD9F03-DFCF-46D5-B762-A61F253FE983}">
      <dsp:nvSpPr>
        <dsp:cNvPr id="0" name=""/>
        <dsp:cNvSpPr/>
      </dsp:nvSpPr>
      <dsp:spPr>
        <a:xfrm>
          <a:off x="0" y="2959877"/>
          <a:ext cx="73245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1B506B9-6884-4C93-AED0-F9DDBD61A786}">
      <dsp:nvSpPr>
        <dsp:cNvPr id="0" name=""/>
        <dsp:cNvSpPr/>
      </dsp:nvSpPr>
      <dsp:spPr>
        <a:xfrm>
          <a:off x="0" y="2959877"/>
          <a:ext cx="7324524" cy="328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rial"/>
            </a:rPr>
            <a:t>Performance justification </a:t>
          </a:r>
        </a:p>
      </dsp:txBody>
      <dsp:txXfrm>
        <a:off x="0" y="2959877"/>
        <a:ext cx="7324524" cy="328661"/>
      </dsp:txXfrm>
    </dsp:sp>
    <dsp:sp modelId="{5482E8BA-CCC6-40B1-A49D-D98B03E75889}">
      <dsp:nvSpPr>
        <dsp:cNvPr id="0" name=""/>
        <dsp:cNvSpPr/>
      </dsp:nvSpPr>
      <dsp:spPr>
        <a:xfrm>
          <a:off x="0" y="3288538"/>
          <a:ext cx="73245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75768A3-1EF9-48A5-83E7-6408C027E628}">
      <dsp:nvSpPr>
        <dsp:cNvPr id="0" name=""/>
        <dsp:cNvSpPr/>
      </dsp:nvSpPr>
      <dsp:spPr>
        <a:xfrm>
          <a:off x="0" y="3288538"/>
          <a:ext cx="7324524" cy="328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rial"/>
            </a:rPr>
            <a:t>Hybrid Model </a:t>
          </a:r>
        </a:p>
      </dsp:txBody>
      <dsp:txXfrm>
        <a:off x="0" y="3288538"/>
        <a:ext cx="7324524" cy="328661"/>
      </dsp:txXfrm>
    </dsp:sp>
    <dsp:sp modelId="{F1955119-2C8A-4475-9FFD-26DD63E1F3C4}">
      <dsp:nvSpPr>
        <dsp:cNvPr id="0" name=""/>
        <dsp:cNvSpPr/>
      </dsp:nvSpPr>
      <dsp:spPr>
        <a:xfrm>
          <a:off x="0" y="3617199"/>
          <a:ext cx="73245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C542A79-3335-4D25-91DF-D2638B94820A}">
      <dsp:nvSpPr>
        <dsp:cNvPr id="0" name=""/>
        <dsp:cNvSpPr/>
      </dsp:nvSpPr>
      <dsp:spPr>
        <a:xfrm>
          <a:off x="0" y="3617199"/>
          <a:ext cx="7324524" cy="328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0000"/>
              </a:solidFill>
              <a:latin typeface="Arial"/>
              <a:ea typeface="Calibri"/>
              <a:cs typeface="Calibri"/>
            </a:rPr>
            <a:t>Challenges </a:t>
          </a:r>
          <a:endParaRPr lang="en-US" sz="1500" kern="1200" dirty="0">
            <a:latin typeface="Arial"/>
          </a:endParaRPr>
        </a:p>
      </dsp:txBody>
      <dsp:txXfrm>
        <a:off x="0" y="3617199"/>
        <a:ext cx="7324524" cy="3286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F9DF3C-0205-4229-8D7B-E8B504F99D29}">
      <dsp:nvSpPr>
        <dsp:cNvPr id="0" name=""/>
        <dsp:cNvSpPr/>
      </dsp:nvSpPr>
      <dsp:spPr>
        <a:xfrm>
          <a:off x="0" y="666"/>
          <a:ext cx="8050428" cy="15607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0F1554-D5F5-4FE2-8946-D83AE7920BFF}">
      <dsp:nvSpPr>
        <dsp:cNvPr id="0" name=""/>
        <dsp:cNvSpPr/>
      </dsp:nvSpPr>
      <dsp:spPr>
        <a:xfrm>
          <a:off x="472126" y="351835"/>
          <a:ext cx="858412" cy="8584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C5ABBF-9F66-4EF6-89B9-B78F33E33E7B}">
      <dsp:nvSpPr>
        <dsp:cNvPr id="0" name=""/>
        <dsp:cNvSpPr/>
      </dsp:nvSpPr>
      <dsp:spPr>
        <a:xfrm>
          <a:off x="1802665" y="666"/>
          <a:ext cx="6247762" cy="1560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9" tIns="165179" rIns="165179" bIns="16517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Bank's Ability to Lend </a:t>
          </a:r>
          <a:endParaRPr lang="en-US" sz="2500" kern="1200"/>
        </a:p>
      </dsp:txBody>
      <dsp:txXfrm>
        <a:off x="1802665" y="666"/>
        <a:ext cx="6247762" cy="1560749"/>
      </dsp:txXfrm>
    </dsp:sp>
    <dsp:sp modelId="{6DF0DBDF-384C-4B68-B874-0AF97A484E98}">
      <dsp:nvSpPr>
        <dsp:cNvPr id="0" name=""/>
        <dsp:cNvSpPr/>
      </dsp:nvSpPr>
      <dsp:spPr>
        <a:xfrm>
          <a:off x="0" y="1951603"/>
          <a:ext cx="8050428" cy="15607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79F1A3-1B68-4FF4-9700-CAF3D8217B1D}">
      <dsp:nvSpPr>
        <dsp:cNvPr id="0" name=""/>
        <dsp:cNvSpPr/>
      </dsp:nvSpPr>
      <dsp:spPr>
        <a:xfrm>
          <a:off x="472126" y="2302772"/>
          <a:ext cx="858412" cy="8584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520B88-DA23-475F-8EB5-26C03DE0E913}">
      <dsp:nvSpPr>
        <dsp:cNvPr id="0" name=""/>
        <dsp:cNvSpPr/>
      </dsp:nvSpPr>
      <dsp:spPr>
        <a:xfrm>
          <a:off x="1802665" y="1951603"/>
          <a:ext cx="6247762" cy="1560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9" tIns="165179" rIns="165179" bIns="16517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Impact on Tax revenue </a:t>
          </a:r>
          <a:endParaRPr lang="en-US" sz="2500" kern="1200"/>
        </a:p>
      </dsp:txBody>
      <dsp:txXfrm>
        <a:off x="1802665" y="1951603"/>
        <a:ext cx="6247762" cy="1560749"/>
      </dsp:txXfrm>
    </dsp:sp>
    <dsp:sp modelId="{2A23E889-DA51-4721-A067-714DF82347E3}">
      <dsp:nvSpPr>
        <dsp:cNvPr id="0" name=""/>
        <dsp:cNvSpPr/>
      </dsp:nvSpPr>
      <dsp:spPr>
        <a:xfrm>
          <a:off x="0" y="3902540"/>
          <a:ext cx="8050428" cy="15607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FB2CE9-4564-4C7D-B5F9-BACD4541DB0B}">
      <dsp:nvSpPr>
        <dsp:cNvPr id="0" name=""/>
        <dsp:cNvSpPr/>
      </dsp:nvSpPr>
      <dsp:spPr>
        <a:xfrm>
          <a:off x="472126" y="4253709"/>
          <a:ext cx="858412" cy="8584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FF67A5-3533-4F71-9764-AA5EBDF2170A}">
      <dsp:nvSpPr>
        <dsp:cNvPr id="0" name=""/>
        <dsp:cNvSpPr/>
      </dsp:nvSpPr>
      <dsp:spPr>
        <a:xfrm>
          <a:off x="1802665" y="3902540"/>
          <a:ext cx="6247762" cy="1560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9" tIns="165179" rIns="165179" bIns="16517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Public bailouts in crises</a:t>
          </a:r>
          <a:endParaRPr lang="en-US" sz="2500" kern="1200"/>
        </a:p>
      </dsp:txBody>
      <dsp:txXfrm>
        <a:off x="1802665" y="3902540"/>
        <a:ext cx="6247762" cy="15607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A00EA-20E5-435F-90B0-3BCCEB5C3714}">
      <dsp:nvSpPr>
        <dsp:cNvPr id="0" name=""/>
        <dsp:cNvSpPr/>
      </dsp:nvSpPr>
      <dsp:spPr>
        <a:xfrm>
          <a:off x="1156659" y="21"/>
          <a:ext cx="2731956" cy="16391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Selected only the engineered features and scaled the features using "Standard Scaler".</a:t>
          </a:r>
        </a:p>
      </dsp:txBody>
      <dsp:txXfrm>
        <a:off x="1156659" y="21"/>
        <a:ext cx="2731956" cy="1639174"/>
      </dsp:txXfrm>
    </dsp:sp>
    <dsp:sp modelId="{5EE635E1-298E-4866-8428-82FF06270995}">
      <dsp:nvSpPr>
        <dsp:cNvPr id="0" name=""/>
        <dsp:cNvSpPr/>
      </dsp:nvSpPr>
      <dsp:spPr>
        <a:xfrm>
          <a:off x="4161811" y="21"/>
          <a:ext cx="2731956" cy="16391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Also use seperate standard scaler for target value "Close".</a:t>
          </a:r>
        </a:p>
      </dsp:txBody>
      <dsp:txXfrm>
        <a:off x="4161811" y="21"/>
        <a:ext cx="2731956" cy="1639174"/>
      </dsp:txXfrm>
    </dsp:sp>
    <dsp:sp modelId="{D0E3DEEE-C19B-4747-8319-B065F2993C5D}">
      <dsp:nvSpPr>
        <dsp:cNvPr id="0" name=""/>
        <dsp:cNvSpPr/>
      </dsp:nvSpPr>
      <dsp:spPr>
        <a:xfrm>
          <a:off x="1156659" y="1912391"/>
          <a:ext cx="2731956" cy="16391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Trained the linear model with scaled feature and scaled target. </a:t>
          </a:r>
        </a:p>
      </dsp:txBody>
      <dsp:txXfrm>
        <a:off x="1156659" y="1912391"/>
        <a:ext cx="2731956" cy="1639174"/>
      </dsp:txXfrm>
    </dsp:sp>
    <dsp:sp modelId="{9134E71E-65BB-456F-B830-67FEC83EBAA6}">
      <dsp:nvSpPr>
        <dsp:cNvPr id="0" name=""/>
        <dsp:cNvSpPr/>
      </dsp:nvSpPr>
      <dsp:spPr>
        <a:xfrm>
          <a:off x="4161811" y="1912391"/>
          <a:ext cx="2731956" cy="16391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Looped through the scaled test data to make prediction. </a:t>
          </a:r>
        </a:p>
      </dsp:txBody>
      <dsp:txXfrm>
        <a:off x="4161811" y="1912391"/>
        <a:ext cx="2731956" cy="1639174"/>
      </dsp:txXfrm>
    </dsp:sp>
    <dsp:sp modelId="{83772BD3-7CE5-4F12-8749-9F6386883217}">
      <dsp:nvSpPr>
        <dsp:cNvPr id="0" name=""/>
        <dsp:cNvSpPr/>
      </dsp:nvSpPr>
      <dsp:spPr>
        <a:xfrm>
          <a:off x="2659235" y="3824761"/>
          <a:ext cx="2731956" cy="16391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Finally inverse the scaled prediction to original values.</a:t>
          </a:r>
        </a:p>
      </dsp:txBody>
      <dsp:txXfrm>
        <a:off x="2659235" y="3824761"/>
        <a:ext cx="2731956" cy="16391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60E7C1-79F1-422E-8918-B8469D5C3334}">
      <dsp:nvSpPr>
        <dsp:cNvPr id="0" name=""/>
        <dsp:cNvSpPr/>
      </dsp:nvSpPr>
      <dsp:spPr>
        <a:xfrm>
          <a:off x="183732" y="1250412"/>
          <a:ext cx="1017129" cy="1017129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5000C8-444D-427D-9839-471178902D0D}">
      <dsp:nvSpPr>
        <dsp:cNvPr id="0" name=""/>
        <dsp:cNvSpPr/>
      </dsp:nvSpPr>
      <dsp:spPr>
        <a:xfrm>
          <a:off x="397329" y="1464009"/>
          <a:ext cx="589935" cy="5899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73298B-267B-4A5C-8357-C95002F1ECFC}">
      <dsp:nvSpPr>
        <dsp:cNvPr id="0" name=""/>
        <dsp:cNvSpPr/>
      </dsp:nvSpPr>
      <dsp:spPr>
        <a:xfrm>
          <a:off x="1418818" y="1250412"/>
          <a:ext cx="2397520" cy="1017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Mean Absolute Error (MAE) : </a:t>
          </a:r>
          <a:r>
            <a:rPr lang="en-GB" sz="2300" b="1" kern="1200" dirty="0"/>
            <a:t>0.1819</a:t>
          </a:r>
          <a:endParaRPr lang="en-US" sz="2300" b="1" kern="1200" dirty="0"/>
        </a:p>
      </dsp:txBody>
      <dsp:txXfrm>
        <a:off x="1418818" y="1250412"/>
        <a:ext cx="2397520" cy="1017129"/>
      </dsp:txXfrm>
    </dsp:sp>
    <dsp:sp modelId="{5B6BB6FD-A08E-489A-97DB-EAD918C9F44E}">
      <dsp:nvSpPr>
        <dsp:cNvPr id="0" name=""/>
        <dsp:cNvSpPr/>
      </dsp:nvSpPr>
      <dsp:spPr>
        <a:xfrm>
          <a:off x="4234088" y="1250412"/>
          <a:ext cx="1017129" cy="1017129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0C9E09-A063-48FD-BA45-19C367EE4F2C}">
      <dsp:nvSpPr>
        <dsp:cNvPr id="0" name=""/>
        <dsp:cNvSpPr/>
      </dsp:nvSpPr>
      <dsp:spPr>
        <a:xfrm>
          <a:off x="4447686" y="1464009"/>
          <a:ext cx="589935" cy="5899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CC73AF-86CF-4906-B127-9E5B02A88275}">
      <dsp:nvSpPr>
        <dsp:cNvPr id="0" name=""/>
        <dsp:cNvSpPr/>
      </dsp:nvSpPr>
      <dsp:spPr>
        <a:xfrm>
          <a:off x="5469175" y="1250412"/>
          <a:ext cx="2397520" cy="1017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Mean Squared Error (MSE) : </a:t>
          </a:r>
          <a:r>
            <a:rPr lang="en-GB" sz="2300" b="1" kern="1200" dirty="0"/>
            <a:t>0.0554</a:t>
          </a:r>
          <a:endParaRPr lang="en-US" sz="2300" b="1" kern="1200" dirty="0"/>
        </a:p>
      </dsp:txBody>
      <dsp:txXfrm>
        <a:off x="5469175" y="1250412"/>
        <a:ext cx="2397520" cy="1017129"/>
      </dsp:txXfrm>
    </dsp:sp>
    <dsp:sp modelId="{0AB01C1D-5285-4444-A70C-3904A6026E3B}">
      <dsp:nvSpPr>
        <dsp:cNvPr id="0" name=""/>
        <dsp:cNvSpPr/>
      </dsp:nvSpPr>
      <dsp:spPr>
        <a:xfrm>
          <a:off x="183732" y="3196414"/>
          <a:ext cx="1017129" cy="1017129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003380-6B47-421C-8535-9D6DB4A2541B}">
      <dsp:nvSpPr>
        <dsp:cNvPr id="0" name=""/>
        <dsp:cNvSpPr/>
      </dsp:nvSpPr>
      <dsp:spPr>
        <a:xfrm>
          <a:off x="397329" y="3410012"/>
          <a:ext cx="589935" cy="5899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09AB41-AEC6-42EB-8F30-8E9B1B1D1851}">
      <dsp:nvSpPr>
        <dsp:cNvPr id="0" name=""/>
        <dsp:cNvSpPr/>
      </dsp:nvSpPr>
      <dsp:spPr>
        <a:xfrm>
          <a:off x="1418818" y="3196414"/>
          <a:ext cx="2397520" cy="1017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Root Mean Squared Error (RMSE) : </a:t>
          </a:r>
          <a:r>
            <a:rPr lang="en-GB" sz="2300" b="1" kern="1200" dirty="0"/>
            <a:t>0.2354</a:t>
          </a:r>
          <a:endParaRPr lang="en-US" sz="2300" b="1" kern="1200" dirty="0"/>
        </a:p>
      </dsp:txBody>
      <dsp:txXfrm>
        <a:off x="1418818" y="3196414"/>
        <a:ext cx="2397520" cy="1017129"/>
      </dsp:txXfrm>
    </dsp:sp>
    <dsp:sp modelId="{EB715E84-D414-4FA5-804A-BBD200C4C0DC}">
      <dsp:nvSpPr>
        <dsp:cNvPr id="0" name=""/>
        <dsp:cNvSpPr/>
      </dsp:nvSpPr>
      <dsp:spPr>
        <a:xfrm>
          <a:off x="4234088" y="3196414"/>
          <a:ext cx="1017129" cy="1017129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5A933B-E633-41B4-A509-B7D94174A2E5}">
      <dsp:nvSpPr>
        <dsp:cNvPr id="0" name=""/>
        <dsp:cNvSpPr/>
      </dsp:nvSpPr>
      <dsp:spPr>
        <a:xfrm>
          <a:off x="4447686" y="3410012"/>
          <a:ext cx="589935" cy="58993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267460-CD35-4240-A9E7-2293B4034411}">
      <dsp:nvSpPr>
        <dsp:cNvPr id="0" name=""/>
        <dsp:cNvSpPr/>
      </dsp:nvSpPr>
      <dsp:spPr>
        <a:xfrm>
          <a:off x="5469175" y="3196414"/>
          <a:ext cx="2397520" cy="1017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R-squared (R-2) 0</a:t>
          </a:r>
          <a:r>
            <a:rPr lang="en-GB" sz="2300" b="1" kern="1200" dirty="0"/>
            <a:t>.8676</a:t>
          </a:r>
          <a:endParaRPr lang="en-US" sz="2300" b="1" kern="1200" dirty="0"/>
        </a:p>
      </dsp:txBody>
      <dsp:txXfrm>
        <a:off x="5469175" y="3196414"/>
        <a:ext cx="2397520" cy="101712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73E995-D735-4357-8B57-9127B9BEC8EA}">
      <dsp:nvSpPr>
        <dsp:cNvPr id="0" name=""/>
        <dsp:cNvSpPr/>
      </dsp:nvSpPr>
      <dsp:spPr>
        <a:xfrm>
          <a:off x="0" y="0"/>
          <a:ext cx="6440342" cy="12020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 dirty="0">
              <a:latin typeface="Arial"/>
            </a:rPr>
            <a:t> LSTM  we use </a:t>
          </a:r>
          <a:r>
            <a:rPr lang="en-US" sz="2200" kern="1200" dirty="0" err="1">
              <a:latin typeface="Arial"/>
            </a:rPr>
            <a:t>MinMax</a:t>
          </a:r>
          <a:r>
            <a:rPr lang="en-US" sz="2200" kern="1200" dirty="0">
              <a:latin typeface="Arial"/>
            </a:rPr>
            <a:t> scaler for scaling the features ranges between 0 and 1</a:t>
          </a:r>
          <a:endParaRPr lang="en-US" sz="2200" kern="1200" dirty="0"/>
        </a:p>
      </dsp:txBody>
      <dsp:txXfrm>
        <a:off x="35207" y="35207"/>
        <a:ext cx="5041640" cy="1131656"/>
      </dsp:txXfrm>
    </dsp:sp>
    <dsp:sp modelId="{7296B804-1507-4D46-AF10-A8535454BF80}">
      <dsp:nvSpPr>
        <dsp:cNvPr id="0" name=""/>
        <dsp:cNvSpPr/>
      </dsp:nvSpPr>
      <dsp:spPr>
        <a:xfrm>
          <a:off x="539378" y="1420628"/>
          <a:ext cx="6440342" cy="12020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 dirty="0"/>
            <a:t>Also use </a:t>
          </a:r>
          <a:r>
            <a:rPr lang="en-US" sz="2200" kern="1200" dirty="0">
              <a:latin typeface="Arial"/>
            </a:rPr>
            <a:t>separate </a:t>
          </a:r>
          <a:r>
            <a:rPr lang="en-US" sz="2200" kern="1200" dirty="0" err="1">
              <a:latin typeface="Arial"/>
            </a:rPr>
            <a:t>MinMax</a:t>
          </a:r>
          <a:r>
            <a:rPr lang="en-US" sz="2200" kern="1200" dirty="0"/>
            <a:t>  scaler for target value "Close</a:t>
          </a:r>
          <a:r>
            <a:rPr lang="en-US" sz="2200" kern="1200" dirty="0">
              <a:latin typeface="Arial"/>
            </a:rPr>
            <a:t>"</a:t>
          </a:r>
          <a:endParaRPr lang="en-US" sz="2200" kern="1200" dirty="0"/>
        </a:p>
      </dsp:txBody>
      <dsp:txXfrm>
        <a:off x="574585" y="1455835"/>
        <a:ext cx="5049203" cy="1131656"/>
      </dsp:txXfrm>
    </dsp:sp>
    <dsp:sp modelId="{BD60F448-F2A7-4DD0-8654-90C5A590D7D8}">
      <dsp:nvSpPr>
        <dsp:cNvPr id="0" name=""/>
        <dsp:cNvSpPr/>
      </dsp:nvSpPr>
      <dsp:spPr>
        <a:xfrm>
          <a:off x="1070706" y="2841257"/>
          <a:ext cx="6440342" cy="12020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 dirty="0">
              <a:latin typeface="Arial"/>
            </a:rPr>
            <a:t>LSTM model works on sequence of data instead of feeding </a:t>
          </a:r>
          <a:r>
            <a:rPr lang="en-US" sz="2200" kern="1200" dirty="0" err="1">
              <a:latin typeface="Arial"/>
            </a:rPr>
            <a:t>indvidual</a:t>
          </a:r>
          <a:r>
            <a:rPr lang="en-US" sz="2200" kern="1200" dirty="0">
              <a:latin typeface="Arial"/>
            </a:rPr>
            <a:t> data points</a:t>
          </a:r>
          <a:endParaRPr lang="en-US" sz="2200" kern="1200" dirty="0"/>
        </a:p>
      </dsp:txBody>
      <dsp:txXfrm>
        <a:off x="1105913" y="2876464"/>
        <a:ext cx="5057254" cy="1131656"/>
      </dsp:txXfrm>
    </dsp:sp>
    <dsp:sp modelId="{DF8B2D14-4E6D-4041-8EF9-6A5A95C20AAB}">
      <dsp:nvSpPr>
        <dsp:cNvPr id="0" name=""/>
        <dsp:cNvSpPr/>
      </dsp:nvSpPr>
      <dsp:spPr>
        <a:xfrm>
          <a:off x="1610085" y="4261886"/>
          <a:ext cx="6440342" cy="12020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 dirty="0">
              <a:latin typeface="Arial"/>
            </a:rPr>
            <a:t>Setting up the trainer using </a:t>
          </a:r>
          <a:r>
            <a:rPr lang="en-US" sz="2200" kern="1200" dirty="0" err="1">
              <a:latin typeface="Arial"/>
            </a:rPr>
            <a:t>pl.trainer</a:t>
          </a:r>
          <a:r>
            <a:rPr lang="en-US" sz="2200" kern="1200" dirty="0">
              <a:latin typeface="Arial"/>
            </a:rPr>
            <a:t> with epochs ,GPU and </a:t>
          </a:r>
          <a:r>
            <a:rPr lang="en-US" sz="2200" kern="1200" dirty="0" err="1">
              <a:latin typeface="Arial"/>
            </a:rPr>
            <a:t>etc</a:t>
          </a:r>
          <a:endParaRPr lang="en-US" sz="2200" kern="1200" dirty="0" err="1"/>
        </a:p>
      </dsp:txBody>
      <dsp:txXfrm>
        <a:off x="1645292" y="4297093"/>
        <a:ext cx="5049203" cy="1131656"/>
      </dsp:txXfrm>
    </dsp:sp>
    <dsp:sp modelId="{5C1E0E99-7E9B-4F67-B910-A7D0D8810083}">
      <dsp:nvSpPr>
        <dsp:cNvPr id="0" name=""/>
        <dsp:cNvSpPr/>
      </dsp:nvSpPr>
      <dsp:spPr>
        <a:xfrm>
          <a:off x="5658996" y="920676"/>
          <a:ext cx="781345" cy="78134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834799" y="920676"/>
        <a:ext cx="429739" cy="587962"/>
      </dsp:txXfrm>
    </dsp:sp>
    <dsp:sp modelId="{A8D83927-F814-40DD-9B28-CB8A413BDE1E}">
      <dsp:nvSpPr>
        <dsp:cNvPr id="0" name=""/>
        <dsp:cNvSpPr/>
      </dsp:nvSpPr>
      <dsp:spPr>
        <a:xfrm>
          <a:off x="6198375" y="2341305"/>
          <a:ext cx="781345" cy="78134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374178" y="2341305"/>
        <a:ext cx="429739" cy="587962"/>
      </dsp:txXfrm>
    </dsp:sp>
    <dsp:sp modelId="{51C1A5A6-6717-4701-98AA-97CA59B625B8}">
      <dsp:nvSpPr>
        <dsp:cNvPr id="0" name=""/>
        <dsp:cNvSpPr/>
      </dsp:nvSpPr>
      <dsp:spPr>
        <a:xfrm>
          <a:off x="6729703" y="3761934"/>
          <a:ext cx="781345" cy="78134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905506" y="3761934"/>
        <a:ext cx="429739" cy="5879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393F72-672C-431D-9CCC-075634CD01FA}">
      <dsp:nvSpPr>
        <dsp:cNvPr id="0" name=""/>
        <dsp:cNvSpPr/>
      </dsp:nvSpPr>
      <dsp:spPr>
        <a:xfrm>
          <a:off x="2358" y="2108435"/>
          <a:ext cx="1683986" cy="10693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D6E1102-0D8A-4816-BD7C-DEAD359BE6A8}">
      <dsp:nvSpPr>
        <dsp:cNvPr id="0" name=""/>
        <dsp:cNvSpPr/>
      </dsp:nvSpPr>
      <dsp:spPr>
        <a:xfrm>
          <a:off x="189468" y="2286189"/>
          <a:ext cx="1683986" cy="10693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MEAN SQUARED ERROR (MSE) :</a:t>
          </a:r>
          <a:r>
            <a:rPr lang="en-GB" sz="1500" b="1" kern="1200" dirty="0"/>
            <a:t> 0.0722</a:t>
          </a:r>
          <a:endParaRPr lang="en-US" sz="1500" b="0" kern="1200" dirty="0"/>
        </a:p>
      </dsp:txBody>
      <dsp:txXfrm>
        <a:off x="220788" y="2317509"/>
        <a:ext cx="1621346" cy="1006691"/>
      </dsp:txXfrm>
    </dsp:sp>
    <dsp:sp modelId="{9C0F384A-3388-4496-B18E-99C09ECFE4D8}">
      <dsp:nvSpPr>
        <dsp:cNvPr id="0" name=""/>
        <dsp:cNvSpPr/>
      </dsp:nvSpPr>
      <dsp:spPr>
        <a:xfrm>
          <a:off x="2060563" y="2108435"/>
          <a:ext cx="1683986" cy="10693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1816AE8-D6A0-4403-97D1-1358BF7ACB70}">
      <dsp:nvSpPr>
        <dsp:cNvPr id="0" name=""/>
        <dsp:cNvSpPr/>
      </dsp:nvSpPr>
      <dsp:spPr>
        <a:xfrm>
          <a:off x="2247673" y="2286189"/>
          <a:ext cx="1683986" cy="10693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MEAN ABSOLUTE ERROR (MAE) :</a:t>
          </a:r>
          <a:r>
            <a:rPr lang="en-GB" sz="1500" b="1" kern="1200" dirty="0"/>
            <a:t>0.2113</a:t>
          </a:r>
          <a:endParaRPr lang="en-US" sz="1500" b="1" kern="1200" dirty="0"/>
        </a:p>
      </dsp:txBody>
      <dsp:txXfrm>
        <a:off x="2278993" y="2317509"/>
        <a:ext cx="1621346" cy="1006691"/>
      </dsp:txXfrm>
    </dsp:sp>
    <dsp:sp modelId="{59BECC41-12BA-4F91-9ED8-AA8759A6F7C6}">
      <dsp:nvSpPr>
        <dsp:cNvPr id="0" name=""/>
        <dsp:cNvSpPr/>
      </dsp:nvSpPr>
      <dsp:spPr>
        <a:xfrm>
          <a:off x="4118768" y="2108435"/>
          <a:ext cx="1683986" cy="10693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3D547FC-2094-4908-99C1-4C4FFB6A725A}">
      <dsp:nvSpPr>
        <dsp:cNvPr id="0" name=""/>
        <dsp:cNvSpPr/>
      </dsp:nvSpPr>
      <dsp:spPr>
        <a:xfrm>
          <a:off x="4305878" y="2286189"/>
          <a:ext cx="1683986" cy="10693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ROOT MEAN SQUARED ERROR (RMSE) : </a:t>
          </a:r>
          <a:r>
            <a:rPr lang="en-GB" sz="1500" b="1" kern="1200" dirty="0"/>
            <a:t>0.2686</a:t>
          </a:r>
          <a:endParaRPr lang="en-US" sz="1500" b="1" kern="1200" dirty="0"/>
        </a:p>
      </dsp:txBody>
      <dsp:txXfrm>
        <a:off x="4337198" y="2317509"/>
        <a:ext cx="1621346" cy="1006691"/>
      </dsp:txXfrm>
    </dsp:sp>
    <dsp:sp modelId="{E8CD26D6-2EB9-43F7-A2A0-0DBF93560869}">
      <dsp:nvSpPr>
        <dsp:cNvPr id="0" name=""/>
        <dsp:cNvSpPr/>
      </dsp:nvSpPr>
      <dsp:spPr>
        <a:xfrm>
          <a:off x="6176973" y="2108435"/>
          <a:ext cx="1683986" cy="10693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ACAC529-DB40-46C9-9467-3FDE62C24EEC}">
      <dsp:nvSpPr>
        <dsp:cNvPr id="0" name=""/>
        <dsp:cNvSpPr/>
      </dsp:nvSpPr>
      <dsp:spPr>
        <a:xfrm>
          <a:off x="6364083" y="2286189"/>
          <a:ext cx="1683986" cy="10693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R-SQUARED (R-2) : </a:t>
          </a:r>
          <a:r>
            <a:rPr lang="en-GB" sz="1500" b="1" kern="1200" dirty="0"/>
            <a:t>0.8104</a:t>
          </a:r>
          <a:endParaRPr lang="en-US" sz="1500" b="1" kern="1200" dirty="0"/>
        </a:p>
      </dsp:txBody>
      <dsp:txXfrm>
        <a:off x="6395403" y="2317509"/>
        <a:ext cx="1621346" cy="100669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5FB418-26EE-435F-B17E-E4D64234BAF3}">
      <dsp:nvSpPr>
        <dsp:cNvPr id="0" name=""/>
        <dsp:cNvSpPr/>
      </dsp:nvSpPr>
      <dsp:spPr>
        <a:xfrm>
          <a:off x="0" y="658198"/>
          <a:ext cx="8050428" cy="103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EF7179-8368-4BA1-A190-390604EB450B}">
      <dsp:nvSpPr>
        <dsp:cNvPr id="0" name=""/>
        <dsp:cNvSpPr/>
      </dsp:nvSpPr>
      <dsp:spPr>
        <a:xfrm>
          <a:off x="402521" y="53038"/>
          <a:ext cx="5635299" cy="1210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001" tIns="0" rIns="213001" bIns="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100" kern="1200"/>
            <a:t>LSTM + LINEAR REGRESSION </a:t>
          </a:r>
          <a:endParaRPr lang="en-US" sz="4100" kern="1200"/>
        </a:p>
      </dsp:txBody>
      <dsp:txXfrm>
        <a:off x="461604" y="112121"/>
        <a:ext cx="5517133" cy="1092154"/>
      </dsp:txXfrm>
    </dsp:sp>
    <dsp:sp modelId="{D0B251D5-D389-4C19-9EA7-AE4631019C6E}">
      <dsp:nvSpPr>
        <dsp:cNvPr id="0" name=""/>
        <dsp:cNvSpPr/>
      </dsp:nvSpPr>
      <dsp:spPr>
        <a:xfrm>
          <a:off x="0" y="2517958"/>
          <a:ext cx="8050428" cy="103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0E3498-2554-4719-8A89-20E1EEE35BB0}">
      <dsp:nvSpPr>
        <dsp:cNvPr id="0" name=""/>
        <dsp:cNvSpPr/>
      </dsp:nvSpPr>
      <dsp:spPr>
        <a:xfrm>
          <a:off x="402521" y="1912798"/>
          <a:ext cx="5635299" cy="1210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001" tIns="0" rIns="213001" bIns="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100" kern="1200"/>
            <a:t>Method 1: Sequential Combination </a:t>
          </a:r>
          <a:endParaRPr lang="en-US" sz="4100" kern="1200"/>
        </a:p>
      </dsp:txBody>
      <dsp:txXfrm>
        <a:off x="461604" y="1971881"/>
        <a:ext cx="5517133" cy="1092154"/>
      </dsp:txXfrm>
    </dsp:sp>
    <dsp:sp modelId="{14C170C2-327E-4E82-B02E-55B1611C9728}">
      <dsp:nvSpPr>
        <dsp:cNvPr id="0" name=""/>
        <dsp:cNvSpPr/>
      </dsp:nvSpPr>
      <dsp:spPr>
        <a:xfrm>
          <a:off x="0" y="4377718"/>
          <a:ext cx="8050428" cy="103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172EF6-5E93-4648-8034-98A5AF124611}">
      <dsp:nvSpPr>
        <dsp:cNvPr id="0" name=""/>
        <dsp:cNvSpPr/>
      </dsp:nvSpPr>
      <dsp:spPr>
        <a:xfrm>
          <a:off x="402521" y="3772558"/>
          <a:ext cx="5635299" cy="1210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001" tIns="0" rIns="213001" bIns="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100" kern="1200"/>
            <a:t>Method 2 : parllel Combination </a:t>
          </a:r>
          <a:endParaRPr lang="en-US" sz="4100" kern="1200"/>
        </a:p>
      </dsp:txBody>
      <dsp:txXfrm>
        <a:off x="461604" y="3831641"/>
        <a:ext cx="5517133" cy="109215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962D75-4C8D-48E6-8B3C-AEFC047640B5}">
      <dsp:nvSpPr>
        <dsp:cNvPr id="0" name=""/>
        <dsp:cNvSpPr/>
      </dsp:nvSpPr>
      <dsp:spPr>
        <a:xfrm>
          <a:off x="967" y="1561725"/>
          <a:ext cx="2264707" cy="113235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Data Preparation </a:t>
          </a:r>
          <a:endParaRPr lang="en-US" sz="3100" kern="1200"/>
        </a:p>
      </dsp:txBody>
      <dsp:txXfrm>
        <a:off x="34132" y="1594890"/>
        <a:ext cx="2198377" cy="1066023"/>
      </dsp:txXfrm>
    </dsp:sp>
    <dsp:sp modelId="{93BF75BE-B557-43AE-9151-5F8E8D007432}">
      <dsp:nvSpPr>
        <dsp:cNvPr id="0" name=""/>
        <dsp:cNvSpPr/>
      </dsp:nvSpPr>
      <dsp:spPr>
        <a:xfrm>
          <a:off x="2831851" y="1561725"/>
          <a:ext cx="2264707" cy="113235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Integration </a:t>
          </a:r>
          <a:endParaRPr lang="en-US" sz="3100" kern="1200"/>
        </a:p>
      </dsp:txBody>
      <dsp:txXfrm>
        <a:off x="2865016" y="1594890"/>
        <a:ext cx="2198377" cy="1066023"/>
      </dsp:txXfrm>
    </dsp:sp>
    <dsp:sp modelId="{4E666C21-78DB-4AF8-B840-70B7F8B630BC}">
      <dsp:nvSpPr>
        <dsp:cNvPr id="0" name=""/>
        <dsp:cNvSpPr/>
      </dsp:nvSpPr>
      <dsp:spPr>
        <a:xfrm>
          <a:off x="5662735" y="1561725"/>
          <a:ext cx="2264707" cy="113235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Model Complexity </a:t>
          </a:r>
          <a:endParaRPr lang="en-US" sz="3100" kern="1200"/>
        </a:p>
      </dsp:txBody>
      <dsp:txXfrm>
        <a:off x="5695900" y="1594890"/>
        <a:ext cx="2198377" cy="106602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C7B820-7BAE-4605-940A-DF54066B0240}">
      <dsp:nvSpPr>
        <dsp:cNvPr id="0" name=""/>
        <dsp:cNvSpPr/>
      </dsp:nvSpPr>
      <dsp:spPr>
        <a:xfrm>
          <a:off x="3979494" y="2290785"/>
          <a:ext cx="91440" cy="84818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48185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03244" y="2710484"/>
        <a:ext cx="43939" cy="8787"/>
      </dsp:txXfrm>
    </dsp:sp>
    <dsp:sp modelId="{47B97D61-1922-4039-9676-77989B36D828}">
      <dsp:nvSpPr>
        <dsp:cNvPr id="0" name=""/>
        <dsp:cNvSpPr/>
      </dsp:nvSpPr>
      <dsp:spPr>
        <a:xfrm>
          <a:off x="2114809" y="100"/>
          <a:ext cx="3820808" cy="229248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7223" tIns="196523" rIns="187223" bIns="196523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/>
            <a:t>Market Complexity and Non-stationary </a:t>
          </a:r>
          <a:endParaRPr lang="en-US" sz="3900" kern="1200"/>
        </a:p>
      </dsp:txBody>
      <dsp:txXfrm>
        <a:off x="2114809" y="100"/>
        <a:ext cx="3820808" cy="2292485"/>
      </dsp:txXfrm>
    </dsp:sp>
    <dsp:sp modelId="{BB28F432-0CE0-405D-866D-4E738E9EDEE8}">
      <dsp:nvSpPr>
        <dsp:cNvPr id="0" name=""/>
        <dsp:cNvSpPr/>
      </dsp:nvSpPr>
      <dsp:spPr>
        <a:xfrm>
          <a:off x="2114809" y="3171371"/>
          <a:ext cx="3820808" cy="229248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7223" tIns="196523" rIns="187223" bIns="196523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/>
            <a:t>High Volatility </a:t>
          </a:r>
          <a:endParaRPr lang="en-US" sz="3900" kern="1200"/>
        </a:p>
      </dsp:txBody>
      <dsp:txXfrm>
        <a:off x="2114809" y="3171371"/>
        <a:ext cx="3820808" cy="22924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59B91DE5-1C4B-3041-82D5-99E2E1040EB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4FB8675-E099-1848-B9BD-142542109EC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D567E-ED07-534E-A655-1821A0442335}" type="datetimeFigureOut">
              <a:rPr lang="de-DE" smtClean="0"/>
              <a:t>09.01.2025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7DF1BF6-6524-DD4F-A1FB-78420D062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75B24BF-7503-C54B-A294-30F41877C9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A5FE2F-681D-4941-828A-E3DEC099FEA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96435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86FFA-AEBC-0348-A7F7-448458CBA91D}" type="datetimeFigureOut">
              <a:rPr lang="de-DE" smtClean="0"/>
              <a:t>09.01.2025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E1D90A-D2C6-B945-95CF-B20626C808B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2587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E1D90A-D2C6-B945-95CF-B20626C808B4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9424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E1D90A-D2C6-B945-95CF-B20626C808B4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2955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, Refer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1AF547E3-AEC0-2444-9AC5-AA77B7F05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29434" y="3038364"/>
            <a:ext cx="2291156" cy="2300228"/>
          </a:xfrm>
          <a:solidFill>
            <a:srgbClr val="0BDA7E">
              <a:alpha val="50000"/>
            </a:srgb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C08408C2-F92D-6A4A-B4CD-48353197FD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9433" y="3038364"/>
            <a:ext cx="1530477" cy="1536699"/>
          </a:xfrm>
          <a:solidFill>
            <a:srgbClr val="0BDA7E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BE4D98A3-8CEE-3D4B-BB8C-7C730EA8CE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56588" y="4563228"/>
            <a:ext cx="771525" cy="1536700"/>
          </a:xfrm>
          <a:solidFill>
            <a:srgbClr val="FF3E4F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3" name="Inhaltsplatzhalter 8">
            <a:extLst>
              <a:ext uri="{FF2B5EF4-FFF2-40B4-BE49-F238E27FC236}">
                <a16:creationId xmlns:a16="http://schemas.microsoft.com/office/drawing/2014/main" id="{7E2354F7-4BA9-6D48-AE4F-7ACA9762A67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09365" y="1449944"/>
            <a:ext cx="4877034" cy="1873339"/>
          </a:xfrm>
        </p:spPr>
        <p:txBody>
          <a:bodyPr>
            <a:noAutofit/>
          </a:bodyPr>
          <a:lstStyle>
            <a:lvl1pPr marL="0" indent="0" algn="l">
              <a:buNone/>
              <a:defRPr sz="29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/>
              <a:t>Titel </a:t>
            </a:r>
          </a:p>
          <a:p>
            <a:pPr lvl="0"/>
            <a:r>
              <a:rPr lang="de-DE"/>
              <a:t>des Foliensatzes</a:t>
            </a:r>
          </a:p>
        </p:txBody>
      </p:sp>
      <p:sp>
        <p:nvSpPr>
          <p:cNvPr id="25" name="Inhaltsplatzhalter 8">
            <a:extLst>
              <a:ext uri="{FF2B5EF4-FFF2-40B4-BE49-F238E27FC236}">
                <a16:creationId xmlns:a16="http://schemas.microsoft.com/office/drawing/2014/main" id="{3A02C97D-B9EB-E548-8606-EC85DC19EC4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09365" y="3503484"/>
            <a:ext cx="4877034" cy="1246092"/>
          </a:xfrm>
        </p:spPr>
        <p:txBody>
          <a:bodyPr>
            <a:noAutofit/>
          </a:bodyPr>
          <a:lstStyle>
            <a:lvl1pPr marL="0" indent="0" algn="l">
              <a:buNone/>
              <a:defRPr sz="23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r>
              <a:rPr lang="de-DE"/>
              <a:t>Referentennamen + Semester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DB0E8F8-AC9E-4FB7-BEB8-5D08879D16C1}"/>
              </a:ext>
            </a:extLst>
          </p:cNvPr>
          <p:cNvSpPr/>
          <p:nvPr userDrawn="1"/>
        </p:nvSpPr>
        <p:spPr>
          <a:xfrm>
            <a:off x="6818649" y="0"/>
            <a:ext cx="809463" cy="45613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Inhaltsplatzhalter 8">
            <a:extLst>
              <a:ext uri="{FF2B5EF4-FFF2-40B4-BE49-F238E27FC236}">
                <a16:creationId xmlns:a16="http://schemas.microsoft.com/office/drawing/2014/main" id="{3C802A94-8A82-F341-85E7-1CB3F636A9D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856588" y="-4618"/>
            <a:ext cx="5335646" cy="6866738"/>
          </a:xfrm>
          <a:custGeom>
            <a:avLst/>
            <a:gdLst>
              <a:gd name="connsiteX0" fmla="*/ 0 w 5373993"/>
              <a:gd name="connsiteY0" fmla="*/ 3429000 h 6858000"/>
              <a:gd name="connsiteX1" fmla="*/ 2235581 w 5373993"/>
              <a:gd name="connsiteY1" fmla="*/ 2 h 6858000"/>
              <a:gd name="connsiteX2" fmla="*/ 3138412 w 5373993"/>
              <a:gd name="connsiteY2" fmla="*/ 2 h 6858000"/>
              <a:gd name="connsiteX3" fmla="*/ 5373993 w 5373993"/>
              <a:gd name="connsiteY3" fmla="*/ 3429000 h 6858000"/>
              <a:gd name="connsiteX4" fmla="*/ 3138412 w 5373993"/>
              <a:gd name="connsiteY4" fmla="*/ 6857998 h 6858000"/>
              <a:gd name="connsiteX5" fmla="*/ 2235581 w 5373993"/>
              <a:gd name="connsiteY5" fmla="*/ 6857998 h 6858000"/>
              <a:gd name="connsiteX6" fmla="*/ 0 w 5373993"/>
              <a:gd name="connsiteY6" fmla="*/ 3429000 h 6858000"/>
              <a:gd name="connsiteX0" fmla="*/ 0 w 5373993"/>
              <a:gd name="connsiteY0" fmla="*/ 3428998 h 6857996"/>
              <a:gd name="connsiteX1" fmla="*/ 2302489 w 5373993"/>
              <a:gd name="connsiteY1" fmla="*/ 11151 h 6857996"/>
              <a:gd name="connsiteX2" fmla="*/ 3138412 w 5373993"/>
              <a:gd name="connsiteY2" fmla="*/ 0 h 6857996"/>
              <a:gd name="connsiteX3" fmla="*/ 5373993 w 5373993"/>
              <a:gd name="connsiteY3" fmla="*/ 3428998 h 6857996"/>
              <a:gd name="connsiteX4" fmla="*/ 3138412 w 5373993"/>
              <a:gd name="connsiteY4" fmla="*/ 6857996 h 6857996"/>
              <a:gd name="connsiteX5" fmla="*/ 2235581 w 5373993"/>
              <a:gd name="connsiteY5" fmla="*/ 6857996 h 6857996"/>
              <a:gd name="connsiteX6" fmla="*/ 0 w 5373993"/>
              <a:gd name="connsiteY6" fmla="*/ 3428998 h 6857996"/>
              <a:gd name="connsiteX0" fmla="*/ 0 w 5390959"/>
              <a:gd name="connsiteY0" fmla="*/ 3440150 h 6869148"/>
              <a:gd name="connsiteX1" fmla="*/ 2302489 w 5390959"/>
              <a:gd name="connsiteY1" fmla="*/ 22303 h 6869148"/>
              <a:gd name="connsiteX2" fmla="*/ 5390959 w 5390959"/>
              <a:gd name="connsiteY2" fmla="*/ 0 h 6869148"/>
              <a:gd name="connsiteX3" fmla="*/ 5373993 w 5390959"/>
              <a:gd name="connsiteY3" fmla="*/ 3440150 h 6869148"/>
              <a:gd name="connsiteX4" fmla="*/ 3138412 w 5390959"/>
              <a:gd name="connsiteY4" fmla="*/ 6869148 h 6869148"/>
              <a:gd name="connsiteX5" fmla="*/ 2235581 w 5390959"/>
              <a:gd name="connsiteY5" fmla="*/ 6869148 h 6869148"/>
              <a:gd name="connsiteX6" fmla="*/ 0 w 5390959"/>
              <a:gd name="connsiteY6" fmla="*/ 3440150 h 6869148"/>
              <a:gd name="connsiteX0" fmla="*/ 0 w 5390959"/>
              <a:gd name="connsiteY0" fmla="*/ 3440150 h 6924904"/>
              <a:gd name="connsiteX1" fmla="*/ 2302489 w 5390959"/>
              <a:gd name="connsiteY1" fmla="*/ 22303 h 6924904"/>
              <a:gd name="connsiteX2" fmla="*/ 5390959 w 5390959"/>
              <a:gd name="connsiteY2" fmla="*/ 0 h 6924904"/>
              <a:gd name="connsiteX3" fmla="*/ 5373993 w 5390959"/>
              <a:gd name="connsiteY3" fmla="*/ 3440150 h 6924904"/>
              <a:gd name="connsiteX4" fmla="*/ 4052812 w 5390959"/>
              <a:gd name="connsiteY4" fmla="*/ 6924904 h 6924904"/>
              <a:gd name="connsiteX5" fmla="*/ 2235581 w 5390959"/>
              <a:gd name="connsiteY5" fmla="*/ 6869148 h 6924904"/>
              <a:gd name="connsiteX6" fmla="*/ 0 w 5390959"/>
              <a:gd name="connsiteY6" fmla="*/ 3440150 h 6924904"/>
              <a:gd name="connsiteX0" fmla="*/ 72721 w 3155378"/>
              <a:gd name="connsiteY0" fmla="*/ 4611028 h 6924904"/>
              <a:gd name="connsiteX1" fmla="*/ 66908 w 3155378"/>
              <a:gd name="connsiteY1" fmla="*/ 22303 h 6924904"/>
              <a:gd name="connsiteX2" fmla="*/ 3155378 w 3155378"/>
              <a:gd name="connsiteY2" fmla="*/ 0 h 6924904"/>
              <a:gd name="connsiteX3" fmla="*/ 3138412 w 3155378"/>
              <a:gd name="connsiteY3" fmla="*/ 3440150 h 6924904"/>
              <a:gd name="connsiteX4" fmla="*/ 1817231 w 3155378"/>
              <a:gd name="connsiteY4" fmla="*/ 6924904 h 6924904"/>
              <a:gd name="connsiteX5" fmla="*/ 0 w 3155378"/>
              <a:gd name="connsiteY5" fmla="*/ 6869148 h 6924904"/>
              <a:gd name="connsiteX6" fmla="*/ 72721 w 3155378"/>
              <a:gd name="connsiteY6" fmla="*/ 4611028 h 6924904"/>
              <a:gd name="connsiteX0" fmla="*/ 2347570 w 5430227"/>
              <a:gd name="connsiteY0" fmla="*/ 4611028 h 6924904"/>
              <a:gd name="connsiteX1" fmla="*/ 2341757 w 5430227"/>
              <a:gd name="connsiteY1" fmla="*/ 22303 h 6924904"/>
              <a:gd name="connsiteX2" fmla="*/ 5430227 w 5430227"/>
              <a:gd name="connsiteY2" fmla="*/ 0 h 6924904"/>
              <a:gd name="connsiteX3" fmla="*/ 5413261 w 5430227"/>
              <a:gd name="connsiteY3" fmla="*/ 3440150 h 6924904"/>
              <a:gd name="connsiteX4" fmla="*/ 4092080 w 5430227"/>
              <a:gd name="connsiteY4" fmla="*/ 6924904 h 6924904"/>
              <a:gd name="connsiteX5" fmla="*/ 0 w 5430227"/>
              <a:gd name="connsiteY5" fmla="*/ 4583148 h 6924904"/>
              <a:gd name="connsiteX6" fmla="*/ 2347570 w 5430227"/>
              <a:gd name="connsiteY6" fmla="*/ 4611028 h 6924904"/>
              <a:gd name="connsiteX0" fmla="*/ 2280663 w 5363320"/>
              <a:gd name="connsiteY0" fmla="*/ 4611028 h 6924904"/>
              <a:gd name="connsiteX1" fmla="*/ 2274850 w 5363320"/>
              <a:gd name="connsiteY1" fmla="*/ 22303 h 6924904"/>
              <a:gd name="connsiteX2" fmla="*/ 5363320 w 5363320"/>
              <a:gd name="connsiteY2" fmla="*/ 0 h 6924904"/>
              <a:gd name="connsiteX3" fmla="*/ 5346354 w 5363320"/>
              <a:gd name="connsiteY3" fmla="*/ 3440150 h 6924904"/>
              <a:gd name="connsiteX4" fmla="*/ 4025173 w 5363320"/>
              <a:gd name="connsiteY4" fmla="*/ 6924904 h 6924904"/>
              <a:gd name="connsiteX5" fmla="*/ 0 w 5363320"/>
              <a:gd name="connsiteY5" fmla="*/ 4583148 h 6924904"/>
              <a:gd name="connsiteX6" fmla="*/ 2280663 w 5363320"/>
              <a:gd name="connsiteY6" fmla="*/ 4611028 h 6924904"/>
              <a:gd name="connsiteX0" fmla="*/ 2303383 w 5386040"/>
              <a:gd name="connsiteY0" fmla="*/ 4611028 h 6891450"/>
              <a:gd name="connsiteX1" fmla="*/ 2297570 w 5386040"/>
              <a:gd name="connsiteY1" fmla="*/ 22303 h 6891450"/>
              <a:gd name="connsiteX2" fmla="*/ 5386040 w 5386040"/>
              <a:gd name="connsiteY2" fmla="*/ 0 h 6891450"/>
              <a:gd name="connsiteX3" fmla="*/ 5369074 w 5386040"/>
              <a:gd name="connsiteY3" fmla="*/ 3440150 h 6891450"/>
              <a:gd name="connsiteX4" fmla="*/ 0 w 5386040"/>
              <a:gd name="connsiteY4" fmla="*/ 6891450 h 6891450"/>
              <a:gd name="connsiteX5" fmla="*/ 22720 w 5386040"/>
              <a:gd name="connsiteY5" fmla="*/ 4583148 h 6891450"/>
              <a:gd name="connsiteX6" fmla="*/ 2303383 w 5386040"/>
              <a:gd name="connsiteY6" fmla="*/ 4611028 h 6891450"/>
              <a:gd name="connsiteX0" fmla="*/ 2303383 w 5386040"/>
              <a:gd name="connsiteY0" fmla="*/ 4611028 h 6891450"/>
              <a:gd name="connsiteX1" fmla="*/ 2297570 w 5386040"/>
              <a:gd name="connsiteY1" fmla="*/ 22303 h 6891450"/>
              <a:gd name="connsiteX2" fmla="*/ 5386040 w 5386040"/>
              <a:gd name="connsiteY2" fmla="*/ 0 h 6891450"/>
              <a:gd name="connsiteX3" fmla="*/ 5369074 w 5386040"/>
              <a:gd name="connsiteY3" fmla="*/ 6863575 h 6891450"/>
              <a:gd name="connsiteX4" fmla="*/ 0 w 5386040"/>
              <a:gd name="connsiteY4" fmla="*/ 6891450 h 6891450"/>
              <a:gd name="connsiteX5" fmla="*/ 22720 w 5386040"/>
              <a:gd name="connsiteY5" fmla="*/ 4583148 h 6891450"/>
              <a:gd name="connsiteX6" fmla="*/ 2303383 w 5386040"/>
              <a:gd name="connsiteY6" fmla="*/ 4611028 h 6891450"/>
              <a:gd name="connsiteX0" fmla="*/ 2303383 w 5386040"/>
              <a:gd name="connsiteY0" fmla="*/ 4611028 h 6891450"/>
              <a:gd name="connsiteX1" fmla="*/ 2293443 w 5386040"/>
              <a:gd name="connsiteY1" fmla="*/ 5747 h 6891450"/>
              <a:gd name="connsiteX2" fmla="*/ 5386040 w 5386040"/>
              <a:gd name="connsiteY2" fmla="*/ 0 h 6891450"/>
              <a:gd name="connsiteX3" fmla="*/ 5369074 w 5386040"/>
              <a:gd name="connsiteY3" fmla="*/ 6863575 h 6891450"/>
              <a:gd name="connsiteX4" fmla="*/ 0 w 5386040"/>
              <a:gd name="connsiteY4" fmla="*/ 6891450 h 6891450"/>
              <a:gd name="connsiteX5" fmla="*/ 22720 w 5386040"/>
              <a:gd name="connsiteY5" fmla="*/ 4583148 h 6891450"/>
              <a:gd name="connsiteX6" fmla="*/ 2303383 w 5386040"/>
              <a:gd name="connsiteY6" fmla="*/ 4611028 h 6891450"/>
              <a:gd name="connsiteX0" fmla="*/ 2303383 w 5386040"/>
              <a:gd name="connsiteY0" fmla="*/ 4611028 h 6891450"/>
              <a:gd name="connsiteX1" fmla="*/ 2293443 w 5386040"/>
              <a:gd name="connsiteY1" fmla="*/ 1608 h 6891450"/>
              <a:gd name="connsiteX2" fmla="*/ 5386040 w 5386040"/>
              <a:gd name="connsiteY2" fmla="*/ 0 h 6891450"/>
              <a:gd name="connsiteX3" fmla="*/ 5369074 w 5386040"/>
              <a:gd name="connsiteY3" fmla="*/ 6863575 h 6891450"/>
              <a:gd name="connsiteX4" fmla="*/ 0 w 5386040"/>
              <a:gd name="connsiteY4" fmla="*/ 6891450 h 6891450"/>
              <a:gd name="connsiteX5" fmla="*/ 22720 w 5386040"/>
              <a:gd name="connsiteY5" fmla="*/ 4583148 h 6891450"/>
              <a:gd name="connsiteX6" fmla="*/ 2303383 w 5386040"/>
              <a:gd name="connsiteY6" fmla="*/ 4611028 h 6891450"/>
              <a:gd name="connsiteX0" fmla="*/ 2303383 w 5373655"/>
              <a:gd name="connsiteY0" fmla="*/ 4615167 h 6895589"/>
              <a:gd name="connsiteX1" fmla="*/ 2293443 w 5373655"/>
              <a:gd name="connsiteY1" fmla="*/ 5747 h 6895589"/>
              <a:gd name="connsiteX2" fmla="*/ 5373655 w 5373655"/>
              <a:gd name="connsiteY2" fmla="*/ 0 h 6895589"/>
              <a:gd name="connsiteX3" fmla="*/ 5369074 w 5373655"/>
              <a:gd name="connsiteY3" fmla="*/ 6867714 h 6895589"/>
              <a:gd name="connsiteX4" fmla="*/ 0 w 5373655"/>
              <a:gd name="connsiteY4" fmla="*/ 6895589 h 6895589"/>
              <a:gd name="connsiteX5" fmla="*/ 22720 w 5373655"/>
              <a:gd name="connsiteY5" fmla="*/ 4587287 h 6895589"/>
              <a:gd name="connsiteX6" fmla="*/ 2303383 w 5373655"/>
              <a:gd name="connsiteY6" fmla="*/ 4615167 h 6895589"/>
              <a:gd name="connsiteX0" fmla="*/ 2303383 w 5394296"/>
              <a:gd name="connsiteY0" fmla="*/ 4611028 h 6891450"/>
              <a:gd name="connsiteX1" fmla="*/ 2293443 w 5394296"/>
              <a:gd name="connsiteY1" fmla="*/ 1608 h 6891450"/>
              <a:gd name="connsiteX2" fmla="*/ 5394296 w 5394296"/>
              <a:gd name="connsiteY2" fmla="*/ 0 h 6891450"/>
              <a:gd name="connsiteX3" fmla="*/ 5369074 w 5394296"/>
              <a:gd name="connsiteY3" fmla="*/ 6863575 h 6891450"/>
              <a:gd name="connsiteX4" fmla="*/ 0 w 5394296"/>
              <a:gd name="connsiteY4" fmla="*/ 6891450 h 6891450"/>
              <a:gd name="connsiteX5" fmla="*/ 22720 w 5394296"/>
              <a:gd name="connsiteY5" fmla="*/ 4583148 h 6891450"/>
              <a:gd name="connsiteX6" fmla="*/ 2303383 w 5394296"/>
              <a:gd name="connsiteY6" fmla="*/ 4611028 h 6891450"/>
              <a:gd name="connsiteX0" fmla="*/ 2303383 w 5395530"/>
              <a:gd name="connsiteY0" fmla="*/ 4611028 h 6892549"/>
              <a:gd name="connsiteX1" fmla="*/ 2293443 w 5395530"/>
              <a:gd name="connsiteY1" fmla="*/ 1608 h 6892549"/>
              <a:gd name="connsiteX2" fmla="*/ 5394296 w 5395530"/>
              <a:gd name="connsiteY2" fmla="*/ 0 h 6892549"/>
              <a:gd name="connsiteX3" fmla="*/ 5393844 w 5395530"/>
              <a:gd name="connsiteY3" fmla="*/ 6892549 h 6892549"/>
              <a:gd name="connsiteX4" fmla="*/ 0 w 5395530"/>
              <a:gd name="connsiteY4" fmla="*/ 6891450 h 6892549"/>
              <a:gd name="connsiteX5" fmla="*/ 22720 w 5395530"/>
              <a:gd name="connsiteY5" fmla="*/ 4583148 h 6892549"/>
              <a:gd name="connsiteX6" fmla="*/ 2303383 w 5395530"/>
              <a:gd name="connsiteY6" fmla="*/ 4611028 h 6892549"/>
              <a:gd name="connsiteX0" fmla="*/ 2280663 w 5372810"/>
              <a:gd name="connsiteY0" fmla="*/ 4611028 h 6895590"/>
              <a:gd name="connsiteX1" fmla="*/ 2270723 w 5372810"/>
              <a:gd name="connsiteY1" fmla="*/ 1608 h 6895590"/>
              <a:gd name="connsiteX2" fmla="*/ 5371576 w 5372810"/>
              <a:gd name="connsiteY2" fmla="*/ 0 h 6895590"/>
              <a:gd name="connsiteX3" fmla="*/ 5371124 w 5372810"/>
              <a:gd name="connsiteY3" fmla="*/ 6892549 h 6895590"/>
              <a:gd name="connsiteX4" fmla="*/ 26818 w 5372810"/>
              <a:gd name="connsiteY4" fmla="*/ 6895590 h 6895590"/>
              <a:gd name="connsiteX5" fmla="*/ 0 w 5372810"/>
              <a:gd name="connsiteY5" fmla="*/ 4583148 h 6895590"/>
              <a:gd name="connsiteX6" fmla="*/ 2280663 w 5372810"/>
              <a:gd name="connsiteY6" fmla="*/ 4611028 h 6895590"/>
              <a:gd name="connsiteX0" fmla="*/ 2253845 w 5345992"/>
              <a:gd name="connsiteY0" fmla="*/ 4611028 h 6895590"/>
              <a:gd name="connsiteX1" fmla="*/ 2243905 w 5345992"/>
              <a:gd name="connsiteY1" fmla="*/ 1608 h 6895590"/>
              <a:gd name="connsiteX2" fmla="*/ 5344758 w 5345992"/>
              <a:gd name="connsiteY2" fmla="*/ 0 h 6895590"/>
              <a:gd name="connsiteX3" fmla="*/ 5344306 w 5345992"/>
              <a:gd name="connsiteY3" fmla="*/ 6892549 h 6895590"/>
              <a:gd name="connsiteX4" fmla="*/ 0 w 5345992"/>
              <a:gd name="connsiteY4" fmla="*/ 6895590 h 6895590"/>
              <a:gd name="connsiteX5" fmla="*/ 6208 w 5345992"/>
              <a:gd name="connsiteY5" fmla="*/ 4591426 h 6895590"/>
              <a:gd name="connsiteX6" fmla="*/ 2253845 w 5345992"/>
              <a:gd name="connsiteY6" fmla="*/ 4611028 h 6895590"/>
              <a:gd name="connsiteX0" fmla="*/ 2295127 w 5345992"/>
              <a:gd name="connsiteY0" fmla="*/ 4602750 h 6895590"/>
              <a:gd name="connsiteX1" fmla="*/ 2243905 w 5345992"/>
              <a:gd name="connsiteY1" fmla="*/ 1608 h 6895590"/>
              <a:gd name="connsiteX2" fmla="*/ 5344758 w 5345992"/>
              <a:gd name="connsiteY2" fmla="*/ 0 h 6895590"/>
              <a:gd name="connsiteX3" fmla="*/ 5344306 w 5345992"/>
              <a:gd name="connsiteY3" fmla="*/ 6892549 h 6895590"/>
              <a:gd name="connsiteX4" fmla="*/ 0 w 5345992"/>
              <a:gd name="connsiteY4" fmla="*/ 6895590 h 6895590"/>
              <a:gd name="connsiteX5" fmla="*/ 6208 w 5345992"/>
              <a:gd name="connsiteY5" fmla="*/ 4591426 h 6895590"/>
              <a:gd name="connsiteX6" fmla="*/ 2295127 w 5345992"/>
              <a:gd name="connsiteY6" fmla="*/ 4602750 h 6895590"/>
              <a:gd name="connsiteX0" fmla="*/ 2295127 w 5345992"/>
              <a:gd name="connsiteY0" fmla="*/ 4602750 h 6895590"/>
              <a:gd name="connsiteX1" fmla="*/ 2289315 w 5345992"/>
              <a:gd name="connsiteY1" fmla="*/ 5747 h 6895590"/>
              <a:gd name="connsiteX2" fmla="*/ 5344758 w 5345992"/>
              <a:gd name="connsiteY2" fmla="*/ 0 h 6895590"/>
              <a:gd name="connsiteX3" fmla="*/ 5344306 w 5345992"/>
              <a:gd name="connsiteY3" fmla="*/ 6892549 h 6895590"/>
              <a:gd name="connsiteX4" fmla="*/ 0 w 5345992"/>
              <a:gd name="connsiteY4" fmla="*/ 6895590 h 6895590"/>
              <a:gd name="connsiteX5" fmla="*/ 6208 w 5345992"/>
              <a:gd name="connsiteY5" fmla="*/ 4591426 h 6895590"/>
              <a:gd name="connsiteX6" fmla="*/ 2295127 w 5345992"/>
              <a:gd name="connsiteY6" fmla="*/ 4602750 h 6895590"/>
              <a:gd name="connsiteX0" fmla="*/ 2295127 w 5345569"/>
              <a:gd name="connsiteY0" fmla="*/ 4602750 h 6895590"/>
              <a:gd name="connsiteX1" fmla="*/ 2289315 w 5345569"/>
              <a:gd name="connsiteY1" fmla="*/ 5747 h 6895590"/>
              <a:gd name="connsiteX2" fmla="*/ 5340130 w 5345569"/>
              <a:gd name="connsiteY2" fmla="*/ 0 h 6895590"/>
              <a:gd name="connsiteX3" fmla="*/ 5344306 w 5345569"/>
              <a:gd name="connsiteY3" fmla="*/ 6892549 h 6895590"/>
              <a:gd name="connsiteX4" fmla="*/ 0 w 5345569"/>
              <a:gd name="connsiteY4" fmla="*/ 6895590 h 6895590"/>
              <a:gd name="connsiteX5" fmla="*/ 6208 w 5345569"/>
              <a:gd name="connsiteY5" fmla="*/ 4591426 h 6895590"/>
              <a:gd name="connsiteX6" fmla="*/ 2295127 w 5345569"/>
              <a:gd name="connsiteY6" fmla="*/ 4602750 h 6895590"/>
              <a:gd name="connsiteX0" fmla="*/ 2295127 w 5344413"/>
              <a:gd name="connsiteY0" fmla="*/ 4597003 h 6889843"/>
              <a:gd name="connsiteX1" fmla="*/ 2289315 w 5344413"/>
              <a:gd name="connsiteY1" fmla="*/ 0 h 6889843"/>
              <a:gd name="connsiteX2" fmla="*/ 5136474 w 5344413"/>
              <a:gd name="connsiteY2" fmla="*/ 100989 h 6889843"/>
              <a:gd name="connsiteX3" fmla="*/ 5344306 w 5344413"/>
              <a:gd name="connsiteY3" fmla="*/ 6886802 h 6889843"/>
              <a:gd name="connsiteX4" fmla="*/ 0 w 5344413"/>
              <a:gd name="connsiteY4" fmla="*/ 6889843 h 6889843"/>
              <a:gd name="connsiteX5" fmla="*/ 6208 w 5344413"/>
              <a:gd name="connsiteY5" fmla="*/ 4585679 h 6889843"/>
              <a:gd name="connsiteX6" fmla="*/ 2295127 w 5344413"/>
              <a:gd name="connsiteY6" fmla="*/ 4597003 h 6889843"/>
              <a:gd name="connsiteX0" fmla="*/ 2295127 w 5344873"/>
              <a:gd name="connsiteY0" fmla="*/ 4598109 h 6890949"/>
              <a:gd name="connsiteX1" fmla="*/ 2289315 w 5344873"/>
              <a:gd name="connsiteY1" fmla="*/ 1106 h 6890949"/>
              <a:gd name="connsiteX2" fmla="*/ 5316987 w 5344873"/>
              <a:gd name="connsiteY2" fmla="*/ 0 h 6890949"/>
              <a:gd name="connsiteX3" fmla="*/ 5344306 w 5344873"/>
              <a:gd name="connsiteY3" fmla="*/ 6887908 h 6890949"/>
              <a:gd name="connsiteX4" fmla="*/ 0 w 5344873"/>
              <a:gd name="connsiteY4" fmla="*/ 6890949 h 6890949"/>
              <a:gd name="connsiteX5" fmla="*/ 6208 w 5344873"/>
              <a:gd name="connsiteY5" fmla="*/ 4586785 h 6890949"/>
              <a:gd name="connsiteX6" fmla="*/ 2295127 w 5344873"/>
              <a:gd name="connsiteY6" fmla="*/ 4598109 h 6890949"/>
              <a:gd name="connsiteX0" fmla="*/ 2295127 w 5345319"/>
              <a:gd name="connsiteY0" fmla="*/ 4607390 h 6900230"/>
              <a:gd name="connsiteX1" fmla="*/ 2289315 w 5345319"/>
              <a:gd name="connsiteY1" fmla="*/ 10387 h 6900230"/>
              <a:gd name="connsiteX2" fmla="*/ 5335502 w 5345319"/>
              <a:gd name="connsiteY2" fmla="*/ 0 h 6900230"/>
              <a:gd name="connsiteX3" fmla="*/ 5344306 w 5345319"/>
              <a:gd name="connsiteY3" fmla="*/ 6897189 h 6900230"/>
              <a:gd name="connsiteX4" fmla="*/ 0 w 5345319"/>
              <a:gd name="connsiteY4" fmla="*/ 6900230 h 6900230"/>
              <a:gd name="connsiteX5" fmla="*/ 6208 w 5345319"/>
              <a:gd name="connsiteY5" fmla="*/ 4596066 h 6900230"/>
              <a:gd name="connsiteX6" fmla="*/ 2295127 w 5345319"/>
              <a:gd name="connsiteY6" fmla="*/ 4607390 h 6900230"/>
              <a:gd name="connsiteX0" fmla="*/ 2295127 w 5336735"/>
              <a:gd name="connsiteY0" fmla="*/ 4607390 h 6900230"/>
              <a:gd name="connsiteX1" fmla="*/ 2289315 w 5336735"/>
              <a:gd name="connsiteY1" fmla="*/ 1038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7390 h 6900230"/>
              <a:gd name="connsiteX0" fmla="*/ 2295127 w 5336735"/>
              <a:gd name="connsiteY0" fmla="*/ 4602994 h 6900230"/>
              <a:gd name="connsiteX1" fmla="*/ 2289315 w 5336735"/>
              <a:gd name="connsiteY1" fmla="*/ 1038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2994 h 6900230"/>
              <a:gd name="connsiteX0" fmla="*/ 2295127 w 5336735"/>
              <a:gd name="connsiteY0" fmla="*/ 4591363 h 6900230"/>
              <a:gd name="connsiteX1" fmla="*/ 2289315 w 5336735"/>
              <a:gd name="connsiteY1" fmla="*/ 1038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591363 h 6900230"/>
              <a:gd name="connsiteX0" fmla="*/ 2295127 w 5336735"/>
              <a:gd name="connsiteY0" fmla="*/ 4600319 h 6909186"/>
              <a:gd name="connsiteX1" fmla="*/ 2289315 w 5336735"/>
              <a:gd name="connsiteY1" fmla="*/ 0 h 6909186"/>
              <a:gd name="connsiteX2" fmla="*/ 5335502 w 5336735"/>
              <a:gd name="connsiteY2" fmla="*/ 8956 h 6909186"/>
              <a:gd name="connsiteX3" fmla="*/ 5335049 w 5336735"/>
              <a:gd name="connsiteY3" fmla="*/ 6906145 h 6909186"/>
              <a:gd name="connsiteX4" fmla="*/ 0 w 5336735"/>
              <a:gd name="connsiteY4" fmla="*/ 6909186 h 6909186"/>
              <a:gd name="connsiteX5" fmla="*/ 6208 w 5336735"/>
              <a:gd name="connsiteY5" fmla="*/ 4605022 h 6909186"/>
              <a:gd name="connsiteX6" fmla="*/ 2295127 w 5336735"/>
              <a:gd name="connsiteY6" fmla="*/ 4600319 h 6909186"/>
              <a:gd name="connsiteX0" fmla="*/ 2295127 w 5336735"/>
              <a:gd name="connsiteY0" fmla="*/ 4591363 h 6900230"/>
              <a:gd name="connsiteX1" fmla="*/ 2298943 w 5336735"/>
              <a:gd name="connsiteY1" fmla="*/ 71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591363 h 6900230"/>
              <a:gd name="connsiteX0" fmla="*/ 2295127 w 5336735"/>
              <a:gd name="connsiteY0" fmla="*/ 4601036 h 6900230"/>
              <a:gd name="connsiteX1" fmla="*/ 2298943 w 5336735"/>
              <a:gd name="connsiteY1" fmla="*/ 71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1036 h 6900230"/>
              <a:gd name="connsiteX0" fmla="*/ 2295127 w 5336735"/>
              <a:gd name="connsiteY0" fmla="*/ 4601036 h 6900230"/>
              <a:gd name="connsiteX1" fmla="*/ 2298943 w 5336735"/>
              <a:gd name="connsiteY1" fmla="*/ 71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1036 h 6900230"/>
              <a:gd name="connsiteX0" fmla="*/ 2295127 w 5336735"/>
              <a:gd name="connsiteY0" fmla="*/ 4601036 h 6900230"/>
              <a:gd name="connsiteX1" fmla="*/ 2308570 w 5336735"/>
              <a:gd name="connsiteY1" fmla="*/ 10389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1036 h 6900230"/>
              <a:gd name="connsiteX0" fmla="*/ 2295127 w 5336735"/>
              <a:gd name="connsiteY0" fmla="*/ 4590647 h 6889841"/>
              <a:gd name="connsiteX1" fmla="*/ 2308570 w 5336735"/>
              <a:gd name="connsiteY1" fmla="*/ 0 h 6889841"/>
              <a:gd name="connsiteX2" fmla="*/ 5335503 w 5336735"/>
              <a:gd name="connsiteY2" fmla="*/ 134694 h 6889841"/>
              <a:gd name="connsiteX3" fmla="*/ 5335049 w 5336735"/>
              <a:gd name="connsiteY3" fmla="*/ 6886800 h 6889841"/>
              <a:gd name="connsiteX4" fmla="*/ 0 w 5336735"/>
              <a:gd name="connsiteY4" fmla="*/ 6889841 h 6889841"/>
              <a:gd name="connsiteX5" fmla="*/ 6208 w 5336735"/>
              <a:gd name="connsiteY5" fmla="*/ 4585677 h 6889841"/>
              <a:gd name="connsiteX6" fmla="*/ 2295127 w 5336735"/>
              <a:gd name="connsiteY6" fmla="*/ 4590647 h 6889841"/>
              <a:gd name="connsiteX0" fmla="*/ 2295127 w 5336735"/>
              <a:gd name="connsiteY0" fmla="*/ 4601036 h 6900230"/>
              <a:gd name="connsiteX1" fmla="*/ 2308570 w 5336735"/>
              <a:gd name="connsiteY1" fmla="*/ 10389 h 6900230"/>
              <a:gd name="connsiteX2" fmla="*/ 5335504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1036 h 6900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36735" h="6900230">
                <a:moveTo>
                  <a:pt x="2295127" y="4601036"/>
                </a:moveTo>
                <a:cubicBezTo>
                  <a:pt x="2293189" y="3071461"/>
                  <a:pt x="2310508" y="1539964"/>
                  <a:pt x="2308570" y="10389"/>
                </a:cubicBezTo>
                <a:lnTo>
                  <a:pt x="5335504" y="0"/>
                </a:lnTo>
                <a:cubicBezTo>
                  <a:pt x="5329849" y="1146717"/>
                  <a:pt x="5340704" y="5750472"/>
                  <a:pt x="5335049" y="6897189"/>
                </a:cubicBezTo>
                <a:lnTo>
                  <a:pt x="0" y="6900230"/>
                </a:lnTo>
                <a:cubicBezTo>
                  <a:pt x="2069" y="6132175"/>
                  <a:pt x="4139" y="5364121"/>
                  <a:pt x="6208" y="4596066"/>
                </a:cubicBezTo>
                <a:lnTo>
                  <a:pt x="2295127" y="4601036"/>
                </a:lnTo>
                <a:close/>
              </a:path>
            </a:pathLst>
          </a:custGeom>
        </p:spPr>
        <p:txBody>
          <a:bodyPr>
            <a:noAutofit/>
          </a:bodyPr>
          <a:lstStyle>
            <a:lvl1pPr marL="0" indent="0" algn="l">
              <a:buNone/>
              <a:defRPr sz="1800" b="0" i="0">
                <a:noFill/>
                <a:latin typeface="Sora Light" pitchFamily="2" charset="0"/>
                <a:cs typeface="Sora Light" pitchFamily="2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Bildplatzhalter 10">
            <a:extLst>
              <a:ext uri="{FF2B5EF4-FFF2-40B4-BE49-F238E27FC236}">
                <a16:creationId xmlns:a16="http://schemas.microsoft.com/office/drawing/2014/main" id="{B903473E-E938-DD4C-8CD9-165B9909F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292259" y="4857000"/>
            <a:ext cx="3078705" cy="15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48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6" userDrawn="1">
          <p15:clr>
            <a:srgbClr val="FBAE40"/>
          </p15:clr>
        </p15:guide>
        <p15:guide id="2" pos="5768" userDrawn="1">
          <p15:clr>
            <a:srgbClr val="FBAE40"/>
          </p15:clr>
        </p15:guide>
        <p15:guide id="3" pos="431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Inhaltsplatzhalter 3">
            <a:extLst>
              <a:ext uri="{FF2B5EF4-FFF2-40B4-BE49-F238E27FC236}">
                <a16:creationId xmlns:a16="http://schemas.microsoft.com/office/drawing/2014/main" id="{2E50851B-403E-C749-A02A-7FA2283965D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-551" y="13493"/>
            <a:ext cx="3811561" cy="6839891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Source Sans Pro" panose="020B0503030403020204" pitchFamily="34" charset="77"/>
              </a:defRPr>
            </a:lvl2pPr>
            <a:lvl3pPr marL="914400" indent="0">
              <a:buNone/>
              <a:defRPr sz="1600">
                <a:latin typeface="Source Sans Pro" panose="020B0503030403020204" pitchFamily="34" charset="77"/>
              </a:defRPr>
            </a:lvl3pPr>
            <a:lvl4pPr marL="1371600" indent="0">
              <a:buNone/>
              <a:defRPr sz="1600">
                <a:latin typeface="Source Sans Pro" panose="020B0503030403020204" pitchFamily="34" charset="77"/>
              </a:defRPr>
            </a:lvl4pPr>
            <a:lvl5pPr marL="1828800" indent="0">
              <a:buNone/>
              <a:defRPr sz="1600"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itel 1">
            <a:extLst>
              <a:ext uri="{FF2B5EF4-FFF2-40B4-BE49-F238E27FC236}">
                <a16:creationId xmlns:a16="http://schemas.microsoft.com/office/drawing/2014/main" id="{0283A50F-195A-A94C-BBE2-7AAF02F1670F}"/>
              </a:ext>
            </a:extLst>
          </p:cNvPr>
          <p:cNvSpPr txBox="1">
            <a:spLocks/>
          </p:cNvSpPr>
          <p:nvPr userDrawn="1"/>
        </p:nvSpPr>
        <p:spPr>
          <a:xfrm>
            <a:off x="1543241" y="1222188"/>
            <a:ext cx="4699520" cy="3348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200" b="0" i="0" kern="1200" spc="60" baseline="0">
                <a:solidFill>
                  <a:schemeClr val="tx1"/>
                </a:solidFill>
                <a:latin typeface="Sora Light" pitchFamily="2" charset="0"/>
                <a:ea typeface="+mj-ea"/>
                <a:cs typeface="Sora Light" pitchFamily="2" charset="0"/>
              </a:defRPr>
            </a:lvl1pPr>
          </a:lstStyle>
          <a:p>
            <a:endParaRPr lang="de-DE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94E19F8-6CCE-FD40-A910-7D2E22167170}"/>
              </a:ext>
            </a:extLst>
          </p:cNvPr>
          <p:cNvSpPr/>
          <p:nvPr userDrawn="1"/>
        </p:nvSpPr>
        <p:spPr>
          <a:xfrm>
            <a:off x="6185799" y="2953413"/>
            <a:ext cx="1650274" cy="3054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8EDB45C-06E3-F341-A580-69B76D177A2D}"/>
              </a:ext>
            </a:extLst>
          </p:cNvPr>
          <p:cNvSpPr/>
          <p:nvPr userDrawn="1"/>
        </p:nvSpPr>
        <p:spPr>
          <a:xfrm>
            <a:off x="3829560" y="867909"/>
            <a:ext cx="383796" cy="378362"/>
          </a:xfrm>
          <a:prstGeom prst="rect">
            <a:avLst/>
          </a:prstGeom>
          <a:solidFill>
            <a:srgbClr val="271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47F16557-9BCA-8A49-8ED3-3B7A012AD69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1911" y="0"/>
            <a:ext cx="722205" cy="1246268"/>
          </a:xfrm>
          <a:solidFill>
            <a:srgbClr val="2862FA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CBC7C988-BEEE-9647-8169-C69880E1F0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9094" y="861971"/>
            <a:ext cx="390162" cy="756720"/>
          </a:xfrm>
          <a:solidFill>
            <a:srgbClr val="FF3E4F">
              <a:alpha val="50000"/>
            </a:srgb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A86EAFCF-A086-E14E-BBE6-32DA63483F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04841" y="1240448"/>
            <a:ext cx="383796" cy="378362"/>
          </a:xfrm>
          <a:solidFill>
            <a:srgbClr val="FF3E4F"/>
          </a:solidFill>
        </p:spPr>
        <p:txBody>
          <a:bodyPr>
            <a:no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38" name="Textplatzhalter 17">
            <a:extLst>
              <a:ext uri="{FF2B5EF4-FFF2-40B4-BE49-F238E27FC236}">
                <a16:creationId xmlns:a16="http://schemas.microsoft.com/office/drawing/2014/main" id="{FB81114C-DB45-B044-97EA-4885B868216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04841" y="861971"/>
            <a:ext cx="383796" cy="378362"/>
          </a:xfrm>
          <a:solidFill>
            <a:srgbClr val="27164B"/>
          </a:solidFill>
        </p:spPr>
        <p:txBody>
          <a:bodyPr>
            <a:no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39" name="Inhaltsplatzhalter 8">
            <a:extLst>
              <a:ext uri="{FF2B5EF4-FFF2-40B4-BE49-F238E27FC236}">
                <a16:creationId xmlns:a16="http://schemas.microsoft.com/office/drawing/2014/main" id="{76E6B588-D214-0945-A7C6-FCF46EE95EC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366092" y="1548164"/>
            <a:ext cx="7391719" cy="447342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41" name="Inhaltsplatzhalter 8">
            <a:extLst>
              <a:ext uri="{FF2B5EF4-FFF2-40B4-BE49-F238E27FC236}">
                <a16:creationId xmlns:a16="http://schemas.microsoft.com/office/drawing/2014/main" id="{AEBF9B3B-3040-3142-A832-A90CF755F837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0185058" y="340784"/>
            <a:ext cx="1204913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THEMA DER FOLIE</a:t>
            </a:r>
          </a:p>
        </p:txBody>
      </p:sp>
      <p:pic>
        <p:nvPicPr>
          <p:cNvPr id="43" name="Grafik 42">
            <a:extLst>
              <a:ext uri="{FF2B5EF4-FFF2-40B4-BE49-F238E27FC236}">
                <a16:creationId xmlns:a16="http://schemas.microsoft.com/office/drawing/2014/main" id="{5B79B535-3595-0949-A5E3-01A65009AA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518" y="225117"/>
            <a:ext cx="256293" cy="256293"/>
          </a:xfrm>
          <a:prstGeom prst="rect">
            <a:avLst/>
          </a:prstGeom>
        </p:spPr>
      </p:pic>
      <p:sp>
        <p:nvSpPr>
          <p:cNvPr id="44" name="Tabellenplatzhalter 2">
            <a:extLst>
              <a:ext uri="{FF2B5EF4-FFF2-40B4-BE49-F238E27FC236}">
                <a16:creationId xmlns:a16="http://schemas.microsoft.com/office/drawing/2014/main" id="{3A00E332-B880-3444-946E-E3AFCE072C2C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4403725" y="2321482"/>
            <a:ext cx="7324524" cy="3826408"/>
          </a:xfrm>
          <a:noFill/>
        </p:spPr>
        <p:txBody>
          <a:bodyPr>
            <a:normAutofit/>
          </a:bodyPr>
          <a:lstStyle>
            <a:lvl1pPr marL="0" indent="0">
              <a:buFont typeface="Symbol" panose="05050102010706020507" pitchFamily="18" charset="2"/>
              <a:buNone/>
              <a:defRPr sz="1500" baseline="0"/>
            </a:lvl1pPr>
          </a:lstStyle>
          <a:p>
            <a:r>
              <a:rPr lang="de-DE"/>
              <a:t>Tabelle mit Agenda</a:t>
            </a:r>
          </a:p>
        </p:txBody>
      </p:sp>
    </p:spTree>
    <p:extLst>
      <p:ext uri="{BB962C8B-B14F-4D97-AF65-F5344CB8AC3E}">
        <p14:creationId xmlns:p14="http://schemas.microsoft.com/office/powerpoint/2010/main" val="475315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57" userDrawn="1">
          <p15:clr>
            <a:srgbClr val="FBAE40"/>
          </p15:clr>
        </p15:guide>
        <p15:guide id="2" pos="2774" userDrawn="1">
          <p15:clr>
            <a:srgbClr val="FBAE40"/>
          </p15:clr>
        </p15:guide>
        <p15:guide id="3" pos="238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rlesungsseite 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ußzeilenplatzhalter 4">
            <a:extLst>
              <a:ext uri="{FF2B5EF4-FFF2-40B4-BE49-F238E27FC236}">
                <a16:creationId xmlns:a16="http://schemas.microsoft.com/office/drawing/2014/main" id="{3AD00700-2436-9D46-BDB1-0048D99A0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Autor | Fach | Datum | Semester</a:t>
            </a:r>
          </a:p>
        </p:txBody>
      </p:sp>
      <p:sp>
        <p:nvSpPr>
          <p:cNvPr id="29" name="Foliennummernplatzhalter 5">
            <a:extLst>
              <a:ext uri="{FF2B5EF4-FFF2-40B4-BE49-F238E27FC236}">
                <a16:creationId xmlns:a16="http://schemas.microsoft.com/office/drawing/2014/main" id="{F0AE71D6-E29A-DC49-A33E-55D01B46F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696" y="6422599"/>
            <a:ext cx="452907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0" name="Inhaltsplatzhalter 5">
            <a:extLst>
              <a:ext uri="{FF2B5EF4-FFF2-40B4-BE49-F238E27FC236}">
                <a16:creationId xmlns:a16="http://schemas.microsoft.com/office/drawing/2014/main" id="{F3D54DCF-EBB9-FA47-A3F3-291109AD049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*Quellenangabe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1FAA89ED-53D1-5E45-A4B8-D02DB2090E3C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6390" y="340784"/>
            <a:ext cx="1165823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THEMA DER FOLIE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1FBC7D2-B62A-CB4C-B1D3-E2AEC4CD36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518" y="225117"/>
            <a:ext cx="256293" cy="256293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561422" y="6056140"/>
            <a:ext cx="559752" cy="564668"/>
          </a:xfrm>
          <a:prstGeom prst="rect">
            <a:avLst/>
          </a:prstGeom>
        </p:spPr>
      </p:pic>
      <p:sp>
        <p:nvSpPr>
          <p:cNvPr id="15" name="Titelplatzhalter 1">
            <a:extLst>
              <a:ext uri="{FF2B5EF4-FFF2-40B4-BE49-F238E27FC236}">
                <a16:creationId xmlns:a16="http://schemas.microsoft.com/office/drawing/2014/main" id="{0416F3C0-86A4-3948-9B34-47AA8B30F6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400" y="182473"/>
            <a:ext cx="8040168" cy="723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lang="de-DE"/>
              <a:t>Hier steht eine Überschrift</a:t>
            </a:r>
            <a:br>
              <a:rPr lang="de-DE"/>
            </a:br>
            <a:r>
              <a:rPr lang="de-DE"/>
              <a:t>mit 1-2 Zeilen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6" hasCustomPrompt="1"/>
          </p:nvPr>
        </p:nvSpPr>
        <p:spPr>
          <a:xfrm>
            <a:off x="1675880" y="784868"/>
            <a:ext cx="8040688" cy="366479"/>
          </a:xfrm>
        </p:spPr>
        <p:txBody>
          <a:bodyPr anchor="b"/>
          <a:lstStyle>
            <a:lvl1pPr marL="0" indent="0">
              <a:buNone/>
              <a:defRPr baseline="0"/>
            </a:lvl1pPr>
          </a:lstStyle>
          <a:p>
            <a:pPr lvl="0"/>
            <a:r>
              <a:rPr lang="de-DE"/>
              <a:t>Hier steht eine Unterüberschrift</a:t>
            </a:r>
          </a:p>
        </p:txBody>
      </p: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549" y="225117"/>
            <a:ext cx="858756" cy="53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879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7401" userDrawn="1">
          <p15:clr>
            <a:srgbClr val="FBAE40"/>
          </p15:clr>
        </p15:guide>
        <p15:guide id="3" orient="horz" pos="142" userDrawn="1">
          <p15:clr>
            <a:srgbClr val="FBAE40"/>
          </p15:clr>
        </p15:guide>
        <p15:guide id="4" pos="574" userDrawn="1">
          <p15:clr>
            <a:srgbClr val="FBAE40"/>
          </p15:clr>
        </p15:guide>
        <p15:guide id="5" pos="111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rlesungsseite nur Überschrif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ußzeilenplatzhalter 4">
            <a:extLst>
              <a:ext uri="{FF2B5EF4-FFF2-40B4-BE49-F238E27FC236}">
                <a16:creationId xmlns:a16="http://schemas.microsoft.com/office/drawing/2014/main" id="{3AD00700-2436-9D46-BDB1-0048D99A0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Autor | Fach | Datum | Semester</a:t>
            </a:r>
          </a:p>
        </p:txBody>
      </p:sp>
      <p:sp>
        <p:nvSpPr>
          <p:cNvPr id="29" name="Foliennummernplatzhalter 5">
            <a:extLst>
              <a:ext uri="{FF2B5EF4-FFF2-40B4-BE49-F238E27FC236}">
                <a16:creationId xmlns:a16="http://schemas.microsoft.com/office/drawing/2014/main" id="{F0AE71D6-E29A-DC49-A33E-55D01B46F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696" y="6422599"/>
            <a:ext cx="452907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0" name="Inhaltsplatzhalter 5">
            <a:extLst>
              <a:ext uri="{FF2B5EF4-FFF2-40B4-BE49-F238E27FC236}">
                <a16:creationId xmlns:a16="http://schemas.microsoft.com/office/drawing/2014/main" id="{F3D54DCF-EBB9-FA47-A3F3-291109AD049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*Quellenangabe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1FAA89ED-53D1-5E45-A4B8-D02DB2090E3C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6390" y="340784"/>
            <a:ext cx="1165823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THEMA DER FOLIE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1FBC7D2-B62A-CB4C-B1D3-E2AEC4CD36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518" y="225117"/>
            <a:ext cx="256293" cy="256293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561422" y="6056140"/>
            <a:ext cx="559752" cy="564668"/>
          </a:xfrm>
          <a:prstGeom prst="rect">
            <a:avLst/>
          </a:prstGeom>
        </p:spPr>
      </p:pic>
      <p:sp>
        <p:nvSpPr>
          <p:cNvPr id="15" name="Titelplatzhalter 1">
            <a:extLst>
              <a:ext uri="{FF2B5EF4-FFF2-40B4-BE49-F238E27FC236}">
                <a16:creationId xmlns:a16="http://schemas.microsoft.com/office/drawing/2014/main" id="{0416F3C0-86A4-3948-9B34-47AA8B30F6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400" y="182473"/>
            <a:ext cx="8040168" cy="723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lang="de-DE"/>
              <a:t>Hier steht eine Überschrift</a:t>
            </a:r>
            <a:br>
              <a:rPr lang="de-DE"/>
            </a:br>
            <a:r>
              <a:rPr lang="de-DE"/>
              <a:t>mit 1-2 Zeilen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6" hasCustomPrompt="1"/>
          </p:nvPr>
        </p:nvSpPr>
        <p:spPr>
          <a:xfrm>
            <a:off x="1675880" y="784868"/>
            <a:ext cx="8040688" cy="366479"/>
          </a:xfrm>
        </p:spPr>
        <p:txBody>
          <a:bodyPr anchor="b"/>
          <a:lstStyle>
            <a:lvl1pPr marL="0" indent="0">
              <a:buNone/>
              <a:defRPr baseline="0"/>
            </a:lvl1pPr>
          </a:lstStyle>
          <a:p>
            <a:pPr lvl="0"/>
            <a:r>
              <a:rPr lang="de-DE"/>
              <a:t>Hier steht eine Unterüberschrift</a:t>
            </a:r>
          </a:p>
        </p:txBody>
      </p: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549" y="225117"/>
            <a:ext cx="858756" cy="536723"/>
          </a:xfrm>
          <a:prstGeom prst="rect">
            <a:avLst/>
          </a:prstGeom>
        </p:spPr>
      </p:pic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2DC125E4-C573-774D-BCD0-49311644354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88156" y="1413577"/>
            <a:ext cx="7928411" cy="4255805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Source Sans Pro" panose="020B0503030403020204" pitchFamily="34" charset="77"/>
              </a:defRPr>
            </a:lvl2pPr>
            <a:lvl3pPr marL="914400" indent="0">
              <a:buNone/>
              <a:defRPr sz="1600">
                <a:latin typeface="Source Sans Pro" panose="020B0503030403020204" pitchFamily="34" charset="77"/>
              </a:defRPr>
            </a:lvl3pPr>
            <a:lvl4pPr marL="1371600" indent="0">
              <a:buNone/>
              <a:defRPr sz="1600">
                <a:latin typeface="Source Sans Pro" panose="020B0503030403020204" pitchFamily="34" charset="77"/>
              </a:defRPr>
            </a:lvl4pPr>
            <a:lvl5pPr marL="1828800" indent="0">
              <a:buNone/>
              <a:defRPr sz="1600"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5971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>
          <p15:clr>
            <a:srgbClr val="FBAE40"/>
          </p15:clr>
        </p15:guide>
        <p15:guide id="2" pos="7401">
          <p15:clr>
            <a:srgbClr val="FBAE40"/>
          </p15:clr>
        </p15:guide>
        <p15:guide id="3" orient="horz" pos="142">
          <p15:clr>
            <a:srgbClr val="FBAE40"/>
          </p15:clr>
        </p15:guide>
        <p15:guide id="4" pos="574">
          <p15:clr>
            <a:srgbClr val="FBAE40"/>
          </p15:clr>
        </p15:guide>
        <p15:guide id="5" pos="111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 / Aufzählung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3">
            <a:extLst>
              <a:ext uri="{FF2B5EF4-FFF2-40B4-BE49-F238E27FC236}">
                <a16:creationId xmlns:a16="http://schemas.microsoft.com/office/drawing/2014/main" id="{9FE0B974-53B1-B64B-ABF5-B8B8D78379A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16479" y="11875"/>
            <a:ext cx="4575521" cy="6839891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Source Sans Pro" panose="020B0503030403020204" pitchFamily="34" charset="77"/>
              </a:defRPr>
            </a:lvl2pPr>
            <a:lvl3pPr marL="914400" indent="0">
              <a:buNone/>
              <a:defRPr sz="1600">
                <a:latin typeface="Source Sans Pro" panose="020B0503030403020204" pitchFamily="34" charset="77"/>
              </a:defRPr>
            </a:lvl3pPr>
            <a:lvl4pPr marL="1371600" indent="0">
              <a:buNone/>
              <a:defRPr sz="1600">
                <a:latin typeface="Source Sans Pro" panose="020B0503030403020204" pitchFamily="34" charset="77"/>
              </a:defRPr>
            </a:lvl4pPr>
            <a:lvl5pPr marL="1828800" indent="0">
              <a:buNone/>
              <a:defRPr sz="1600"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Fußzeilenplatzhalter 4">
            <a:extLst>
              <a:ext uri="{FF2B5EF4-FFF2-40B4-BE49-F238E27FC236}">
                <a16:creationId xmlns:a16="http://schemas.microsoft.com/office/drawing/2014/main" id="{EC0E6377-F81B-2A4E-B17C-2EE8EEE173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Autor | Fach | Datum | Semester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C9C5EDA-DECB-6B42-BCA2-9CDA679DBD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11979" y="6091154"/>
            <a:ext cx="771525" cy="757469"/>
          </a:xfrm>
          <a:solidFill>
            <a:srgbClr val="2862FA">
              <a:alpha val="56000"/>
            </a:srgb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1D9ED83-BC93-CB47-AEA5-BC0614309F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48738" y="6093650"/>
            <a:ext cx="766762" cy="752475"/>
          </a:xfrm>
          <a:solidFill>
            <a:srgbClr val="2862FA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7" name="Inhaltsplatzhalter 5">
            <a:extLst>
              <a:ext uri="{FF2B5EF4-FFF2-40B4-BE49-F238E27FC236}">
                <a16:creationId xmlns:a16="http://schemas.microsoft.com/office/drawing/2014/main" id="{903A7139-BDE2-554B-B6FC-05DCA7555D2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74336" y="6184857"/>
            <a:ext cx="1779419" cy="179368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*Quellenangabe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CA060C0F-B152-6B4D-AE4E-3B6BED8A614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60576" y="1146241"/>
            <a:ext cx="5549914" cy="1082941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/>
              <a:t>Hier steht eine</a:t>
            </a:r>
            <a:br>
              <a:rPr lang="de-DE"/>
            </a:br>
            <a:r>
              <a:rPr lang="de-DE"/>
              <a:t>Überschrift</a:t>
            </a:r>
          </a:p>
        </p:txBody>
      </p:sp>
      <p:sp>
        <p:nvSpPr>
          <p:cNvPr id="14" name="Inhaltsplatzhalter 8">
            <a:extLst>
              <a:ext uri="{FF2B5EF4-FFF2-40B4-BE49-F238E27FC236}">
                <a16:creationId xmlns:a16="http://schemas.microsoft.com/office/drawing/2014/main" id="{897CF64C-58AB-7B4B-8A29-C5D732F931D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501928" y="2566988"/>
            <a:ext cx="5808561" cy="2772655"/>
          </a:xfrm>
        </p:spPr>
        <p:txBody>
          <a:bodyPr>
            <a:noAutofit/>
          </a:bodyPr>
          <a:lstStyle>
            <a:lvl1pPr marL="285750" indent="-285750" algn="l">
              <a:lnSpc>
                <a:spcPct val="9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r>
              <a:rPr lang="de-DE" err="1"/>
              <a:t>Bulletpoint</a:t>
            </a:r>
            <a:endParaRPr lang="de-DE"/>
          </a:p>
          <a:p>
            <a:r>
              <a:rPr lang="de-DE" err="1"/>
              <a:t>Bulletpoint</a:t>
            </a:r>
            <a:endParaRPr lang="de-DE"/>
          </a:p>
          <a:p>
            <a:r>
              <a:rPr lang="de-DE" err="1"/>
              <a:t>Bulletpoint</a:t>
            </a:r>
            <a:endParaRPr lang="de-DE"/>
          </a:p>
          <a:p>
            <a:r>
              <a:rPr lang="de-DE" err="1"/>
              <a:t>Bulletpoint</a:t>
            </a:r>
            <a:endParaRPr lang="de-DE"/>
          </a:p>
        </p:txBody>
      </p:sp>
      <p:sp>
        <p:nvSpPr>
          <p:cNvPr id="11" name="Inhaltsplatzhalter 8">
            <a:extLst>
              <a:ext uri="{FF2B5EF4-FFF2-40B4-BE49-F238E27FC236}">
                <a16:creationId xmlns:a16="http://schemas.microsoft.com/office/drawing/2014/main" id="{196DE315-F78E-6944-8E11-1E4711473C91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5639245" y="359072"/>
            <a:ext cx="1133476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THEMA DER FOLIE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06174F17-9F4C-B14F-82A4-AEBF5A8310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56950" y="225117"/>
            <a:ext cx="256293" cy="256293"/>
          </a:xfrm>
          <a:prstGeom prst="rect">
            <a:avLst/>
          </a:prstGeom>
        </p:spPr>
      </p:pic>
      <p:sp>
        <p:nvSpPr>
          <p:cNvPr id="20" name="Foliennummernplatzhalter 5">
            <a:extLst>
              <a:ext uri="{FF2B5EF4-FFF2-40B4-BE49-F238E27FC236}">
                <a16:creationId xmlns:a16="http://schemas.microsoft.com/office/drawing/2014/main" id="{99C06FC0-938B-0A43-8539-DFAD9085A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24666" y="6422599"/>
            <a:ext cx="419314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4620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  <p15:guide id="2" pos="302" userDrawn="1">
          <p15:clr>
            <a:srgbClr val="FBAE40"/>
          </p15:clr>
        </p15:guide>
        <p15:guide id="3" pos="4793" userDrawn="1">
          <p15:clr>
            <a:srgbClr val="FBAE40"/>
          </p15:clr>
        </p15:guide>
        <p15:guide id="4" pos="4543" userDrawn="1">
          <p15:clr>
            <a:srgbClr val="FBAE40"/>
          </p15:clr>
        </p15:guide>
        <p15:guide id="5" pos="55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eite mit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DC125E4-C573-774D-BCD0-49311644354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73953" y="1589518"/>
            <a:ext cx="4930028" cy="4255805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Source Sans Pro" panose="020B0503030403020204" pitchFamily="34" charset="77"/>
              </a:defRPr>
            </a:lvl2pPr>
            <a:lvl3pPr marL="914400" indent="0">
              <a:buNone/>
              <a:defRPr sz="1600">
                <a:latin typeface="Source Sans Pro" panose="020B0503030403020204" pitchFamily="34" charset="77"/>
              </a:defRPr>
            </a:lvl3pPr>
            <a:lvl4pPr marL="1371600" indent="0">
              <a:buNone/>
              <a:defRPr sz="1600">
                <a:latin typeface="Source Sans Pro" panose="020B0503030403020204" pitchFamily="34" charset="77"/>
              </a:defRPr>
            </a:lvl4pPr>
            <a:lvl5pPr marL="1828800" indent="0">
              <a:buNone/>
              <a:defRPr sz="1600"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698EC1E2-1652-C943-BA94-7BFA3981A3E1}"/>
              </a:ext>
            </a:extLst>
          </p:cNvPr>
          <p:cNvSpPr/>
          <p:nvPr userDrawn="1"/>
        </p:nvSpPr>
        <p:spPr>
          <a:xfrm>
            <a:off x="788019" y="0"/>
            <a:ext cx="754062" cy="2317537"/>
          </a:xfrm>
          <a:prstGeom prst="rect">
            <a:avLst/>
          </a:prstGeom>
          <a:solidFill>
            <a:srgbClr val="FECE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Fußzeilenplatzhalter 4">
            <a:extLst>
              <a:ext uri="{FF2B5EF4-FFF2-40B4-BE49-F238E27FC236}">
                <a16:creationId xmlns:a16="http://schemas.microsoft.com/office/drawing/2014/main" id="{CD47D0D2-C858-CF46-8B21-DC7BE9E388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Autor | Fach | Datum | Semester</a:t>
            </a:r>
          </a:p>
        </p:txBody>
      </p:sp>
      <p:sp>
        <p:nvSpPr>
          <p:cNvPr id="27" name="Foliennummernplatzhalter 5">
            <a:extLst>
              <a:ext uri="{FF2B5EF4-FFF2-40B4-BE49-F238E27FC236}">
                <a16:creationId xmlns:a16="http://schemas.microsoft.com/office/drawing/2014/main" id="{99C06FC0-938B-0A43-8539-DFAD9085A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7290" y="6422599"/>
            <a:ext cx="419314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8" name="Inhaltsplatzhalter 5">
            <a:extLst>
              <a:ext uri="{FF2B5EF4-FFF2-40B4-BE49-F238E27FC236}">
                <a16:creationId xmlns:a16="http://schemas.microsoft.com/office/drawing/2014/main" id="{570E31F5-2D32-E544-9439-8EDF71BEA8E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*Quellenangabe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E6ABD1F-0023-B24B-8995-C6C0BDC3F0A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7399" y="0"/>
            <a:ext cx="754061" cy="2317750"/>
          </a:xfrm>
          <a:solidFill>
            <a:srgbClr val="FECE02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4" name="Inhaltsplatzhalter 8">
            <a:extLst>
              <a:ext uri="{FF2B5EF4-FFF2-40B4-BE49-F238E27FC236}">
                <a16:creationId xmlns:a16="http://schemas.microsoft.com/office/drawing/2014/main" id="{196DE315-F78E-6944-8E11-1E4711473C9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3813" y="340784"/>
            <a:ext cx="1133476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THEMA DER FOLIE</a:t>
            </a:r>
          </a:p>
        </p:txBody>
      </p:sp>
      <p:sp>
        <p:nvSpPr>
          <p:cNvPr id="16" name="Inhaltsplatzhalter 8">
            <a:extLst>
              <a:ext uri="{FF2B5EF4-FFF2-40B4-BE49-F238E27FC236}">
                <a16:creationId xmlns:a16="http://schemas.microsoft.com/office/drawing/2014/main" id="{7E4E0D5B-8738-A449-ABBD-03C33744561C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1837391" y="1012677"/>
            <a:ext cx="3693613" cy="1037536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/>
              <a:t>Hier steht eine</a:t>
            </a:r>
            <a:br>
              <a:rPr lang="de-DE"/>
            </a:br>
            <a:r>
              <a:rPr lang="de-DE"/>
              <a:t>Überschrift</a:t>
            </a:r>
          </a:p>
        </p:txBody>
      </p:sp>
      <p:sp>
        <p:nvSpPr>
          <p:cNvPr id="17" name="Inhaltsplatzhalter 8">
            <a:extLst>
              <a:ext uri="{FF2B5EF4-FFF2-40B4-BE49-F238E27FC236}">
                <a16:creationId xmlns:a16="http://schemas.microsoft.com/office/drawing/2014/main" id="{6A158C27-05E2-E644-8AB6-72C4E8A196D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837391" y="2242461"/>
            <a:ext cx="3500820" cy="3602861"/>
          </a:xfrm>
        </p:spPr>
        <p:txBody>
          <a:bodyPr>
            <a:noAutofit/>
          </a:bodyPr>
          <a:lstStyle>
            <a:lvl1pPr marL="285750" indent="-285750" algn="l">
              <a:lnSpc>
                <a:spcPct val="11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/>
              <a:t>Hier steht ein Text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06174F17-9F4C-B14F-82A4-AEBF5A8310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518" y="225117"/>
            <a:ext cx="256293" cy="25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953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  <p15:guide id="2" pos="7401" userDrawn="1">
          <p15:clr>
            <a:srgbClr val="FBAE40"/>
          </p15:clr>
        </p15:guide>
        <p15:guide id="3" orient="horz" pos="1003" userDrawn="1">
          <p15:clr>
            <a:srgbClr val="FBAE40"/>
          </p15:clr>
        </p15:guide>
        <p15:guide id="4" orient="horz" pos="3680" userDrawn="1">
          <p15:clr>
            <a:srgbClr val="FBAE40"/>
          </p15:clr>
        </p15:guide>
        <p15:guide id="5" pos="4067" userDrawn="1">
          <p15:clr>
            <a:srgbClr val="FBAE40"/>
          </p15:clr>
        </p15:guide>
        <p15:guide id="6" pos="7197" userDrawn="1">
          <p15:clr>
            <a:srgbClr val="FBAE40"/>
          </p15:clr>
        </p15:guide>
        <p15:guide id="7" pos="1209" userDrawn="1">
          <p15:clr>
            <a:srgbClr val="FBAE40"/>
          </p15:clr>
        </p15:guide>
        <p15:guide id="8" pos="3364" userDrawn="1">
          <p15:clr>
            <a:srgbClr val="FBAE40"/>
          </p15:clr>
        </p15:guide>
        <p15:guide id="9" orient="horz" pos="141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eite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nhaltsplatzhalter 3">
            <a:extLst>
              <a:ext uri="{FF2B5EF4-FFF2-40B4-BE49-F238E27FC236}">
                <a16:creationId xmlns:a16="http://schemas.microsoft.com/office/drawing/2014/main" id="{A5B84731-564C-4E40-8C85-80BE04DF4E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72884" y="740455"/>
            <a:ext cx="3825569" cy="5379545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Source Sans Pro" panose="020B0503030403020204" pitchFamily="34" charset="77"/>
              </a:defRPr>
            </a:lvl2pPr>
            <a:lvl3pPr marL="914400" indent="0">
              <a:buNone/>
              <a:defRPr sz="1600">
                <a:latin typeface="Source Sans Pro" panose="020B0503030403020204" pitchFamily="34" charset="77"/>
              </a:defRPr>
            </a:lvl3pPr>
            <a:lvl4pPr marL="1371600" indent="0">
              <a:buNone/>
              <a:defRPr sz="1600">
                <a:latin typeface="Source Sans Pro" panose="020B0503030403020204" pitchFamily="34" charset="77"/>
              </a:defRPr>
            </a:lvl4pPr>
            <a:lvl5pPr marL="1828800" indent="0">
              <a:buNone/>
              <a:defRPr sz="1600"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4F4D74E-6E4B-6343-8017-37C114F69B64}"/>
              </a:ext>
            </a:extLst>
          </p:cNvPr>
          <p:cNvGrpSpPr/>
          <p:nvPr userDrawn="1"/>
        </p:nvGrpSpPr>
        <p:grpSpPr>
          <a:xfrm rot="5400000">
            <a:off x="3817172" y="343924"/>
            <a:ext cx="1167409" cy="1175159"/>
            <a:chOff x="6885332" y="3079760"/>
            <a:chExt cx="2293710" cy="2308937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719DEC32-D4FD-BB40-9C2D-BBF02AF1E9CF}"/>
                </a:ext>
              </a:extLst>
            </p:cNvPr>
            <p:cNvSpPr/>
            <p:nvPr userDrawn="1"/>
          </p:nvSpPr>
          <p:spPr>
            <a:xfrm>
              <a:off x="6885332" y="3079760"/>
              <a:ext cx="1507766" cy="1527052"/>
            </a:xfrm>
            <a:prstGeom prst="rect">
              <a:avLst/>
            </a:prstGeom>
            <a:solidFill>
              <a:srgbClr val="0BDA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3DBB9271-0C4C-A24A-A1FC-FA028FCA8451}"/>
                </a:ext>
              </a:extLst>
            </p:cNvPr>
            <p:cNvSpPr/>
            <p:nvPr userDrawn="1"/>
          </p:nvSpPr>
          <p:spPr>
            <a:xfrm>
              <a:off x="7641266" y="3861649"/>
              <a:ext cx="1537776" cy="1527048"/>
            </a:xfrm>
            <a:prstGeom prst="rect">
              <a:avLst/>
            </a:prstGeom>
            <a:solidFill>
              <a:srgbClr val="2862FA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D9394B7C-941F-FD41-9073-E47435DEC0FE}"/>
                </a:ext>
              </a:extLst>
            </p:cNvPr>
            <p:cNvSpPr/>
            <p:nvPr userDrawn="1"/>
          </p:nvSpPr>
          <p:spPr>
            <a:xfrm>
              <a:off x="7641655" y="3850738"/>
              <a:ext cx="756840" cy="765485"/>
            </a:xfrm>
            <a:prstGeom prst="rect">
              <a:avLst/>
            </a:prstGeom>
            <a:solidFill>
              <a:srgbClr val="0353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0" name="Fußzeilenplatzhalter 4">
            <a:extLst>
              <a:ext uri="{FF2B5EF4-FFF2-40B4-BE49-F238E27FC236}">
                <a16:creationId xmlns:a16="http://schemas.microsoft.com/office/drawing/2014/main" id="{E06F95A6-BE5D-314A-B6AF-DC496CF0BC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2884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Autor | Fach | Datum | Semester</a:t>
            </a:r>
          </a:p>
        </p:txBody>
      </p:sp>
      <p:sp>
        <p:nvSpPr>
          <p:cNvPr id="31" name="Foliennummernplatzhalter 5">
            <a:extLst>
              <a:ext uri="{FF2B5EF4-FFF2-40B4-BE49-F238E27FC236}">
                <a16:creationId xmlns:a16="http://schemas.microsoft.com/office/drawing/2014/main" id="{9292CEF1-8BEA-B54E-92C6-37E846A43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696" y="6422599"/>
            <a:ext cx="452907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83DCBBA-AD56-3C44-BE26-E4ED81C2397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07466" y="738000"/>
            <a:ext cx="782669" cy="777208"/>
          </a:xfrm>
          <a:solidFill>
            <a:srgbClr val="2862FA">
              <a:alpha val="50000"/>
            </a:srgb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E57BA036-5F21-8642-B23F-C9BB9E555D4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23104" y="345052"/>
            <a:ext cx="770142" cy="769382"/>
          </a:xfrm>
          <a:solidFill>
            <a:srgbClr val="0BDA7E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7B147355-BB9F-A844-B88F-ADA98E03B0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3104" y="732540"/>
            <a:ext cx="384609" cy="381894"/>
          </a:xfrm>
          <a:solidFill>
            <a:srgbClr val="03537A"/>
          </a:solidFill>
        </p:spPr>
        <p:txBody>
          <a:bodyPr>
            <a:no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8" name="Inhaltsplatzhalter 8">
            <a:extLst>
              <a:ext uri="{FF2B5EF4-FFF2-40B4-BE49-F238E27FC236}">
                <a16:creationId xmlns:a16="http://schemas.microsoft.com/office/drawing/2014/main" id="{99BD9DF6-C6C4-C444-B17C-197246D6399F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6391" y="340783"/>
            <a:ext cx="1167410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THEMA DER FOLIE</a:t>
            </a:r>
          </a:p>
        </p:txBody>
      </p:sp>
      <p:sp>
        <p:nvSpPr>
          <p:cNvPr id="19" name="Inhaltsplatzhalter 8">
            <a:extLst>
              <a:ext uri="{FF2B5EF4-FFF2-40B4-BE49-F238E27FC236}">
                <a16:creationId xmlns:a16="http://schemas.microsoft.com/office/drawing/2014/main" id="{40EA8ABD-EC1B-C24B-B54A-8571ED258416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796501" y="1156041"/>
            <a:ext cx="5940102" cy="1095719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/>
              <a:t>Hier steht eine</a:t>
            </a:r>
            <a:br>
              <a:rPr lang="de-DE"/>
            </a:br>
            <a:r>
              <a:rPr lang="de-DE"/>
              <a:t>Überschrift</a:t>
            </a:r>
          </a:p>
        </p:txBody>
      </p:sp>
      <p:sp>
        <p:nvSpPr>
          <p:cNvPr id="20" name="Inhaltsplatzhalter 8">
            <a:extLst>
              <a:ext uri="{FF2B5EF4-FFF2-40B4-BE49-F238E27FC236}">
                <a16:creationId xmlns:a16="http://schemas.microsoft.com/office/drawing/2014/main" id="{C6B96A56-7C2C-5045-82C5-2EA8BBA5E7D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5796500" y="2509224"/>
            <a:ext cx="5940101" cy="3602861"/>
          </a:xfrm>
        </p:spPr>
        <p:txBody>
          <a:bodyPr>
            <a:noAutofit/>
          </a:bodyPr>
          <a:lstStyle>
            <a:lvl1pPr marL="285750" indent="-285750" algn="l">
              <a:lnSpc>
                <a:spcPct val="11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/>
              <a:t>Hier steht ein Text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BB4266BE-B5CB-6A43-A0CA-F31BE280D9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518" y="225117"/>
            <a:ext cx="256293" cy="256293"/>
          </a:xfrm>
          <a:prstGeom prst="rect">
            <a:avLst/>
          </a:prstGeom>
        </p:spPr>
      </p:pic>
      <p:sp>
        <p:nvSpPr>
          <p:cNvPr id="17" name="Inhaltsplatzhalter 5">
            <a:extLst>
              <a:ext uri="{FF2B5EF4-FFF2-40B4-BE49-F238E27FC236}">
                <a16:creationId xmlns:a16="http://schemas.microsoft.com/office/drawing/2014/main" id="{570E31F5-2D32-E544-9439-8EDF71BEA8E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*Quellenangabe</a:t>
            </a:r>
          </a:p>
        </p:txBody>
      </p:sp>
    </p:spTree>
    <p:extLst>
      <p:ext uri="{BB962C8B-B14F-4D97-AF65-F5344CB8AC3E}">
        <p14:creationId xmlns:p14="http://schemas.microsoft.com/office/powerpoint/2010/main" val="92970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  <p15:guide id="2" pos="7151" userDrawn="1">
          <p15:clr>
            <a:srgbClr val="FBAE40"/>
          </p15:clr>
        </p15:guide>
        <p15:guide id="3" pos="483" userDrawn="1">
          <p15:clr>
            <a:srgbClr val="FBAE40"/>
          </p15:clr>
        </p15:guide>
        <p15:guide id="4" pos="2887" userDrawn="1">
          <p15:clr>
            <a:srgbClr val="FBAE40"/>
          </p15:clr>
        </p15:guide>
        <p15:guide id="5" orient="horz" pos="459" userDrawn="1">
          <p15:clr>
            <a:srgbClr val="FBAE40"/>
          </p15:clr>
        </p15:guide>
        <p15:guide id="6" orient="horz" pos="3861" userDrawn="1">
          <p15:clr>
            <a:srgbClr val="FBAE40"/>
          </p15:clr>
        </p15:guide>
        <p15:guide id="7" pos="365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eite mit zwei eigenen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ußzeilenplatzhalter 4">
            <a:extLst>
              <a:ext uri="{FF2B5EF4-FFF2-40B4-BE49-F238E27FC236}">
                <a16:creationId xmlns:a16="http://schemas.microsoft.com/office/drawing/2014/main" id="{8ACC2840-AAFB-A345-8071-B6FA50D92B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Autor | Fach | Datum | Semester</a:t>
            </a:r>
          </a:p>
        </p:txBody>
      </p:sp>
      <p:sp>
        <p:nvSpPr>
          <p:cNvPr id="33" name="Foliennummernplatzhalter 5">
            <a:extLst>
              <a:ext uri="{FF2B5EF4-FFF2-40B4-BE49-F238E27FC236}">
                <a16:creationId xmlns:a16="http://schemas.microsoft.com/office/drawing/2014/main" id="{7BDD13FD-AA3F-6D48-95A6-D372357D8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4552" y="6422599"/>
            <a:ext cx="462051" cy="2042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5" name="Inhaltsplatzhalter 8">
            <a:extLst>
              <a:ext uri="{FF2B5EF4-FFF2-40B4-BE49-F238E27FC236}">
                <a16:creationId xmlns:a16="http://schemas.microsoft.com/office/drawing/2014/main" id="{07D0E153-F85B-F74B-AE4B-449053AC08DB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3812" y="340782"/>
            <a:ext cx="1168401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THEMA DER FOLIE</a:t>
            </a:r>
          </a:p>
        </p:txBody>
      </p:sp>
      <p:sp>
        <p:nvSpPr>
          <p:cNvPr id="16" name="Inhaltsplatzhalter 8">
            <a:extLst>
              <a:ext uri="{FF2B5EF4-FFF2-40B4-BE49-F238E27FC236}">
                <a16:creationId xmlns:a16="http://schemas.microsoft.com/office/drawing/2014/main" id="{A1074025-6F73-7844-8B0B-5C4A10034AF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796501" y="1006416"/>
            <a:ext cx="5940102" cy="1082941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/>
              <a:t>Hier steht </a:t>
            </a:r>
            <a:br>
              <a:rPr lang="de-DE"/>
            </a:br>
            <a:r>
              <a:rPr lang="de-DE"/>
              <a:t>eine Überschrift</a:t>
            </a:r>
            <a:br>
              <a:rPr lang="de-DE"/>
            </a:br>
            <a:endParaRPr lang="de-DE"/>
          </a:p>
        </p:txBody>
      </p:sp>
      <p:sp>
        <p:nvSpPr>
          <p:cNvPr id="17" name="Inhaltsplatzhalter 8">
            <a:extLst>
              <a:ext uri="{FF2B5EF4-FFF2-40B4-BE49-F238E27FC236}">
                <a16:creationId xmlns:a16="http://schemas.microsoft.com/office/drawing/2014/main" id="{70B562F9-A5D0-D740-8C1E-2BF5FC07E6D4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5796500" y="2511588"/>
            <a:ext cx="5940102" cy="3514494"/>
          </a:xfrm>
        </p:spPr>
        <p:txBody>
          <a:bodyPr>
            <a:noAutofit/>
          </a:bodyPr>
          <a:lstStyle>
            <a:lvl1pPr marL="285750" indent="-285750" algn="l">
              <a:lnSpc>
                <a:spcPct val="11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/>
              <a:t>Hier steht ein Text</a:t>
            </a:r>
          </a:p>
        </p:txBody>
      </p:sp>
      <p:sp>
        <p:nvSpPr>
          <p:cNvPr id="19" name="Inhaltsplatzhalter 3">
            <a:extLst>
              <a:ext uri="{FF2B5EF4-FFF2-40B4-BE49-F238E27FC236}">
                <a16:creationId xmlns:a16="http://schemas.microsoft.com/office/drawing/2014/main" id="{165078AA-C024-2F4E-8AD3-E49F792994A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69214" y="740456"/>
            <a:ext cx="3715603" cy="243847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Source Sans Pro" panose="020B0503030403020204" pitchFamily="34" charset="77"/>
              </a:defRPr>
            </a:lvl2pPr>
            <a:lvl3pPr marL="914400" indent="0">
              <a:buNone/>
              <a:defRPr sz="1600">
                <a:latin typeface="Source Sans Pro" panose="020B0503030403020204" pitchFamily="34" charset="77"/>
              </a:defRPr>
            </a:lvl3pPr>
            <a:lvl4pPr marL="1371600" indent="0">
              <a:buNone/>
              <a:defRPr sz="1600">
                <a:latin typeface="Source Sans Pro" panose="020B0503030403020204" pitchFamily="34" charset="77"/>
              </a:defRPr>
            </a:lvl4pPr>
            <a:lvl5pPr marL="1828800" indent="0">
              <a:buNone/>
              <a:defRPr sz="1600"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Inhaltsplatzhalter 3">
            <a:extLst>
              <a:ext uri="{FF2B5EF4-FFF2-40B4-BE49-F238E27FC236}">
                <a16:creationId xmlns:a16="http://schemas.microsoft.com/office/drawing/2014/main" id="{92787160-59B0-504A-A54D-B17E0DB16A0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69213" y="3576237"/>
            <a:ext cx="3715603" cy="243847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Source Sans Pro" panose="020B0503030403020204" pitchFamily="34" charset="77"/>
              </a:defRPr>
            </a:lvl2pPr>
            <a:lvl3pPr marL="914400" indent="0">
              <a:buNone/>
              <a:defRPr sz="1600">
                <a:latin typeface="Source Sans Pro" panose="020B0503030403020204" pitchFamily="34" charset="77"/>
              </a:defRPr>
            </a:lvl3pPr>
            <a:lvl4pPr marL="1371600" indent="0">
              <a:buNone/>
              <a:defRPr sz="1600">
                <a:latin typeface="Source Sans Pro" panose="020B0503030403020204" pitchFamily="34" charset="77"/>
              </a:defRPr>
            </a:lvl4pPr>
            <a:lvl5pPr marL="1828800" indent="0">
              <a:buNone/>
              <a:defRPr sz="1600"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2228374A-A5EF-F148-BC95-108DB04227D7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58115" y="3192329"/>
            <a:ext cx="1511012" cy="190937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/>
              <a:t>Bildunterschrift</a:t>
            </a:r>
          </a:p>
        </p:txBody>
      </p:sp>
      <p:sp>
        <p:nvSpPr>
          <p:cNvPr id="21" name="Inhaltsplatzhalter 8">
            <a:extLst>
              <a:ext uri="{FF2B5EF4-FFF2-40B4-BE49-F238E27FC236}">
                <a16:creationId xmlns:a16="http://schemas.microsoft.com/office/drawing/2014/main" id="{37E0D428-8F70-2348-8FB2-1481E7164579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858115" y="6026081"/>
            <a:ext cx="1511012" cy="190937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/>
              <a:t>Bildunterschrift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E3957D8A-FCAE-3444-9CDA-B80EFAD91F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518" y="225117"/>
            <a:ext cx="256293" cy="256293"/>
          </a:xfrm>
          <a:prstGeom prst="rect">
            <a:avLst/>
          </a:prstGeom>
        </p:spPr>
      </p:pic>
      <p:sp>
        <p:nvSpPr>
          <p:cNvPr id="14" name="Inhaltsplatzhalter 5">
            <a:extLst>
              <a:ext uri="{FF2B5EF4-FFF2-40B4-BE49-F238E27FC236}">
                <a16:creationId xmlns:a16="http://schemas.microsoft.com/office/drawing/2014/main" id="{570E31F5-2D32-E544-9439-8EDF71BEA8E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*Quellenangabe</a:t>
            </a:r>
          </a:p>
        </p:txBody>
      </p:sp>
    </p:spTree>
    <p:extLst>
      <p:ext uri="{BB962C8B-B14F-4D97-AF65-F5344CB8AC3E}">
        <p14:creationId xmlns:p14="http://schemas.microsoft.com/office/powerpoint/2010/main" val="3895744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  <p15:guide id="2" pos="7401" userDrawn="1">
          <p15:clr>
            <a:srgbClr val="FBAE40"/>
          </p15:clr>
        </p15:guide>
        <p15:guide id="3" pos="619" userDrawn="1">
          <p15:clr>
            <a:srgbClr val="FBAE40"/>
          </p15:clr>
        </p15:guide>
        <p15:guide id="4" pos="2955" userDrawn="1">
          <p15:clr>
            <a:srgbClr val="FBAE40"/>
          </p15:clr>
        </p15:guide>
        <p15:guide id="5" orient="horz" pos="2251" userDrawn="1">
          <p15:clr>
            <a:srgbClr val="FBAE40"/>
          </p15:clr>
        </p15:guide>
        <p15:guide id="6" orient="horz" pos="3793" userDrawn="1">
          <p15:clr>
            <a:srgbClr val="FBAE40"/>
          </p15:clr>
        </p15:guide>
        <p15:guide id="7" orient="horz" pos="2001" userDrawn="1">
          <p15:clr>
            <a:srgbClr val="FBAE40"/>
          </p15:clr>
        </p15:guide>
        <p15:guide id="8" orient="horz" pos="459" userDrawn="1">
          <p15:clr>
            <a:srgbClr val="FBAE40"/>
          </p15:clr>
        </p15:guide>
        <p15:guide id="9" pos="3659" userDrawn="1">
          <p15:clr>
            <a:srgbClr val="FBAE40"/>
          </p15:clr>
        </p15:guide>
        <p15:guide id="10" orient="horz" pos="1570" userDrawn="1">
          <p15:clr>
            <a:srgbClr val="FBAE40"/>
          </p15:clr>
        </p15:guide>
        <p15:guide id="11" orient="horz" pos="1321" userDrawn="1">
          <p15:clr>
            <a:srgbClr val="FBAE40"/>
          </p15:clr>
        </p15:guide>
        <p15:guide id="12" orient="horz" pos="61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eite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ußzeilenplatzhalter 4">
            <a:extLst>
              <a:ext uri="{FF2B5EF4-FFF2-40B4-BE49-F238E27FC236}">
                <a16:creationId xmlns:a16="http://schemas.microsoft.com/office/drawing/2014/main" id="{3AD00700-2436-9D46-BDB1-0048D99A0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Autor | Fach | Datum | Semester</a:t>
            </a:r>
          </a:p>
        </p:txBody>
      </p:sp>
      <p:sp>
        <p:nvSpPr>
          <p:cNvPr id="29" name="Foliennummernplatzhalter 5">
            <a:extLst>
              <a:ext uri="{FF2B5EF4-FFF2-40B4-BE49-F238E27FC236}">
                <a16:creationId xmlns:a16="http://schemas.microsoft.com/office/drawing/2014/main" id="{F0AE71D6-E29A-DC49-A33E-55D01B46F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696" y="6422599"/>
            <a:ext cx="452907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0" name="Inhaltsplatzhalter 5">
            <a:extLst>
              <a:ext uri="{FF2B5EF4-FFF2-40B4-BE49-F238E27FC236}">
                <a16:creationId xmlns:a16="http://schemas.microsoft.com/office/drawing/2014/main" id="{F3D54DCF-EBB9-FA47-A3F3-291109AD049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*Quellenangabe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1FAA89ED-53D1-5E45-A4B8-D02DB2090E3C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6390" y="340784"/>
            <a:ext cx="1165823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THEMA DER FOLIE</a:t>
            </a:r>
          </a:p>
        </p:txBody>
      </p:sp>
      <p:sp>
        <p:nvSpPr>
          <p:cNvPr id="14" name="Inhaltsplatzhalter 8">
            <a:extLst>
              <a:ext uri="{FF2B5EF4-FFF2-40B4-BE49-F238E27FC236}">
                <a16:creationId xmlns:a16="http://schemas.microsoft.com/office/drawing/2014/main" id="{8696D52F-CD9C-9B45-B665-864DEF31CD1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1837942" y="1145312"/>
            <a:ext cx="6599887" cy="1093669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/>
              <a:t>Hier steht eine</a:t>
            </a:r>
            <a:br>
              <a:rPr lang="de-DE"/>
            </a:br>
            <a:r>
              <a:rPr lang="de-DE"/>
              <a:t>Überschrift</a:t>
            </a:r>
          </a:p>
        </p:txBody>
      </p:sp>
      <p:sp>
        <p:nvSpPr>
          <p:cNvPr id="16" name="Inhaltsplatzhalter 8">
            <a:extLst>
              <a:ext uri="{FF2B5EF4-FFF2-40B4-BE49-F238E27FC236}">
                <a16:creationId xmlns:a16="http://schemas.microsoft.com/office/drawing/2014/main" id="{24E29390-F4D0-464E-8E82-B3939C427CA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837391" y="2496571"/>
            <a:ext cx="4390840" cy="3578127"/>
          </a:xfrm>
        </p:spPr>
        <p:txBody>
          <a:bodyPr>
            <a:noAutofit/>
          </a:bodyPr>
          <a:lstStyle>
            <a:lvl1pPr marL="285750" indent="-285750" algn="l">
              <a:lnSpc>
                <a:spcPct val="11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/>
              <a:t>Hier steht ein Text</a:t>
            </a:r>
          </a:p>
        </p:txBody>
      </p:sp>
      <p:sp>
        <p:nvSpPr>
          <p:cNvPr id="17" name="Inhaltsplatzhalter 8">
            <a:extLst>
              <a:ext uri="{FF2B5EF4-FFF2-40B4-BE49-F238E27FC236}">
                <a16:creationId xmlns:a16="http://schemas.microsoft.com/office/drawing/2014/main" id="{1B510F92-97E3-074B-8A25-C7D3647032A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014972" y="2483328"/>
            <a:ext cx="4390840" cy="3591369"/>
          </a:xfrm>
        </p:spPr>
        <p:txBody>
          <a:bodyPr>
            <a:noAutofit/>
          </a:bodyPr>
          <a:lstStyle>
            <a:lvl1pPr marL="285750" indent="-285750" algn="l">
              <a:lnSpc>
                <a:spcPct val="11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/>
              <a:t>Hier steht ein Text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1FBC7D2-B62A-CB4C-B1D3-E2AEC4CD36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518" y="225117"/>
            <a:ext cx="256293" cy="256293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BA5EF95E-A525-9449-A672-A54A17689B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728663"/>
            <a:ext cx="1155700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804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  <p15:guide id="2" pos="7197" userDrawn="1">
          <p15:clr>
            <a:srgbClr val="FBAE40"/>
          </p15:clr>
        </p15:guide>
        <p15:guide id="3" orient="horz" pos="1570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pos="1164" userDrawn="1">
          <p15:clr>
            <a:srgbClr val="FBAE40"/>
          </p15:clr>
        </p15:guide>
        <p15:guide id="6" pos="3931" userDrawn="1">
          <p15:clr>
            <a:srgbClr val="FBAE40"/>
          </p15:clr>
        </p15:guide>
        <p15:guide id="7" pos="4407" userDrawn="1">
          <p15:clr>
            <a:srgbClr val="FBAE40"/>
          </p15:clr>
        </p15:guide>
        <p15:guide id="8" pos="5314" userDrawn="1">
          <p15:clr>
            <a:srgbClr val="FBAE40"/>
          </p15:clr>
        </p15:guide>
        <p15:guide id="9" orient="horz" pos="1412" userDrawn="1">
          <p15:clr>
            <a:srgbClr val="FBAE40"/>
          </p15:clr>
        </p15:guide>
        <p15:guide id="10" orient="horz" pos="70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eite 1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ußzeilenplatzhalter 4">
            <a:extLst>
              <a:ext uri="{FF2B5EF4-FFF2-40B4-BE49-F238E27FC236}">
                <a16:creationId xmlns:a16="http://schemas.microsoft.com/office/drawing/2014/main" id="{61B925DA-07EF-FA4D-9E43-18678217A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Autor | Fach | Datum | Semester</a:t>
            </a:r>
          </a:p>
        </p:txBody>
      </p:sp>
      <p:sp>
        <p:nvSpPr>
          <p:cNvPr id="31" name="Foliennummernplatzhalter 5">
            <a:extLst>
              <a:ext uri="{FF2B5EF4-FFF2-40B4-BE49-F238E27FC236}">
                <a16:creationId xmlns:a16="http://schemas.microsoft.com/office/drawing/2014/main" id="{C5D0DAD7-7019-F140-A8FF-08598F2FB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696" y="6422599"/>
            <a:ext cx="452907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2" name="Inhaltsplatzhalter 5">
            <a:extLst>
              <a:ext uri="{FF2B5EF4-FFF2-40B4-BE49-F238E27FC236}">
                <a16:creationId xmlns:a16="http://schemas.microsoft.com/office/drawing/2014/main" id="{4F9AEE48-6404-4740-8376-B369CF861D8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*Quellenangabe</a:t>
            </a:r>
          </a:p>
        </p:txBody>
      </p:sp>
      <p:sp>
        <p:nvSpPr>
          <p:cNvPr id="15" name="Inhaltsplatzhalter 8">
            <a:extLst>
              <a:ext uri="{FF2B5EF4-FFF2-40B4-BE49-F238E27FC236}">
                <a16:creationId xmlns:a16="http://schemas.microsoft.com/office/drawing/2014/main" id="{5A14BCBC-55F9-994D-AEF7-EF91C6D36C5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3813" y="340782"/>
            <a:ext cx="1168400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THEMA DER FOLIE</a:t>
            </a:r>
          </a:p>
        </p:txBody>
      </p:sp>
      <p:sp>
        <p:nvSpPr>
          <p:cNvPr id="16" name="Inhaltsplatzhalter 8">
            <a:extLst>
              <a:ext uri="{FF2B5EF4-FFF2-40B4-BE49-F238E27FC236}">
                <a16:creationId xmlns:a16="http://schemas.microsoft.com/office/drawing/2014/main" id="{FF9ADD8F-126C-6741-A906-FDA1C53EBC9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38200" y="1148267"/>
            <a:ext cx="9037320" cy="1082941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/>
              <a:t>Hier steht eine</a:t>
            </a:r>
            <a:br>
              <a:rPr lang="de-DE"/>
            </a:br>
            <a:r>
              <a:rPr lang="de-DE"/>
              <a:t>Überschrift</a:t>
            </a:r>
          </a:p>
        </p:txBody>
      </p:sp>
      <p:sp>
        <p:nvSpPr>
          <p:cNvPr id="17" name="Inhaltsplatzhalter 8">
            <a:extLst>
              <a:ext uri="{FF2B5EF4-FFF2-40B4-BE49-F238E27FC236}">
                <a16:creationId xmlns:a16="http://schemas.microsoft.com/office/drawing/2014/main" id="{0EEC36BB-9F2F-C04B-A0BC-076C3458428D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55221" y="2496178"/>
            <a:ext cx="3098036" cy="3618271"/>
          </a:xfrm>
        </p:spPr>
        <p:txBody>
          <a:bodyPr>
            <a:noAutofit/>
          </a:bodyPr>
          <a:lstStyle>
            <a:lvl1pPr marL="285750" indent="-285750" algn="l">
              <a:lnSpc>
                <a:spcPct val="11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/>
              <a:t>Hier steht ein Text</a:t>
            </a:r>
          </a:p>
        </p:txBody>
      </p:sp>
      <p:sp>
        <p:nvSpPr>
          <p:cNvPr id="18" name="Inhaltsplatzhalter 8">
            <a:extLst>
              <a:ext uri="{FF2B5EF4-FFF2-40B4-BE49-F238E27FC236}">
                <a16:creationId xmlns:a16="http://schemas.microsoft.com/office/drawing/2014/main" id="{00C9488F-4B73-4445-8CDB-06A1C5CE6AB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4145477" y="2496178"/>
            <a:ext cx="3098036" cy="3618271"/>
          </a:xfrm>
        </p:spPr>
        <p:txBody>
          <a:bodyPr>
            <a:noAutofit/>
          </a:bodyPr>
          <a:lstStyle>
            <a:lvl1pPr marL="285750" indent="-285750" algn="l">
              <a:lnSpc>
                <a:spcPct val="11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/>
              <a:t>Hier steht ein Text</a:t>
            </a:r>
          </a:p>
        </p:txBody>
      </p:sp>
      <p:sp>
        <p:nvSpPr>
          <p:cNvPr id="20" name="Inhaltsplatzhalter 8">
            <a:extLst>
              <a:ext uri="{FF2B5EF4-FFF2-40B4-BE49-F238E27FC236}">
                <a16:creationId xmlns:a16="http://schemas.microsoft.com/office/drawing/2014/main" id="{30295F24-0F96-FF4E-89EF-F431CE7A73BD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7452755" y="2496178"/>
            <a:ext cx="3098036" cy="3618271"/>
          </a:xfrm>
        </p:spPr>
        <p:txBody>
          <a:bodyPr>
            <a:noAutofit/>
          </a:bodyPr>
          <a:lstStyle>
            <a:lvl1pPr marL="285750" indent="-285750" algn="l">
              <a:lnSpc>
                <a:spcPct val="11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/>
              <a:t>Hier steht ein Text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C660FDD-60A9-564F-B502-CFC330BA2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518" y="225117"/>
            <a:ext cx="256293" cy="256293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55092" y="2979974"/>
            <a:ext cx="1136908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569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 userDrawn="1">
          <p15:clr>
            <a:srgbClr val="FBAE40"/>
          </p15:clr>
        </p15:guide>
        <p15:guide id="2" pos="7401" userDrawn="1">
          <p15:clr>
            <a:srgbClr val="FBAE40"/>
          </p15:clr>
        </p15:guide>
        <p15:guide id="3" pos="529" userDrawn="1">
          <p15:clr>
            <a:srgbClr val="FBAE40"/>
          </p15:clr>
        </p15:guide>
        <p15:guide id="4" pos="2502" userDrawn="1">
          <p15:clr>
            <a:srgbClr val="FBAE40"/>
          </p15:clr>
        </p15:guide>
        <p15:guide id="5" pos="2615" userDrawn="1">
          <p15:clr>
            <a:srgbClr val="FBAE40"/>
          </p15:clr>
        </p15:guide>
        <p15:guide id="6" orient="horz" pos="1570" userDrawn="1">
          <p15:clr>
            <a:srgbClr val="FBAE40"/>
          </p15:clr>
        </p15:guide>
        <p15:guide id="7" pos="4566" userDrawn="1">
          <p15:clr>
            <a:srgbClr val="FBAE40"/>
          </p15:clr>
        </p15:guide>
        <p15:guide id="8" pos="4702" userDrawn="1">
          <p15:clr>
            <a:srgbClr val="FBAE40"/>
          </p15:clr>
        </p15:guide>
        <p15:guide id="9" orient="horz" pos="1412" userDrawn="1">
          <p15:clr>
            <a:srgbClr val="FBAE40"/>
          </p15:clr>
        </p15:guide>
        <p15:guide id="10" pos="6652" userDrawn="1">
          <p15:clr>
            <a:srgbClr val="FBAE40"/>
          </p15:clr>
        </p15:guide>
        <p15:guide id="11" orient="horz" pos="386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s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ußzeilenplatzhalter 4">
            <a:extLst>
              <a:ext uri="{FF2B5EF4-FFF2-40B4-BE49-F238E27FC236}">
                <a16:creationId xmlns:a16="http://schemas.microsoft.com/office/drawing/2014/main" id="{3AD00700-2436-9D46-BDB1-0048D99A0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Autor | Fach | Datum | Semester</a:t>
            </a:r>
          </a:p>
        </p:txBody>
      </p:sp>
      <p:sp>
        <p:nvSpPr>
          <p:cNvPr id="29" name="Foliennummernplatzhalter 5">
            <a:extLst>
              <a:ext uri="{FF2B5EF4-FFF2-40B4-BE49-F238E27FC236}">
                <a16:creationId xmlns:a16="http://schemas.microsoft.com/office/drawing/2014/main" id="{F0AE71D6-E29A-DC49-A33E-55D01B46F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4552" y="6422599"/>
            <a:ext cx="462051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6F08711E-CE42-174E-9604-16CB1F43DD3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3812" y="343194"/>
            <a:ext cx="1168401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THEMA DER FOLIE</a:t>
            </a:r>
          </a:p>
        </p:txBody>
      </p:sp>
      <p:sp>
        <p:nvSpPr>
          <p:cNvPr id="14" name="Inhaltsplatzhalter 8">
            <a:extLst>
              <a:ext uri="{FF2B5EF4-FFF2-40B4-BE49-F238E27FC236}">
                <a16:creationId xmlns:a16="http://schemas.microsoft.com/office/drawing/2014/main" id="{D2C52199-3B71-C14A-A6B5-0E1CDFA3FDF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1837942" y="893934"/>
            <a:ext cx="6599887" cy="851835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/>
              <a:t>Hier steht eine</a:t>
            </a:r>
            <a:br>
              <a:rPr lang="de-DE"/>
            </a:br>
            <a:r>
              <a:rPr lang="de-DE"/>
              <a:t>Überschrift</a:t>
            </a:r>
          </a:p>
        </p:txBody>
      </p:sp>
      <p:sp>
        <p:nvSpPr>
          <p:cNvPr id="18" name="Inhaltsplatzhalter 8">
            <a:extLst>
              <a:ext uri="{FF2B5EF4-FFF2-40B4-BE49-F238E27FC236}">
                <a16:creationId xmlns:a16="http://schemas.microsoft.com/office/drawing/2014/main" id="{A57FE56B-CDEF-8D42-941F-D2955586DA1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837941" y="1845892"/>
            <a:ext cx="4390841" cy="4345602"/>
          </a:xfrm>
        </p:spPr>
        <p:txBody>
          <a:bodyPr>
            <a:noAutofit/>
          </a:bodyPr>
          <a:lstStyle>
            <a:lvl1pPr marL="285750" indent="-285750" algn="l">
              <a:lnSpc>
                <a:spcPct val="9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/>
              <a:t>Hier steht ein Text</a:t>
            </a:r>
          </a:p>
        </p:txBody>
      </p:sp>
      <p:sp>
        <p:nvSpPr>
          <p:cNvPr id="19" name="Inhaltsplatzhalter 8">
            <a:extLst>
              <a:ext uri="{FF2B5EF4-FFF2-40B4-BE49-F238E27FC236}">
                <a16:creationId xmlns:a16="http://schemas.microsoft.com/office/drawing/2014/main" id="{6D12DAB6-7667-7E42-99E3-F10E16438709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014971" y="1845892"/>
            <a:ext cx="4390841" cy="4345602"/>
          </a:xfrm>
        </p:spPr>
        <p:txBody>
          <a:bodyPr>
            <a:noAutofit/>
          </a:bodyPr>
          <a:lstStyle>
            <a:lvl1pPr marL="285750" indent="-285750" algn="l">
              <a:lnSpc>
                <a:spcPct val="9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/>
              <a:t>Hier steht ein Text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2801766-2D07-9149-8E58-E99EF689AD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518" y="225117"/>
            <a:ext cx="256293" cy="256293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281488"/>
            <a:ext cx="1136908" cy="1155700"/>
          </a:xfrm>
          <a:prstGeom prst="rect">
            <a:avLst/>
          </a:prstGeom>
        </p:spPr>
      </p:pic>
      <p:sp>
        <p:nvSpPr>
          <p:cNvPr id="15" name="Inhaltsplatzhalter 5">
            <a:extLst>
              <a:ext uri="{FF2B5EF4-FFF2-40B4-BE49-F238E27FC236}">
                <a16:creationId xmlns:a16="http://schemas.microsoft.com/office/drawing/2014/main" id="{570E31F5-2D32-E544-9439-8EDF71BEA8E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*Quellenangabe</a:t>
            </a:r>
          </a:p>
        </p:txBody>
      </p:sp>
    </p:spTree>
    <p:extLst>
      <p:ext uri="{BB962C8B-B14F-4D97-AF65-F5344CB8AC3E}">
        <p14:creationId xmlns:p14="http://schemas.microsoft.com/office/powerpoint/2010/main" val="1019085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 userDrawn="1">
          <p15:clr>
            <a:srgbClr val="FBAE40"/>
          </p15:clr>
        </p15:guide>
        <p15:guide id="2" pos="7401" userDrawn="1">
          <p15:clr>
            <a:srgbClr val="FBAE40"/>
          </p15:clr>
        </p15:guide>
        <p15:guide id="3" orient="horz" pos="3906" userDrawn="1">
          <p15:clr>
            <a:srgbClr val="FBAE40"/>
          </p15:clr>
        </p15:guide>
        <p15:guide id="4" pos="1164" userDrawn="1">
          <p15:clr>
            <a:srgbClr val="FBAE40"/>
          </p15:clr>
        </p15:guide>
        <p15:guide id="5" pos="3931" userDrawn="1">
          <p15:clr>
            <a:srgbClr val="FBAE40"/>
          </p15:clr>
        </p15:guide>
        <p15:guide id="6" pos="4407" userDrawn="1">
          <p15:clr>
            <a:srgbClr val="FBAE40"/>
          </p15:clr>
        </p15:guide>
        <p15:guide id="7" pos="7197" userDrawn="1">
          <p15:clr>
            <a:srgbClr val="FBAE40"/>
          </p15:clr>
        </p15:guide>
        <p15:guide id="8" orient="horz" pos="57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, querformat ohne Schmuckelement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F6EB9EC4-BA91-B042-9D21-35CF4E9D6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Autor | Fach | Datum | Semester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FC558353-2FA0-AC49-B844-918DDF186B7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3813" y="353354"/>
            <a:ext cx="1169988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THEMA DER FOLIE</a:t>
            </a:r>
          </a:p>
        </p:txBody>
      </p:sp>
      <p:sp>
        <p:nvSpPr>
          <p:cNvPr id="11" name="Inhaltsplatzhalter 8">
            <a:extLst>
              <a:ext uri="{FF2B5EF4-FFF2-40B4-BE49-F238E27FC236}">
                <a16:creationId xmlns:a16="http://schemas.microsoft.com/office/drawing/2014/main" id="{A0499E9E-7042-4A42-9C85-65E22829BCF5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42117" y="1251957"/>
            <a:ext cx="3144058" cy="1003563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/>
              <a:t>Hier steht eine Überschrift</a:t>
            </a:r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3A2BAE97-0BA6-F54F-8C81-04EA744BF7CB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3686175" y="786030"/>
            <a:ext cx="8050428" cy="5463957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Source Sans Pro" panose="020B0503030403020204" pitchFamily="34" charset="77"/>
              </a:defRPr>
            </a:lvl2pPr>
            <a:lvl3pPr marL="914400" indent="0">
              <a:buNone/>
              <a:defRPr sz="1600">
                <a:latin typeface="Source Sans Pro" panose="020B0503030403020204" pitchFamily="34" charset="77"/>
              </a:defRPr>
            </a:lvl3pPr>
            <a:lvl4pPr marL="1371600" indent="0">
              <a:buNone/>
              <a:defRPr sz="1600">
                <a:latin typeface="Source Sans Pro" panose="020B0503030403020204" pitchFamily="34" charset="77"/>
              </a:defRPr>
            </a:lvl4pPr>
            <a:lvl5pPr marL="1828800" indent="0">
              <a:buNone/>
              <a:defRPr sz="1600"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A8E6E2C0-7B3C-E848-AE28-60CA46BCF6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616" y="225117"/>
            <a:ext cx="256293" cy="256293"/>
          </a:xfrm>
          <a:prstGeom prst="rect">
            <a:avLst/>
          </a:prstGeom>
        </p:spPr>
      </p:pic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F0AE71D6-E29A-DC49-A33E-55D01B46F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4552" y="6422599"/>
            <a:ext cx="462051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4" name="Inhaltsplatzhalter 5">
            <a:extLst>
              <a:ext uri="{FF2B5EF4-FFF2-40B4-BE49-F238E27FC236}">
                <a16:creationId xmlns:a16="http://schemas.microsoft.com/office/drawing/2014/main" id="{F3D54DCF-EBB9-FA47-A3F3-291109AD049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*Quellenangabe</a:t>
            </a:r>
          </a:p>
        </p:txBody>
      </p:sp>
    </p:spTree>
    <p:extLst>
      <p:ext uri="{BB962C8B-B14F-4D97-AF65-F5344CB8AC3E}">
        <p14:creationId xmlns:p14="http://schemas.microsoft.com/office/powerpoint/2010/main" val="2375824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2320" userDrawn="1">
          <p15:clr>
            <a:srgbClr val="FBAE40"/>
          </p15:clr>
        </p15:guide>
        <p15:guide id="4" pos="7401" userDrawn="1">
          <p15:clr>
            <a:srgbClr val="FBAE40"/>
          </p15:clr>
        </p15:guide>
        <p15:guide id="5" orient="horz" pos="39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, querformat mit Schmuckelement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367ED8D4-2E97-7242-8356-6DEF1ECCAED3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3686175" y="786030"/>
            <a:ext cx="8050428" cy="5463957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600">
                <a:latin typeface="Source Sans Pro" panose="020B0503030403020204" pitchFamily="34" charset="77"/>
              </a:defRPr>
            </a:lvl1pPr>
            <a:lvl2pPr marL="457200" indent="0">
              <a:buNone/>
              <a:defRPr sz="1600">
                <a:latin typeface="Source Sans Pro" panose="020B0503030403020204" pitchFamily="34" charset="77"/>
              </a:defRPr>
            </a:lvl2pPr>
            <a:lvl3pPr marL="914400" indent="0">
              <a:buNone/>
              <a:defRPr sz="1600">
                <a:latin typeface="Source Sans Pro" panose="020B0503030403020204" pitchFamily="34" charset="77"/>
              </a:defRPr>
            </a:lvl3pPr>
            <a:lvl4pPr marL="1371600" indent="0">
              <a:buNone/>
              <a:defRPr sz="1600">
                <a:latin typeface="Source Sans Pro" panose="020B0503030403020204" pitchFamily="34" charset="77"/>
              </a:defRPr>
            </a:lvl4pPr>
            <a:lvl5pPr marL="1828800" indent="0">
              <a:buNone/>
              <a:defRPr sz="1600"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67915B08-D14D-9E4A-9776-44F52C0F9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696" y="6422599"/>
            <a:ext cx="452907" cy="2042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5">
            <a:extLst>
              <a:ext uri="{FF2B5EF4-FFF2-40B4-BE49-F238E27FC236}">
                <a16:creationId xmlns:a16="http://schemas.microsoft.com/office/drawing/2014/main" id="{3AA6AEBA-802B-8341-A56F-07B9937151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*Quellenangabe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F96B1DF-7CAC-9143-95B5-9B8D13BB8D33}"/>
              </a:ext>
            </a:extLst>
          </p:cNvPr>
          <p:cNvSpPr/>
          <p:nvPr userDrawn="1"/>
        </p:nvSpPr>
        <p:spPr>
          <a:xfrm>
            <a:off x="-2" y="512991"/>
            <a:ext cx="4953001" cy="1153439"/>
          </a:xfrm>
          <a:prstGeom prst="rect">
            <a:avLst/>
          </a:prstGeom>
          <a:solidFill>
            <a:srgbClr val="FF3E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F7009A0-CF7B-504B-854A-366F84E37E8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12763"/>
            <a:ext cx="4953000" cy="1154112"/>
          </a:xfrm>
          <a:solidFill>
            <a:srgbClr val="FF3E4F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1" name="Fußzeilenplatzhalter 4">
            <a:extLst>
              <a:ext uri="{FF2B5EF4-FFF2-40B4-BE49-F238E27FC236}">
                <a16:creationId xmlns:a16="http://schemas.microsoft.com/office/drawing/2014/main" id="{0D71346C-5A68-3E4B-9A5B-9B77E0CB5D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1113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Autor | Fach | Datum | Semester</a:t>
            </a:r>
          </a:p>
        </p:txBody>
      </p:sp>
      <p:sp>
        <p:nvSpPr>
          <p:cNvPr id="12" name="Inhaltsplatzhalter 8">
            <a:extLst>
              <a:ext uri="{FF2B5EF4-FFF2-40B4-BE49-F238E27FC236}">
                <a16:creationId xmlns:a16="http://schemas.microsoft.com/office/drawing/2014/main" id="{1F150F8E-EB05-254E-A8D2-4A683DA9A7D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3812" y="350943"/>
            <a:ext cx="1168401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THEMA DER FOLIE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C5CB4694-9A5D-B64A-8D2E-E264EF83FE27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55762" y="757962"/>
            <a:ext cx="3987688" cy="743459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/>
              <a:t>Hier steht eine</a:t>
            </a:r>
            <a:br>
              <a:rPr lang="de-DE"/>
            </a:br>
            <a:r>
              <a:rPr lang="de-DE"/>
              <a:t>Überschrift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3D6D4206-F932-A743-9A49-A2C472EFE5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616" y="225117"/>
            <a:ext cx="256293" cy="25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960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2320" userDrawn="1">
          <p15:clr>
            <a:srgbClr val="FBAE40"/>
          </p15:clr>
        </p15:guide>
        <p15:guide id="3" pos="7401" userDrawn="1">
          <p15:clr>
            <a:srgbClr val="FBAE40"/>
          </p15:clr>
        </p15:guide>
        <p15:guide id="4" orient="horz" pos="392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, querformat mit Schmuckelement mit eigenem Bild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4346C4B-025F-6943-87B9-55D0FC4CAE76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-3" y="2154802"/>
            <a:ext cx="12192000" cy="4697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763D149-600E-FC49-AC5C-561B6B6B67C2}"/>
              </a:ext>
            </a:extLst>
          </p:cNvPr>
          <p:cNvGrpSpPr/>
          <p:nvPr userDrawn="1"/>
        </p:nvGrpSpPr>
        <p:grpSpPr>
          <a:xfrm rot="5400000">
            <a:off x="11074703" y="1795300"/>
            <a:ext cx="1502579" cy="732014"/>
            <a:chOff x="8873174" y="1666430"/>
            <a:chExt cx="1547855" cy="754072"/>
          </a:xfrm>
        </p:grpSpPr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FD992A19-C0D2-3345-BC3C-42D03C1F9414}"/>
                </a:ext>
              </a:extLst>
            </p:cNvPr>
            <p:cNvSpPr/>
            <p:nvPr userDrawn="1"/>
          </p:nvSpPr>
          <p:spPr>
            <a:xfrm rot="5400000">
              <a:off x="8883103" y="1656503"/>
              <a:ext cx="754069" cy="773928"/>
            </a:xfrm>
            <a:prstGeom prst="rect">
              <a:avLst/>
            </a:prstGeom>
            <a:solidFill>
              <a:srgbClr val="FF3E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97219153-C86E-F543-B9E4-A1429D4BC8B2}"/>
                </a:ext>
              </a:extLst>
            </p:cNvPr>
            <p:cNvSpPr/>
            <p:nvPr userDrawn="1"/>
          </p:nvSpPr>
          <p:spPr>
            <a:xfrm rot="5400000">
              <a:off x="9657030" y="1656502"/>
              <a:ext cx="754072" cy="773927"/>
            </a:xfrm>
            <a:prstGeom prst="rect">
              <a:avLst/>
            </a:prstGeom>
            <a:solidFill>
              <a:srgbClr val="FF3E4F">
                <a:alpha val="5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ACB7C88-A062-3A4F-A85D-8318E27297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60163" y="1409700"/>
            <a:ext cx="731837" cy="750888"/>
          </a:xfrm>
          <a:solidFill>
            <a:srgbClr val="FF3E4F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1F47A90A-AF0A-F543-96A5-6BB3BD0B44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59983" y="2160588"/>
            <a:ext cx="732017" cy="764153"/>
          </a:xfrm>
          <a:solidFill>
            <a:srgbClr val="FF3E4F">
              <a:alpha val="56000"/>
            </a:srgb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2" name="Inhaltsplatzhalter 8">
            <a:extLst>
              <a:ext uri="{FF2B5EF4-FFF2-40B4-BE49-F238E27FC236}">
                <a16:creationId xmlns:a16="http://schemas.microsoft.com/office/drawing/2014/main" id="{73746191-F532-FA42-87FC-C5BC2E936B9B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67584" y="350149"/>
            <a:ext cx="1204913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THEMA DER FOLIE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D5A774E1-9A0B-3A4C-A770-23292E9D8C8E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30631" y="786052"/>
            <a:ext cx="6357555" cy="707496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/>
              <a:t>Hier steht eine</a:t>
            </a:r>
            <a:br>
              <a:rPr lang="de-DE"/>
            </a:br>
            <a:r>
              <a:rPr lang="de-DE"/>
              <a:t>Überschrift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DF7366C4-E78E-E94D-A6BC-6BFCFE7932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616" y="225117"/>
            <a:ext cx="256293" cy="256293"/>
          </a:xfrm>
          <a:prstGeom prst="rect">
            <a:avLst/>
          </a:prstGeom>
        </p:spPr>
      </p:pic>
      <p:sp>
        <p:nvSpPr>
          <p:cNvPr id="17" name="Inhaltsplatzhalter 5">
            <a:extLst>
              <a:ext uri="{FF2B5EF4-FFF2-40B4-BE49-F238E27FC236}">
                <a16:creationId xmlns:a16="http://schemas.microsoft.com/office/drawing/2014/main" id="{8D91B0D4-A19A-544A-93BF-CD2344DE710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31719" y="6422599"/>
            <a:ext cx="3159789" cy="204297"/>
          </a:xfrm>
          <a:noFill/>
        </p:spPr>
        <p:txBody>
          <a:bodyPr>
            <a:noAutofit/>
          </a:bodyPr>
          <a:lstStyle>
            <a:lvl1pPr marL="0" indent="0" algn="r">
              <a:buNone/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*Quellenangabe</a:t>
            </a:r>
          </a:p>
        </p:txBody>
      </p:sp>
    </p:spTree>
    <p:extLst>
      <p:ext uri="{BB962C8B-B14F-4D97-AF65-F5344CB8AC3E}">
        <p14:creationId xmlns:p14="http://schemas.microsoft.com/office/powerpoint/2010/main" val="756208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FBAE40"/>
          </p15:clr>
        </p15:guide>
        <p15:guide id="2" pos="717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3">
            <a:extLst>
              <a:ext uri="{FF2B5EF4-FFF2-40B4-BE49-F238E27FC236}">
                <a16:creationId xmlns:a16="http://schemas.microsoft.com/office/drawing/2014/main" id="{EBDE6048-1B46-B644-8AD3-CF3EC458C9A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787398" y="746544"/>
            <a:ext cx="4535993" cy="5370897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e-DE"/>
              <a:t>Foto des Kontakts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4F4D74E-6E4B-6343-8017-37C114F69B64}"/>
              </a:ext>
            </a:extLst>
          </p:cNvPr>
          <p:cNvGrpSpPr/>
          <p:nvPr userDrawn="1"/>
        </p:nvGrpSpPr>
        <p:grpSpPr>
          <a:xfrm rot="16200000">
            <a:off x="6239188" y="5512269"/>
            <a:ext cx="1523228" cy="1168235"/>
            <a:chOff x="6186222" y="3093366"/>
            <a:chExt cx="2992820" cy="2295331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719DEC32-D4FD-BB40-9C2D-BBF02AF1E9CF}"/>
                </a:ext>
              </a:extLst>
            </p:cNvPr>
            <p:cNvSpPr/>
            <p:nvPr userDrawn="1"/>
          </p:nvSpPr>
          <p:spPr>
            <a:xfrm>
              <a:off x="6186222" y="3093366"/>
              <a:ext cx="2199416" cy="1527051"/>
            </a:xfrm>
            <a:prstGeom prst="rect">
              <a:avLst/>
            </a:prstGeom>
            <a:solidFill>
              <a:srgbClr val="0BDA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3DBB9271-0C4C-A24A-A1FC-FA028FCA8451}"/>
                </a:ext>
              </a:extLst>
            </p:cNvPr>
            <p:cNvSpPr/>
            <p:nvPr userDrawn="1"/>
          </p:nvSpPr>
          <p:spPr>
            <a:xfrm>
              <a:off x="7641266" y="3858136"/>
              <a:ext cx="1537776" cy="1530561"/>
            </a:xfrm>
            <a:prstGeom prst="rect">
              <a:avLst/>
            </a:prstGeom>
            <a:solidFill>
              <a:srgbClr val="2862FA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D9394B7C-941F-FD41-9073-E47435DEC0FE}"/>
                </a:ext>
              </a:extLst>
            </p:cNvPr>
            <p:cNvSpPr/>
            <p:nvPr userDrawn="1"/>
          </p:nvSpPr>
          <p:spPr>
            <a:xfrm>
              <a:off x="7641268" y="3859689"/>
              <a:ext cx="744371" cy="760730"/>
            </a:xfrm>
            <a:prstGeom prst="rect">
              <a:avLst/>
            </a:prstGeom>
            <a:solidFill>
              <a:srgbClr val="0353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9" name="Foliennummernplatzhalter 5">
            <a:extLst>
              <a:ext uri="{FF2B5EF4-FFF2-40B4-BE49-F238E27FC236}">
                <a16:creationId xmlns:a16="http://schemas.microsoft.com/office/drawing/2014/main" id="{943FC0A2-9FA0-474F-B3ED-D5FDB709C8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0382" y="6422599"/>
            <a:ext cx="406221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0" name="Inhaltsplatzhalter 5">
            <a:extLst>
              <a:ext uri="{FF2B5EF4-FFF2-40B4-BE49-F238E27FC236}">
                <a16:creationId xmlns:a16="http://schemas.microsoft.com/office/drawing/2014/main" id="{BE530C01-76F5-1143-8AA8-3A42239C5AA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*Quellenangabe</a:t>
            </a:r>
          </a:p>
        </p:txBody>
      </p:sp>
      <p:sp>
        <p:nvSpPr>
          <p:cNvPr id="32" name="Fußzeilenplatzhalter 4">
            <a:extLst>
              <a:ext uri="{FF2B5EF4-FFF2-40B4-BE49-F238E27FC236}">
                <a16:creationId xmlns:a16="http://schemas.microsoft.com/office/drawing/2014/main" id="{7FE985A2-4B9A-CA46-A163-508ABBDB10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Autor | Fach | Datum | Semester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ECE7686-4CBC-9F45-BB10-FD2C2C02E5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16661" y="5738813"/>
            <a:ext cx="777875" cy="1119187"/>
          </a:xfrm>
          <a:solidFill>
            <a:srgbClr val="0BDA7E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B46C9372-62F7-734E-AF15-4A9B9952D9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94389" y="5333398"/>
            <a:ext cx="795645" cy="781050"/>
          </a:xfrm>
          <a:solidFill>
            <a:srgbClr val="2862FA">
              <a:alpha val="50000"/>
            </a:srgb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D7C76833-8C12-364A-B1C5-DC52EC5A0F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94389" y="5733979"/>
            <a:ext cx="399528" cy="381071"/>
          </a:xfrm>
          <a:solidFill>
            <a:srgbClr val="03537A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66588428-EC01-754E-86E7-49BACA7B7C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616" y="225117"/>
            <a:ext cx="256293" cy="256293"/>
          </a:xfrm>
          <a:prstGeom prst="rect">
            <a:avLst/>
          </a:prstGeom>
        </p:spPr>
      </p:pic>
      <p:sp>
        <p:nvSpPr>
          <p:cNvPr id="22" name="Inhaltsplatzhalter 8">
            <a:extLst>
              <a:ext uri="{FF2B5EF4-FFF2-40B4-BE49-F238E27FC236}">
                <a16:creationId xmlns:a16="http://schemas.microsoft.com/office/drawing/2014/main" id="{73746191-F532-FA42-87FC-C5BC2E936B9B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67584" y="350257"/>
            <a:ext cx="1204913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THEMA DER FOLIE</a:t>
            </a:r>
          </a:p>
        </p:txBody>
      </p:sp>
      <p:pic>
        <p:nvPicPr>
          <p:cNvPr id="24" name="Bildplatzhalter 10">
            <a:extLst>
              <a:ext uri="{FF2B5EF4-FFF2-40B4-BE49-F238E27FC236}">
                <a16:creationId xmlns:a16="http://schemas.microsoft.com/office/drawing/2014/main" id="{B903473E-E938-DD4C-8CD9-165B9909F4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20859" y="444124"/>
            <a:ext cx="3078705" cy="1536357"/>
          </a:xfrm>
          <a:prstGeom prst="rect">
            <a:avLst/>
          </a:prstGeom>
        </p:spPr>
      </p:pic>
      <p:sp>
        <p:nvSpPr>
          <p:cNvPr id="17" name="Inhaltsplatzhalter 9">
            <a:extLst>
              <a:ext uri="{FF2B5EF4-FFF2-40B4-BE49-F238E27FC236}">
                <a16:creationId xmlns:a16="http://schemas.microsoft.com/office/drawing/2014/main" id="{556C2E84-27B3-8D4F-97AC-A7E31C53A682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58088" y="3375712"/>
            <a:ext cx="5163075" cy="3081072"/>
          </a:xfrm>
        </p:spPr>
        <p:txBody>
          <a:bodyPr/>
          <a:lstStyle>
            <a:lvl1pPr marL="0" indent="0">
              <a:buNone/>
              <a:defRPr b="0" baseline="0"/>
            </a:lvl1pPr>
          </a:lstStyle>
          <a:p>
            <a:r>
              <a:rPr lang="de-DE"/>
              <a:t>Kontakt: Name (fett),Tätigkeit, Fakultät, Fon, (Mobil), Raum, Mail (normal)</a:t>
            </a:r>
            <a:br>
              <a:rPr lang="de-DE"/>
            </a:br>
            <a:br>
              <a:rPr lang="de-DE"/>
            </a:br>
            <a:br>
              <a:rPr lang="de-DE"/>
            </a:br>
            <a:r>
              <a:rPr lang="de-DE" b="0"/>
              <a:t>Hier steht die Tätigkeit</a:t>
            </a:r>
            <a:br>
              <a:rPr lang="de-DE" b="0"/>
            </a:br>
            <a:r>
              <a:rPr lang="de-DE" b="0"/>
              <a:t>Hier steht die Fakultät / das Institut / die Abteilung</a:t>
            </a:r>
          </a:p>
          <a:p>
            <a:r>
              <a:rPr lang="de-DE" b="0"/>
              <a:t>Fon 	+49 9281 409-1234</a:t>
            </a:r>
            <a:br>
              <a:rPr lang="de-DE" b="0"/>
            </a:br>
            <a:r>
              <a:rPr lang="de-DE" b="0"/>
              <a:t>Mobil	+49 176 12345678</a:t>
            </a:r>
            <a:br>
              <a:rPr lang="de-DE" b="0"/>
            </a:br>
            <a:r>
              <a:rPr lang="de-DE" b="0"/>
              <a:t>Raum	A123</a:t>
            </a:r>
          </a:p>
          <a:p>
            <a:r>
              <a:rPr lang="de-DE" b="0"/>
              <a:t>vorname.nachname@hof-university.de</a:t>
            </a:r>
            <a:endParaRPr lang="de-DE"/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6362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 userDrawn="1">
          <p15:clr>
            <a:srgbClr val="FBAE40"/>
          </p15:clr>
        </p15:guide>
        <p15:guide id="2" pos="7151" userDrawn="1">
          <p15:clr>
            <a:srgbClr val="FBAE40"/>
          </p15:clr>
        </p15:guide>
        <p15:guide id="3" pos="597" userDrawn="1">
          <p15:clr>
            <a:srgbClr val="FBAE40"/>
          </p15:clr>
        </p15:guide>
        <p15:guide id="4" pos="4271" userDrawn="1">
          <p15:clr>
            <a:srgbClr val="FBAE40"/>
          </p15:clr>
        </p15:guide>
        <p15:guide id="5" orient="horz" pos="3861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00AD389D-A929-FF42-A4F1-0BDAEB5A9F0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856588" y="-4618"/>
            <a:ext cx="5335646" cy="6866738"/>
          </a:xfrm>
          <a:custGeom>
            <a:avLst/>
            <a:gdLst>
              <a:gd name="connsiteX0" fmla="*/ 0 w 5373993"/>
              <a:gd name="connsiteY0" fmla="*/ 3429000 h 6858000"/>
              <a:gd name="connsiteX1" fmla="*/ 2235581 w 5373993"/>
              <a:gd name="connsiteY1" fmla="*/ 2 h 6858000"/>
              <a:gd name="connsiteX2" fmla="*/ 3138412 w 5373993"/>
              <a:gd name="connsiteY2" fmla="*/ 2 h 6858000"/>
              <a:gd name="connsiteX3" fmla="*/ 5373993 w 5373993"/>
              <a:gd name="connsiteY3" fmla="*/ 3429000 h 6858000"/>
              <a:gd name="connsiteX4" fmla="*/ 3138412 w 5373993"/>
              <a:gd name="connsiteY4" fmla="*/ 6857998 h 6858000"/>
              <a:gd name="connsiteX5" fmla="*/ 2235581 w 5373993"/>
              <a:gd name="connsiteY5" fmla="*/ 6857998 h 6858000"/>
              <a:gd name="connsiteX6" fmla="*/ 0 w 5373993"/>
              <a:gd name="connsiteY6" fmla="*/ 3429000 h 6858000"/>
              <a:gd name="connsiteX0" fmla="*/ 0 w 5373993"/>
              <a:gd name="connsiteY0" fmla="*/ 3428998 h 6857996"/>
              <a:gd name="connsiteX1" fmla="*/ 2302489 w 5373993"/>
              <a:gd name="connsiteY1" fmla="*/ 11151 h 6857996"/>
              <a:gd name="connsiteX2" fmla="*/ 3138412 w 5373993"/>
              <a:gd name="connsiteY2" fmla="*/ 0 h 6857996"/>
              <a:gd name="connsiteX3" fmla="*/ 5373993 w 5373993"/>
              <a:gd name="connsiteY3" fmla="*/ 3428998 h 6857996"/>
              <a:gd name="connsiteX4" fmla="*/ 3138412 w 5373993"/>
              <a:gd name="connsiteY4" fmla="*/ 6857996 h 6857996"/>
              <a:gd name="connsiteX5" fmla="*/ 2235581 w 5373993"/>
              <a:gd name="connsiteY5" fmla="*/ 6857996 h 6857996"/>
              <a:gd name="connsiteX6" fmla="*/ 0 w 5373993"/>
              <a:gd name="connsiteY6" fmla="*/ 3428998 h 6857996"/>
              <a:gd name="connsiteX0" fmla="*/ 0 w 5390959"/>
              <a:gd name="connsiteY0" fmla="*/ 3440150 h 6869148"/>
              <a:gd name="connsiteX1" fmla="*/ 2302489 w 5390959"/>
              <a:gd name="connsiteY1" fmla="*/ 22303 h 6869148"/>
              <a:gd name="connsiteX2" fmla="*/ 5390959 w 5390959"/>
              <a:gd name="connsiteY2" fmla="*/ 0 h 6869148"/>
              <a:gd name="connsiteX3" fmla="*/ 5373993 w 5390959"/>
              <a:gd name="connsiteY3" fmla="*/ 3440150 h 6869148"/>
              <a:gd name="connsiteX4" fmla="*/ 3138412 w 5390959"/>
              <a:gd name="connsiteY4" fmla="*/ 6869148 h 6869148"/>
              <a:gd name="connsiteX5" fmla="*/ 2235581 w 5390959"/>
              <a:gd name="connsiteY5" fmla="*/ 6869148 h 6869148"/>
              <a:gd name="connsiteX6" fmla="*/ 0 w 5390959"/>
              <a:gd name="connsiteY6" fmla="*/ 3440150 h 6869148"/>
              <a:gd name="connsiteX0" fmla="*/ 0 w 5390959"/>
              <a:gd name="connsiteY0" fmla="*/ 3440150 h 6924904"/>
              <a:gd name="connsiteX1" fmla="*/ 2302489 w 5390959"/>
              <a:gd name="connsiteY1" fmla="*/ 22303 h 6924904"/>
              <a:gd name="connsiteX2" fmla="*/ 5390959 w 5390959"/>
              <a:gd name="connsiteY2" fmla="*/ 0 h 6924904"/>
              <a:gd name="connsiteX3" fmla="*/ 5373993 w 5390959"/>
              <a:gd name="connsiteY3" fmla="*/ 3440150 h 6924904"/>
              <a:gd name="connsiteX4" fmla="*/ 4052812 w 5390959"/>
              <a:gd name="connsiteY4" fmla="*/ 6924904 h 6924904"/>
              <a:gd name="connsiteX5" fmla="*/ 2235581 w 5390959"/>
              <a:gd name="connsiteY5" fmla="*/ 6869148 h 6924904"/>
              <a:gd name="connsiteX6" fmla="*/ 0 w 5390959"/>
              <a:gd name="connsiteY6" fmla="*/ 3440150 h 6924904"/>
              <a:gd name="connsiteX0" fmla="*/ 72721 w 3155378"/>
              <a:gd name="connsiteY0" fmla="*/ 4611028 h 6924904"/>
              <a:gd name="connsiteX1" fmla="*/ 66908 w 3155378"/>
              <a:gd name="connsiteY1" fmla="*/ 22303 h 6924904"/>
              <a:gd name="connsiteX2" fmla="*/ 3155378 w 3155378"/>
              <a:gd name="connsiteY2" fmla="*/ 0 h 6924904"/>
              <a:gd name="connsiteX3" fmla="*/ 3138412 w 3155378"/>
              <a:gd name="connsiteY3" fmla="*/ 3440150 h 6924904"/>
              <a:gd name="connsiteX4" fmla="*/ 1817231 w 3155378"/>
              <a:gd name="connsiteY4" fmla="*/ 6924904 h 6924904"/>
              <a:gd name="connsiteX5" fmla="*/ 0 w 3155378"/>
              <a:gd name="connsiteY5" fmla="*/ 6869148 h 6924904"/>
              <a:gd name="connsiteX6" fmla="*/ 72721 w 3155378"/>
              <a:gd name="connsiteY6" fmla="*/ 4611028 h 6924904"/>
              <a:gd name="connsiteX0" fmla="*/ 2347570 w 5430227"/>
              <a:gd name="connsiteY0" fmla="*/ 4611028 h 6924904"/>
              <a:gd name="connsiteX1" fmla="*/ 2341757 w 5430227"/>
              <a:gd name="connsiteY1" fmla="*/ 22303 h 6924904"/>
              <a:gd name="connsiteX2" fmla="*/ 5430227 w 5430227"/>
              <a:gd name="connsiteY2" fmla="*/ 0 h 6924904"/>
              <a:gd name="connsiteX3" fmla="*/ 5413261 w 5430227"/>
              <a:gd name="connsiteY3" fmla="*/ 3440150 h 6924904"/>
              <a:gd name="connsiteX4" fmla="*/ 4092080 w 5430227"/>
              <a:gd name="connsiteY4" fmla="*/ 6924904 h 6924904"/>
              <a:gd name="connsiteX5" fmla="*/ 0 w 5430227"/>
              <a:gd name="connsiteY5" fmla="*/ 4583148 h 6924904"/>
              <a:gd name="connsiteX6" fmla="*/ 2347570 w 5430227"/>
              <a:gd name="connsiteY6" fmla="*/ 4611028 h 6924904"/>
              <a:gd name="connsiteX0" fmla="*/ 2280663 w 5363320"/>
              <a:gd name="connsiteY0" fmla="*/ 4611028 h 6924904"/>
              <a:gd name="connsiteX1" fmla="*/ 2274850 w 5363320"/>
              <a:gd name="connsiteY1" fmla="*/ 22303 h 6924904"/>
              <a:gd name="connsiteX2" fmla="*/ 5363320 w 5363320"/>
              <a:gd name="connsiteY2" fmla="*/ 0 h 6924904"/>
              <a:gd name="connsiteX3" fmla="*/ 5346354 w 5363320"/>
              <a:gd name="connsiteY3" fmla="*/ 3440150 h 6924904"/>
              <a:gd name="connsiteX4" fmla="*/ 4025173 w 5363320"/>
              <a:gd name="connsiteY4" fmla="*/ 6924904 h 6924904"/>
              <a:gd name="connsiteX5" fmla="*/ 0 w 5363320"/>
              <a:gd name="connsiteY5" fmla="*/ 4583148 h 6924904"/>
              <a:gd name="connsiteX6" fmla="*/ 2280663 w 5363320"/>
              <a:gd name="connsiteY6" fmla="*/ 4611028 h 6924904"/>
              <a:gd name="connsiteX0" fmla="*/ 2303383 w 5386040"/>
              <a:gd name="connsiteY0" fmla="*/ 4611028 h 6891450"/>
              <a:gd name="connsiteX1" fmla="*/ 2297570 w 5386040"/>
              <a:gd name="connsiteY1" fmla="*/ 22303 h 6891450"/>
              <a:gd name="connsiteX2" fmla="*/ 5386040 w 5386040"/>
              <a:gd name="connsiteY2" fmla="*/ 0 h 6891450"/>
              <a:gd name="connsiteX3" fmla="*/ 5369074 w 5386040"/>
              <a:gd name="connsiteY3" fmla="*/ 3440150 h 6891450"/>
              <a:gd name="connsiteX4" fmla="*/ 0 w 5386040"/>
              <a:gd name="connsiteY4" fmla="*/ 6891450 h 6891450"/>
              <a:gd name="connsiteX5" fmla="*/ 22720 w 5386040"/>
              <a:gd name="connsiteY5" fmla="*/ 4583148 h 6891450"/>
              <a:gd name="connsiteX6" fmla="*/ 2303383 w 5386040"/>
              <a:gd name="connsiteY6" fmla="*/ 4611028 h 6891450"/>
              <a:gd name="connsiteX0" fmla="*/ 2303383 w 5386040"/>
              <a:gd name="connsiteY0" fmla="*/ 4611028 h 6891450"/>
              <a:gd name="connsiteX1" fmla="*/ 2297570 w 5386040"/>
              <a:gd name="connsiteY1" fmla="*/ 22303 h 6891450"/>
              <a:gd name="connsiteX2" fmla="*/ 5386040 w 5386040"/>
              <a:gd name="connsiteY2" fmla="*/ 0 h 6891450"/>
              <a:gd name="connsiteX3" fmla="*/ 5369074 w 5386040"/>
              <a:gd name="connsiteY3" fmla="*/ 6863575 h 6891450"/>
              <a:gd name="connsiteX4" fmla="*/ 0 w 5386040"/>
              <a:gd name="connsiteY4" fmla="*/ 6891450 h 6891450"/>
              <a:gd name="connsiteX5" fmla="*/ 22720 w 5386040"/>
              <a:gd name="connsiteY5" fmla="*/ 4583148 h 6891450"/>
              <a:gd name="connsiteX6" fmla="*/ 2303383 w 5386040"/>
              <a:gd name="connsiteY6" fmla="*/ 4611028 h 6891450"/>
              <a:gd name="connsiteX0" fmla="*/ 2303383 w 5386040"/>
              <a:gd name="connsiteY0" fmla="*/ 4611028 h 6891450"/>
              <a:gd name="connsiteX1" fmla="*/ 2293443 w 5386040"/>
              <a:gd name="connsiteY1" fmla="*/ 5747 h 6891450"/>
              <a:gd name="connsiteX2" fmla="*/ 5386040 w 5386040"/>
              <a:gd name="connsiteY2" fmla="*/ 0 h 6891450"/>
              <a:gd name="connsiteX3" fmla="*/ 5369074 w 5386040"/>
              <a:gd name="connsiteY3" fmla="*/ 6863575 h 6891450"/>
              <a:gd name="connsiteX4" fmla="*/ 0 w 5386040"/>
              <a:gd name="connsiteY4" fmla="*/ 6891450 h 6891450"/>
              <a:gd name="connsiteX5" fmla="*/ 22720 w 5386040"/>
              <a:gd name="connsiteY5" fmla="*/ 4583148 h 6891450"/>
              <a:gd name="connsiteX6" fmla="*/ 2303383 w 5386040"/>
              <a:gd name="connsiteY6" fmla="*/ 4611028 h 6891450"/>
              <a:gd name="connsiteX0" fmla="*/ 2303383 w 5386040"/>
              <a:gd name="connsiteY0" fmla="*/ 4611028 h 6891450"/>
              <a:gd name="connsiteX1" fmla="*/ 2293443 w 5386040"/>
              <a:gd name="connsiteY1" fmla="*/ 1608 h 6891450"/>
              <a:gd name="connsiteX2" fmla="*/ 5386040 w 5386040"/>
              <a:gd name="connsiteY2" fmla="*/ 0 h 6891450"/>
              <a:gd name="connsiteX3" fmla="*/ 5369074 w 5386040"/>
              <a:gd name="connsiteY3" fmla="*/ 6863575 h 6891450"/>
              <a:gd name="connsiteX4" fmla="*/ 0 w 5386040"/>
              <a:gd name="connsiteY4" fmla="*/ 6891450 h 6891450"/>
              <a:gd name="connsiteX5" fmla="*/ 22720 w 5386040"/>
              <a:gd name="connsiteY5" fmla="*/ 4583148 h 6891450"/>
              <a:gd name="connsiteX6" fmla="*/ 2303383 w 5386040"/>
              <a:gd name="connsiteY6" fmla="*/ 4611028 h 6891450"/>
              <a:gd name="connsiteX0" fmla="*/ 2303383 w 5373655"/>
              <a:gd name="connsiteY0" fmla="*/ 4615167 h 6895589"/>
              <a:gd name="connsiteX1" fmla="*/ 2293443 w 5373655"/>
              <a:gd name="connsiteY1" fmla="*/ 5747 h 6895589"/>
              <a:gd name="connsiteX2" fmla="*/ 5373655 w 5373655"/>
              <a:gd name="connsiteY2" fmla="*/ 0 h 6895589"/>
              <a:gd name="connsiteX3" fmla="*/ 5369074 w 5373655"/>
              <a:gd name="connsiteY3" fmla="*/ 6867714 h 6895589"/>
              <a:gd name="connsiteX4" fmla="*/ 0 w 5373655"/>
              <a:gd name="connsiteY4" fmla="*/ 6895589 h 6895589"/>
              <a:gd name="connsiteX5" fmla="*/ 22720 w 5373655"/>
              <a:gd name="connsiteY5" fmla="*/ 4587287 h 6895589"/>
              <a:gd name="connsiteX6" fmla="*/ 2303383 w 5373655"/>
              <a:gd name="connsiteY6" fmla="*/ 4615167 h 6895589"/>
              <a:gd name="connsiteX0" fmla="*/ 2303383 w 5394296"/>
              <a:gd name="connsiteY0" fmla="*/ 4611028 h 6891450"/>
              <a:gd name="connsiteX1" fmla="*/ 2293443 w 5394296"/>
              <a:gd name="connsiteY1" fmla="*/ 1608 h 6891450"/>
              <a:gd name="connsiteX2" fmla="*/ 5394296 w 5394296"/>
              <a:gd name="connsiteY2" fmla="*/ 0 h 6891450"/>
              <a:gd name="connsiteX3" fmla="*/ 5369074 w 5394296"/>
              <a:gd name="connsiteY3" fmla="*/ 6863575 h 6891450"/>
              <a:gd name="connsiteX4" fmla="*/ 0 w 5394296"/>
              <a:gd name="connsiteY4" fmla="*/ 6891450 h 6891450"/>
              <a:gd name="connsiteX5" fmla="*/ 22720 w 5394296"/>
              <a:gd name="connsiteY5" fmla="*/ 4583148 h 6891450"/>
              <a:gd name="connsiteX6" fmla="*/ 2303383 w 5394296"/>
              <a:gd name="connsiteY6" fmla="*/ 4611028 h 6891450"/>
              <a:gd name="connsiteX0" fmla="*/ 2303383 w 5395530"/>
              <a:gd name="connsiteY0" fmla="*/ 4611028 h 6892549"/>
              <a:gd name="connsiteX1" fmla="*/ 2293443 w 5395530"/>
              <a:gd name="connsiteY1" fmla="*/ 1608 h 6892549"/>
              <a:gd name="connsiteX2" fmla="*/ 5394296 w 5395530"/>
              <a:gd name="connsiteY2" fmla="*/ 0 h 6892549"/>
              <a:gd name="connsiteX3" fmla="*/ 5393844 w 5395530"/>
              <a:gd name="connsiteY3" fmla="*/ 6892549 h 6892549"/>
              <a:gd name="connsiteX4" fmla="*/ 0 w 5395530"/>
              <a:gd name="connsiteY4" fmla="*/ 6891450 h 6892549"/>
              <a:gd name="connsiteX5" fmla="*/ 22720 w 5395530"/>
              <a:gd name="connsiteY5" fmla="*/ 4583148 h 6892549"/>
              <a:gd name="connsiteX6" fmla="*/ 2303383 w 5395530"/>
              <a:gd name="connsiteY6" fmla="*/ 4611028 h 6892549"/>
              <a:gd name="connsiteX0" fmla="*/ 2280663 w 5372810"/>
              <a:gd name="connsiteY0" fmla="*/ 4611028 h 6895590"/>
              <a:gd name="connsiteX1" fmla="*/ 2270723 w 5372810"/>
              <a:gd name="connsiteY1" fmla="*/ 1608 h 6895590"/>
              <a:gd name="connsiteX2" fmla="*/ 5371576 w 5372810"/>
              <a:gd name="connsiteY2" fmla="*/ 0 h 6895590"/>
              <a:gd name="connsiteX3" fmla="*/ 5371124 w 5372810"/>
              <a:gd name="connsiteY3" fmla="*/ 6892549 h 6895590"/>
              <a:gd name="connsiteX4" fmla="*/ 26818 w 5372810"/>
              <a:gd name="connsiteY4" fmla="*/ 6895590 h 6895590"/>
              <a:gd name="connsiteX5" fmla="*/ 0 w 5372810"/>
              <a:gd name="connsiteY5" fmla="*/ 4583148 h 6895590"/>
              <a:gd name="connsiteX6" fmla="*/ 2280663 w 5372810"/>
              <a:gd name="connsiteY6" fmla="*/ 4611028 h 6895590"/>
              <a:gd name="connsiteX0" fmla="*/ 2253845 w 5345992"/>
              <a:gd name="connsiteY0" fmla="*/ 4611028 h 6895590"/>
              <a:gd name="connsiteX1" fmla="*/ 2243905 w 5345992"/>
              <a:gd name="connsiteY1" fmla="*/ 1608 h 6895590"/>
              <a:gd name="connsiteX2" fmla="*/ 5344758 w 5345992"/>
              <a:gd name="connsiteY2" fmla="*/ 0 h 6895590"/>
              <a:gd name="connsiteX3" fmla="*/ 5344306 w 5345992"/>
              <a:gd name="connsiteY3" fmla="*/ 6892549 h 6895590"/>
              <a:gd name="connsiteX4" fmla="*/ 0 w 5345992"/>
              <a:gd name="connsiteY4" fmla="*/ 6895590 h 6895590"/>
              <a:gd name="connsiteX5" fmla="*/ 6208 w 5345992"/>
              <a:gd name="connsiteY5" fmla="*/ 4591426 h 6895590"/>
              <a:gd name="connsiteX6" fmla="*/ 2253845 w 5345992"/>
              <a:gd name="connsiteY6" fmla="*/ 4611028 h 6895590"/>
              <a:gd name="connsiteX0" fmla="*/ 2295127 w 5345992"/>
              <a:gd name="connsiteY0" fmla="*/ 4602750 h 6895590"/>
              <a:gd name="connsiteX1" fmla="*/ 2243905 w 5345992"/>
              <a:gd name="connsiteY1" fmla="*/ 1608 h 6895590"/>
              <a:gd name="connsiteX2" fmla="*/ 5344758 w 5345992"/>
              <a:gd name="connsiteY2" fmla="*/ 0 h 6895590"/>
              <a:gd name="connsiteX3" fmla="*/ 5344306 w 5345992"/>
              <a:gd name="connsiteY3" fmla="*/ 6892549 h 6895590"/>
              <a:gd name="connsiteX4" fmla="*/ 0 w 5345992"/>
              <a:gd name="connsiteY4" fmla="*/ 6895590 h 6895590"/>
              <a:gd name="connsiteX5" fmla="*/ 6208 w 5345992"/>
              <a:gd name="connsiteY5" fmla="*/ 4591426 h 6895590"/>
              <a:gd name="connsiteX6" fmla="*/ 2295127 w 5345992"/>
              <a:gd name="connsiteY6" fmla="*/ 4602750 h 6895590"/>
              <a:gd name="connsiteX0" fmla="*/ 2295127 w 5345992"/>
              <a:gd name="connsiteY0" fmla="*/ 4602750 h 6895590"/>
              <a:gd name="connsiteX1" fmla="*/ 2289315 w 5345992"/>
              <a:gd name="connsiteY1" fmla="*/ 5747 h 6895590"/>
              <a:gd name="connsiteX2" fmla="*/ 5344758 w 5345992"/>
              <a:gd name="connsiteY2" fmla="*/ 0 h 6895590"/>
              <a:gd name="connsiteX3" fmla="*/ 5344306 w 5345992"/>
              <a:gd name="connsiteY3" fmla="*/ 6892549 h 6895590"/>
              <a:gd name="connsiteX4" fmla="*/ 0 w 5345992"/>
              <a:gd name="connsiteY4" fmla="*/ 6895590 h 6895590"/>
              <a:gd name="connsiteX5" fmla="*/ 6208 w 5345992"/>
              <a:gd name="connsiteY5" fmla="*/ 4591426 h 6895590"/>
              <a:gd name="connsiteX6" fmla="*/ 2295127 w 5345992"/>
              <a:gd name="connsiteY6" fmla="*/ 4602750 h 6895590"/>
              <a:gd name="connsiteX0" fmla="*/ 2295127 w 5345569"/>
              <a:gd name="connsiteY0" fmla="*/ 4602750 h 6895590"/>
              <a:gd name="connsiteX1" fmla="*/ 2289315 w 5345569"/>
              <a:gd name="connsiteY1" fmla="*/ 5747 h 6895590"/>
              <a:gd name="connsiteX2" fmla="*/ 5340130 w 5345569"/>
              <a:gd name="connsiteY2" fmla="*/ 0 h 6895590"/>
              <a:gd name="connsiteX3" fmla="*/ 5344306 w 5345569"/>
              <a:gd name="connsiteY3" fmla="*/ 6892549 h 6895590"/>
              <a:gd name="connsiteX4" fmla="*/ 0 w 5345569"/>
              <a:gd name="connsiteY4" fmla="*/ 6895590 h 6895590"/>
              <a:gd name="connsiteX5" fmla="*/ 6208 w 5345569"/>
              <a:gd name="connsiteY5" fmla="*/ 4591426 h 6895590"/>
              <a:gd name="connsiteX6" fmla="*/ 2295127 w 5345569"/>
              <a:gd name="connsiteY6" fmla="*/ 4602750 h 6895590"/>
              <a:gd name="connsiteX0" fmla="*/ 2295127 w 5344413"/>
              <a:gd name="connsiteY0" fmla="*/ 4597003 h 6889843"/>
              <a:gd name="connsiteX1" fmla="*/ 2289315 w 5344413"/>
              <a:gd name="connsiteY1" fmla="*/ 0 h 6889843"/>
              <a:gd name="connsiteX2" fmla="*/ 5136474 w 5344413"/>
              <a:gd name="connsiteY2" fmla="*/ 100989 h 6889843"/>
              <a:gd name="connsiteX3" fmla="*/ 5344306 w 5344413"/>
              <a:gd name="connsiteY3" fmla="*/ 6886802 h 6889843"/>
              <a:gd name="connsiteX4" fmla="*/ 0 w 5344413"/>
              <a:gd name="connsiteY4" fmla="*/ 6889843 h 6889843"/>
              <a:gd name="connsiteX5" fmla="*/ 6208 w 5344413"/>
              <a:gd name="connsiteY5" fmla="*/ 4585679 h 6889843"/>
              <a:gd name="connsiteX6" fmla="*/ 2295127 w 5344413"/>
              <a:gd name="connsiteY6" fmla="*/ 4597003 h 6889843"/>
              <a:gd name="connsiteX0" fmla="*/ 2295127 w 5344873"/>
              <a:gd name="connsiteY0" fmla="*/ 4598109 h 6890949"/>
              <a:gd name="connsiteX1" fmla="*/ 2289315 w 5344873"/>
              <a:gd name="connsiteY1" fmla="*/ 1106 h 6890949"/>
              <a:gd name="connsiteX2" fmla="*/ 5316987 w 5344873"/>
              <a:gd name="connsiteY2" fmla="*/ 0 h 6890949"/>
              <a:gd name="connsiteX3" fmla="*/ 5344306 w 5344873"/>
              <a:gd name="connsiteY3" fmla="*/ 6887908 h 6890949"/>
              <a:gd name="connsiteX4" fmla="*/ 0 w 5344873"/>
              <a:gd name="connsiteY4" fmla="*/ 6890949 h 6890949"/>
              <a:gd name="connsiteX5" fmla="*/ 6208 w 5344873"/>
              <a:gd name="connsiteY5" fmla="*/ 4586785 h 6890949"/>
              <a:gd name="connsiteX6" fmla="*/ 2295127 w 5344873"/>
              <a:gd name="connsiteY6" fmla="*/ 4598109 h 6890949"/>
              <a:gd name="connsiteX0" fmla="*/ 2295127 w 5345319"/>
              <a:gd name="connsiteY0" fmla="*/ 4607390 h 6900230"/>
              <a:gd name="connsiteX1" fmla="*/ 2289315 w 5345319"/>
              <a:gd name="connsiteY1" fmla="*/ 10387 h 6900230"/>
              <a:gd name="connsiteX2" fmla="*/ 5335502 w 5345319"/>
              <a:gd name="connsiteY2" fmla="*/ 0 h 6900230"/>
              <a:gd name="connsiteX3" fmla="*/ 5344306 w 5345319"/>
              <a:gd name="connsiteY3" fmla="*/ 6897189 h 6900230"/>
              <a:gd name="connsiteX4" fmla="*/ 0 w 5345319"/>
              <a:gd name="connsiteY4" fmla="*/ 6900230 h 6900230"/>
              <a:gd name="connsiteX5" fmla="*/ 6208 w 5345319"/>
              <a:gd name="connsiteY5" fmla="*/ 4596066 h 6900230"/>
              <a:gd name="connsiteX6" fmla="*/ 2295127 w 5345319"/>
              <a:gd name="connsiteY6" fmla="*/ 4607390 h 6900230"/>
              <a:gd name="connsiteX0" fmla="*/ 2295127 w 5336735"/>
              <a:gd name="connsiteY0" fmla="*/ 4607390 h 6900230"/>
              <a:gd name="connsiteX1" fmla="*/ 2289315 w 5336735"/>
              <a:gd name="connsiteY1" fmla="*/ 1038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7390 h 6900230"/>
              <a:gd name="connsiteX0" fmla="*/ 2295127 w 5336735"/>
              <a:gd name="connsiteY0" fmla="*/ 4602994 h 6900230"/>
              <a:gd name="connsiteX1" fmla="*/ 2289315 w 5336735"/>
              <a:gd name="connsiteY1" fmla="*/ 1038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2994 h 6900230"/>
              <a:gd name="connsiteX0" fmla="*/ 2295127 w 5336735"/>
              <a:gd name="connsiteY0" fmla="*/ 4591363 h 6900230"/>
              <a:gd name="connsiteX1" fmla="*/ 2289315 w 5336735"/>
              <a:gd name="connsiteY1" fmla="*/ 1038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591363 h 6900230"/>
              <a:gd name="connsiteX0" fmla="*/ 2295127 w 5336735"/>
              <a:gd name="connsiteY0" fmla="*/ 4600319 h 6909186"/>
              <a:gd name="connsiteX1" fmla="*/ 2289315 w 5336735"/>
              <a:gd name="connsiteY1" fmla="*/ 0 h 6909186"/>
              <a:gd name="connsiteX2" fmla="*/ 5335502 w 5336735"/>
              <a:gd name="connsiteY2" fmla="*/ 8956 h 6909186"/>
              <a:gd name="connsiteX3" fmla="*/ 5335049 w 5336735"/>
              <a:gd name="connsiteY3" fmla="*/ 6906145 h 6909186"/>
              <a:gd name="connsiteX4" fmla="*/ 0 w 5336735"/>
              <a:gd name="connsiteY4" fmla="*/ 6909186 h 6909186"/>
              <a:gd name="connsiteX5" fmla="*/ 6208 w 5336735"/>
              <a:gd name="connsiteY5" fmla="*/ 4605022 h 6909186"/>
              <a:gd name="connsiteX6" fmla="*/ 2295127 w 5336735"/>
              <a:gd name="connsiteY6" fmla="*/ 4600319 h 6909186"/>
              <a:gd name="connsiteX0" fmla="*/ 2295127 w 5336735"/>
              <a:gd name="connsiteY0" fmla="*/ 4591363 h 6900230"/>
              <a:gd name="connsiteX1" fmla="*/ 2298943 w 5336735"/>
              <a:gd name="connsiteY1" fmla="*/ 71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591363 h 6900230"/>
              <a:gd name="connsiteX0" fmla="*/ 2295127 w 5336735"/>
              <a:gd name="connsiteY0" fmla="*/ 4601036 h 6900230"/>
              <a:gd name="connsiteX1" fmla="*/ 2298943 w 5336735"/>
              <a:gd name="connsiteY1" fmla="*/ 71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1036 h 6900230"/>
              <a:gd name="connsiteX0" fmla="*/ 2295127 w 5336735"/>
              <a:gd name="connsiteY0" fmla="*/ 4601036 h 6900230"/>
              <a:gd name="connsiteX1" fmla="*/ 2298943 w 5336735"/>
              <a:gd name="connsiteY1" fmla="*/ 71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1036 h 6900230"/>
              <a:gd name="connsiteX0" fmla="*/ 2295127 w 5336735"/>
              <a:gd name="connsiteY0" fmla="*/ 4601036 h 6900230"/>
              <a:gd name="connsiteX1" fmla="*/ 2308570 w 5336735"/>
              <a:gd name="connsiteY1" fmla="*/ 10389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1036 h 6900230"/>
              <a:gd name="connsiteX0" fmla="*/ 2295127 w 5336735"/>
              <a:gd name="connsiteY0" fmla="*/ 4590647 h 6889841"/>
              <a:gd name="connsiteX1" fmla="*/ 2308570 w 5336735"/>
              <a:gd name="connsiteY1" fmla="*/ 0 h 6889841"/>
              <a:gd name="connsiteX2" fmla="*/ 5335503 w 5336735"/>
              <a:gd name="connsiteY2" fmla="*/ 134694 h 6889841"/>
              <a:gd name="connsiteX3" fmla="*/ 5335049 w 5336735"/>
              <a:gd name="connsiteY3" fmla="*/ 6886800 h 6889841"/>
              <a:gd name="connsiteX4" fmla="*/ 0 w 5336735"/>
              <a:gd name="connsiteY4" fmla="*/ 6889841 h 6889841"/>
              <a:gd name="connsiteX5" fmla="*/ 6208 w 5336735"/>
              <a:gd name="connsiteY5" fmla="*/ 4585677 h 6889841"/>
              <a:gd name="connsiteX6" fmla="*/ 2295127 w 5336735"/>
              <a:gd name="connsiteY6" fmla="*/ 4590647 h 6889841"/>
              <a:gd name="connsiteX0" fmla="*/ 2295127 w 5336735"/>
              <a:gd name="connsiteY0" fmla="*/ 4601036 h 6900230"/>
              <a:gd name="connsiteX1" fmla="*/ 2308570 w 5336735"/>
              <a:gd name="connsiteY1" fmla="*/ 10389 h 6900230"/>
              <a:gd name="connsiteX2" fmla="*/ 5335504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1036 h 6900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36735" h="6900230">
                <a:moveTo>
                  <a:pt x="2295127" y="4601036"/>
                </a:moveTo>
                <a:cubicBezTo>
                  <a:pt x="2293189" y="3071461"/>
                  <a:pt x="2310508" y="1539964"/>
                  <a:pt x="2308570" y="10389"/>
                </a:cubicBezTo>
                <a:lnTo>
                  <a:pt x="5335504" y="0"/>
                </a:lnTo>
                <a:cubicBezTo>
                  <a:pt x="5329849" y="1146717"/>
                  <a:pt x="5340704" y="5750472"/>
                  <a:pt x="5335049" y="6897189"/>
                </a:cubicBezTo>
                <a:lnTo>
                  <a:pt x="0" y="6900230"/>
                </a:lnTo>
                <a:cubicBezTo>
                  <a:pt x="2069" y="6132175"/>
                  <a:pt x="4139" y="5364121"/>
                  <a:pt x="6208" y="4596066"/>
                </a:cubicBezTo>
                <a:lnTo>
                  <a:pt x="2295127" y="4601036"/>
                </a:lnTo>
                <a:close/>
              </a:path>
            </a:pathLst>
          </a:custGeom>
        </p:spPr>
        <p:txBody>
          <a:bodyPr>
            <a:noAutofit/>
          </a:bodyPr>
          <a:lstStyle>
            <a:lvl1pPr marL="0" indent="0" algn="l">
              <a:buNone/>
              <a:defRPr sz="1800" b="0" i="0">
                <a:noFill/>
                <a:latin typeface="Sora Light" pitchFamily="2" charset="0"/>
                <a:cs typeface="Sora Light" pitchFamily="2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platzhalter 21">
            <a:extLst>
              <a:ext uri="{FF2B5EF4-FFF2-40B4-BE49-F238E27FC236}">
                <a16:creationId xmlns:a16="http://schemas.microsoft.com/office/drawing/2014/main" id="{5D58850B-D3AB-BB42-B5CC-FE90C20C64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28114" y="3036889"/>
            <a:ext cx="2291156" cy="2300228"/>
          </a:xfrm>
          <a:solidFill>
            <a:srgbClr val="0BDA7E">
              <a:alpha val="50000"/>
            </a:srgb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7" name="Textplatzhalter 19">
            <a:extLst>
              <a:ext uri="{FF2B5EF4-FFF2-40B4-BE49-F238E27FC236}">
                <a16:creationId xmlns:a16="http://schemas.microsoft.com/office/drawing/2014/main" id="{E8820E25-13F7-DB49-A1BD-C2600AE1D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8113" y="3036889"/>
            <a:ext cx="1530477" cy="1536699"/>
          </a:xfrm>
          <a:solidFill>
            <a:srgbClr val="0BDA7E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8" name="Textplatzhalter 23">
            <a:extLst>
              <a:ext uri="{FF2B5EF4-FFF2-40B4-BE49-F238E27FC236}">
                <a16:creationId xmlns:a16="http://schemas.microsoft.com/office/drawing/2014/main" id="{1BC84456-E62F-3A47-BE91-5D9B3A06A6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56587" y="4564679"/>
            <a:ext cx="771525" cy="1536700"/>
          </a:xfrm>
          <a:solidFill>
            <a:srgbClr val="FF3E4F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DFA309C6-C56C-E144-9A4B-8B47DBB8852A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58781" y="4608997"/>
            <a:ext cx="5335647" cy="197355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>
                <a:latin typeface="+mj-lt"/>
              </a:rPr>
              <a:t>Edit Master text styles</a:t>
            </a:r>
          </a:p>
          <a:p>
            <a:pPr marL="0" marR="0" lvl="1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>
                <a:latin typeface="+mj-lt"/>
              </a:rPr>
              <a:t>Second level</a:t>
            </a:r>
          </a:p>
          <a:p>
            <a:pPr marL="0" marR="0" lvl="2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>
                <a:latin typeface="+mj-lt"/>
              </a:rPr>
              <a:t>Third level</a:t>
            </a:r>
          </a:p>
          <a:p>
            <a:pPr marL="0" marR="0" lvl="3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>
                <a:latin typeface="+mj-lt"/>
              </a:rPr>
              <a:t>Fourth level</a:t>
            </a:r>
          </a:p>
          <a:p>
            <a:pPr marL="0" marR="0" lvl="4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>
                <a:latin typeface="+mj-lt"/>
              </a:rPr>
              <a:t>Fifth level</a:t>
            </a:r>
            <a:endParaRPr lang="de-DE" sz="1800"/>
          </a:p>
        </p:txBody>
      </p:sp>
      <p:pic>
        <p:nvPicPr>
          <p:cNvPr id="8" name="Bildplatzhalter 10">
            <a:extLst>
              <a:ext uri="{FF2B5EF4-FFF2-40B4-BE49-F238E27FC236}">
                <a16:creationId xmlns:a16="http://schemas.microsoft.com/office/drawing/2014/main" id="{B903473E-E938-DD4C-8CD9-165B9909F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20859" y="444124"/>
            <a:ext cx="3078705" cy="15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366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38" userDrawn="1">
          <p15:clr>
            <a:srgbClr val="FBAE40"/>
          </p15:clr>
        </p15:guide>
        <p15:guide id="2" pos="5768" userDrawn="1">
          <p15:clr>
            <a:srgbClr val="FBAE40"/>
          </p15:clr>
        </p15:guide>
        <p15:guide id="3" pos="597" userDrawn="1">
          <p15:clr>
            <a:srgbClr val="FBAE40"/>
          </p15:clr>
        </p15:guide>
        <p15:guide id="4" orient="horz" pos="2886" userDrawn="1">
          <p15:clr>
            <a:srgbClr val="FBAE40"/>
          </p15:clr>
        </p15:guide>
        <p15:guide id="5" pos="431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416F3C0-86A4-3948-9B34-47AA8B30F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192BA2-648E-934B-B31E-93E1B3DFA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621220-8703-E645-8C24-98806892A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9F81C8-A8BA-A241-913C-52AD55C22E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Autor | Fach | Datum | Semester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903E7A-2E49-694D-B41A-C3B0678AE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BAABB97-D3DE-E344-95A1-38A4B26AE0FA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9417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83" r:id="rId3"/>
    <p:sldLayoutId id="2147483784" r:id="rId4"/>
    <p:sldLayoutId id="2147483756" r:id="rId5"/>
    <p:sldLayoutId id="2147483766" r:id="rId6"/>
    <p:sldLayoutId id="2147483757" r:id="rId7"/>
    <p:sldLayoutId id="2147483760" r:id="rId8"/>
    <p:sldLayoutId id="2147483764" r:id="rId9"/>
    <p:sldLayoutId id="2147483765" r:id="rId10"/>
    <p:sldLayoutId id="2147483772" r:id="rId11"/>
    <p:sldLayoutId id="2147483774" r:id="rId12"/>
    <p:sldLayoutId id="2147483776" r:id="rId13"/>
    <p:sldLayoutId id="2147483778" r:id="rId14"/>
    <p:sldLayoutId id="2147483758" r:id="rId15"/>
    <p:sldLayoutId id="2147483782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1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mages.app.goo.gl/SB4Jq9W6XLXmo6vQ6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mages.app.goo.gl/VWhCszUngYMyxVm46" TargetMode="Externa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ddleeastmonitor.com/20200920-deutsche-bank-suspected-of-facilitating-funds-to-isis-in-iraq/" TargetMode="Externa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hand holding a graph&#10;&#10;Description automatically generated">
            <a:extLst>
              <a:ext uri="{FF2B5EF4-FFF2-40B4-BE49-F238E27FC236}">
                <a16:creationId xmlns:a16="http://schemas.microsoft.com/office/drawing/2014/main" id="{597F4F00-B4BC-55AD-D85A-2620A77BE5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56" t="-1124" r="-2206" b="14607"/>
          <a:stretch/>
        </p:blipFill>
        <p:spPr>
          <a:xfrm>
            <a:off x="4838585" y="3432747"/>
            <a:ext cx="1958992" cy="1404250"/>
          </a:xfrm>
          <a:prstGeom prst="rect">
            <a:avLst/>
          </a:prstGeom>
        </p:spPr>
      </p:pic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49CCAC9E-5D87-3863-DFCA-FEEB219D5B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0382" y="6422599"/>
            <a:ext cx="406221" cy="2042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0DAD67A-2FCA-A441-B907-1B1DD4930EB5}" type="slidenum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1</a:t>
            </a:fld>
            <a:endParaRPr lang="de-D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F41B01-1958-C34E-23CD-4DC4BBAD6C64}"/>
              </a:ext>
            </a:extLst>
          </p:cNvPr>
          <p:cNvSpPr txBox="1"/>
          <p:nvPr/>
        </p:nvSpPr>
        <p:spPr>
          <a:xfrm>
            <a:off x="8337638" y="6422599"/>
            <a:ext cx="2872535" cy="2042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de-DE" sz="800" dirty="0">
                <a:latin typeface="Arial"/>
                <a:cs typeface="Arial"/>
              </a:rPr>
              <a:t>Data Mining and </a:t>
            </a:r>
            <a:r>
              <a:rPr lang="de-DE" sz="800" dirty="0" err="1">
                <a:latin typeface="Arial"/>
                <a:cs typeface="Arial"/>
              </a:rPr>
              <a:t>Machine</a:t>
            </a:r>
            <a:r>
              <a:rPr lang="de-DE" sz="800" dirty="0">
                <a:latin typeface="Arial"/>
                <a:cs typeface="Arial"/>
              </a:rPr>
              <a:t> Learning </a:t>
            </a:r>
            <a:endParaRPr lang="de-DE" sz="800" b="0" i="0" kern="1200" dirty="0">
              <a:latin typeface="Arial"/>
              <a:cs typeface="Arial"/>
            </a:endParaRPr>
          </a:p>
        </p:txBody>
      </p:sp>
      <p:sp>
        <p:nvSpPr>
          <p:cNvPr id="100" name="Text Placeholder 5">
            <a:extLst>
              <a:ext uri="{FF2B5EF4-FFF2-40B4-BE49-F238E27FC236}">
                <a16:creationId xmlns:a16="http://schemas.microsoft.com/office/drawing/2014/main" id="{FEEABA43-12F7-E7D6-E6BE-6005E551932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61" y="5738813"/>
            <a:ext cx="777875" cy="1119187"/>
          </a:xfrm>
        </p:spPr>
        <p:txBody>
          <a:bodyPr/>
          <a:lstStyle/>
          <a:p>
            <a:endParaRPr lang="en-US"/>
          </a:p>
        </p:txBody>
      </p:sp>
      <p:sp>
        <p:nvSpPr>
          <p:cNvPr id="102" name="Text Placeholder 6">
            <a:extLst>
              <a:ext uri="{FF2B5EF4-FFF2-40B4-BE49-F238E27FC236}">
                <a16:creationId xmlns:a16="http://schemas.microsoft.com/office/drawing/2014/main" id="{0A88248A-F3B8-A540-C296-4A10F707533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94389" y="5333398"/>
            <a:ext cx="795645" cy="781050"/>
          </a:xfrm>
        </p:spPr>
        <p:txBody>
          <a:bodyPr/>
          <a:lstStyle/>
          <a:p>
            <a:endParaRPr lang="en-US"/>
          </a:p>
        </p:txBody>
      </p:sp>
      <p:sp>
        <p:nvSpPr>
          <p:cNvPr id="104" name="Text Placeholder 7">
            <a:extLst>
              <a:ext uri="{FF2B5EF4-FFF2-40B4-BE49-F238E27FC236}">
                <a16:creationId xmlns:a16="http://schemas.microsoft.com/office/drawing/2014/main" id="{445AE426-7979-A4BD-381A-DC69348DF77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94389" y="5733979"/>
            <a:ext cx="399528" cy="381071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68F2A289-27C7-B841-95E9-2016AE39FC40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8900207" y="4613101"/>
            <a:ext cx="2846287" cy="7181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err="1">
                <a:latin typeface="Arial"/>
                <a:cs typeface="Arial"/>
              </a:rPr>
              <a:t>Presented</a:t>
            </a:r>
            <a:r>
              <a:rPr lang="de-DE">
                <a:latin typeface="Arial"/>
                <a:cs typeface="Arial"/>
              </a:rPr>
              <a:t> By: </a:t>
            </a:r>
          </a:p>
          <a:p>
            <a:r>
              <a:rPr lang="de-DE" b="1" err="1">
                <a:latin typeface="Arial"/>
                <a:cs typeface="Arial"/>
              </a:rPr>
              <a:t>Manoj</a:t>
            </a:r>
            <a:r>
              <a:rPr lang="de-DE" b="1">
                <a:latin typeface="Arial"/>
                <a:cs typeface="Arial"/>
              </a:rPr>
              <a:t> Sundar </a:t>
            </a:r>
            <a:r>
              <a:rPr lang="de-DE" b="1" err="1">
                <a:latin typeface="Arial"/>
                <a:cs typeface="Arial"/>
              </a:rPr>
              <a:t>Ravichandran</a:t>
            </a:r>
            <a:r>
              <a:rPr lang="de-DE" b="1">
                <a:latin typeface="Arial"/>
                <a:cs typeface="Arial"/>
              </a:rPr>
              <a:t> </a:t>
            </a:r>
          </a:p>
          <a:p>
            <a:endParaRPr lang="de-DE"/>
          </a:p>
        </p:txBody>
      </p:sp>
      <p:sp>
        <p:nvSpPr>
          <p:cNvPr id="9" name="Inhaltsplatzhalter 5">
            <a:extLst>
              <a:ext uri="{FF2B5EF4-FFF2-40B4-BE49-F238E27FC236}">
                <a16:creationId xmlns:a16="http://schemas.microsoft.com/office/drawing/2014/main" id="{06E02168-DE2F-A3AB-0071-713FDEFED29E}"/>
              </a:ext>
            </a:extLst>
          </p:cNvPr>
          <p:cNvSpPr txBox="1">
            <a:spLocks/>
          </p:cNvSpPr>
          <p:nvPr/>
        </p:nvSpPr>
        <p:spPr>
          <a:xfrm>
            <a:off x="2634813" y="2153440"/>
            <a:ext cx="7362407" cy="5975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None/>
              <a:defRPr sz="1500" b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b="1" dirty="0">
                <a:latin typeface="Arial"/>
                <a:cs typeface="Arial"/>
              </a:rPr>
              <a:t>BANK STOCK PRICE PREDICTION AND MODEL COMPARISON</a:t>
            </a:r>
            <a:endParaRPr lang="de-DE" sz="1800" b="1" dirty="0"/>
          </a:p>
          <a:p>
            <a:endParaRPr lang="de-DE"/>
          </a:p>
        </p:txBody>
      </p:sp>
      <p:sp>
        <p:nvSpPr>
          <p:cNvPr id="11" name="Inhaltsplatzhalter 5">
            <a:extLst>
              <a:ext uri="{FF2B5EF4-FFF2-40B4-BE49-F238E27FC236}">
                <a16:creationId xmlns:a16="http://schemas.microsoft.com/office/drawing/2014/main" id="{B7E45D09-251C-65A0-3B4A-0780332A3D9F}"/>
              </a:ext>
            </a:extLst>
          </p:cNvPr>
          <p:cNvSpPr txBox="1">
            <a:spLocks/>
          </p:cNvSpPr>
          <p:nvPr/>
        </p:nvSpPr>
        <p:spPr>
          <a:xfrm>
            <a:off x="2802400" y="2832379"/>
            <a:ext cx="5727180" cy="5977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None/>
              <a:defRPr sz="1500" b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700" dirty="0">
                <a:latin typeface="Arial"/>
                <a:cs typeface="Arial"/>
              </a:rPr>
              <a:t>Data Mining and </a:t>
            </a:r>
            <a:r>
              <a:rPr lang="de-DE" sz="1700" dirty="0" err="1">
                <a:latin typeface="Arial"/>
                <a:cs typeface="Arial"/>
              </a:rPr>
              <a:t>Machine</a:t>
            </a:r>
            <a:r>
              <a:rPr lang="de-DE" sz="1700" dirty="0">
                <a:latin typeface="Arial"/>
                <a:cs typeface="Arial"/>
              </a:rPr>
              <a:t> Learning (WS 2024/25)</a:t>
            </a:r>
            <a:endParaRPr lang="de-DE" sz="1700" dirty="0"/>
          </a:p>
          <a:p>
            <a:endParaRPr lang="de-DE"/>
          </a:p>
        </p:txBody>
      </p:sp>
      <p:sp>
        <p:nvSpPr>
          <p:cNvPr id="5" name="Inhaltsplatzhalter 5">
            <a:extLst>
              <a:ext uri="{FF2B5EF4-FFF2-40B4-BE49-F238E27FC236}">
                <a16:creationId xmlns:a16="http://schemas.microsoft.com/office/drawing/2014/main" id="{B8D93D3D-02D3-3BC3-555F-6BF13FE74264}"/>
              </a:ext>
            </a:extLst>
          </p:cNvPr>
          <p:cNvSpPr txBox="1">
            <a:spLocks/>
          </p:cNvSpPr>
          <p:nvPr/>
        </p:nvSpPr>
        <p:spPr>
          <a:xfrm>
            <a:off x="637186" y="4618448"/>
            <a:ext cx="2846287" cy="7181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None/>
              <a:defRPr sz="1500" b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>
                <a:latin typeface="Arial"/>
                <a:cs typeface="Arial"/>
              </a:rPr>
              <a:t>Supervised</a:t>
            </a:r>
            <a:r>
              <a:rPr lang="de-DE" dirty="0">
                <a:latin typeface="Arial"/>
                <a:cs typeface="Arial"/>
              </a:rPr>
              <a:t> By: </a:t>
            </a:r>
          </a:p>
          <a:p>
            <a:r>
              <a:rPr lang="de-DE" b="1" dirty="0" err="1">
                <a:latin typeface="Arial"/>
                <a:cs typeface="Arial"/>
              </a:rPr>
              <a:t>Prof.Christian</a:t>
            </a:r>
            <a:r>
              <a:rPr lang="de-DE" b="1" dirty="0">
                <a:latin typeface="Arial"/>
                <a:cs typeface="Arial"/>
              </a:rPr>
              <a:t> Groth</a:t>
            </a:r>
          </a:p>
          <a:p>
            <a:endParaRPr lang="de-DE" b="1" dirty="0"/>
          </a:p>
          <a:p>
            <a:endParaRPr lang="de-DE"/>
          </a:p>
        </p:txBody>
      </p:sp>
      <p:sp>
        <p:nvSpPr>
          <p:cNvPr id="12" name="Footer Placeholder 1">
            <a:extLst>
              <a:ext uri="{FF2B5EF4-FFF2-40B4-BE49-F238E27FC236}">
                <a16:creationId xmlns:a16="http://schemas.microsoft.com/office/drawing/2014/main" id="{C771B1A9-F109-04F1-703B-074209731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8048" y="6295397"/>
            <a:ext cx="4634952" cy="3315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 dirty="0" err="1">
                <a:latin typeface="Arial"/>
                <a:cs typeface="Arial"/>
              </a:rPr>
              <a:t>Manoj</a:t>
            </a:r>
            <a:r>
              <a:rPr lang="de-DE" dirty="0">
                <a:latin typeface="Arial"/>
                <a:cs typeface="Arial"/>
              </a:rPr>
              <a:t> Sundar </a:t>
            </a:r>
            <a:r>
              <a:rPr lang="de-DE" dirty="0" err="1">
                <a:latin typeface="Arial"/>
                <a:cs typeface="Arial"/>
              </a:rPr>
              <a:t>Ravichandran</a:t>
            </a:r>
            <a:r>
              <a:rPr lang="de-DE" dirty="0">
                <a:latin typeface="Arial"/>
                <a:cs typeface="Arial"/>
              </a:rPr>
              <a:t>  | Data Mining and </a:t>
            </a:r>
            <a:r>
              <a:rPr lang="de-DE" dirty="0" err="1">
                <a:latin typeface="Arial"/>
                <a:cs typeface="Arial"/>
              </a:rPr>
              <a:t>Machine</a:t>
            </a:r>
            <a:r>
              <a:rPr lang="de-DE" dirty="0">
                <a:latin typeface="Arial"/>
                <a:cs typeface="Arial"/>
              </a:rPr>
              <a:t> Learning   | WS 2024/25</a:t>
            </a:r>
          </a:p>
        </p:txBody>
      </p:sp>
    </p:spTree>
    <p:extLst>
      <p:ext uri="{BB962C8B-B14F-4D97-AF65-F5344CB8AC3E}">
        <p14:creationId xmlns:p14="http://schemas.microsoft.com/office/powerpoint/2010/main" val="2265045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4D8B17F-0CE2-C116-5827-B3C2C884E62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6540" y="1814585"/>
            <a:ext cx="3034168" cy="10209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latin typeface="Arial"/>
                <a:cs typeface="Arial"/>
              </a:rPr>
              <a:t>AGENDA</a:t>
            </a:r>
          </a:p>
        </p:txBody>
      </p:sp>
      <p:sp>
        <p:nvSpPr>
          <p:cNvPr id="549" name="Text Placeholder 2">
            <a:extLst>
              <a:ext uri="{FF2B5EF4-FFF2-40B4-BE49-F238E27FC236}">
                <a16:creationId xmlns:a16="http://schemas.microsoft.com/office/drawing/2014/main" id="{72761A96-E45B-B11A-4D4E-AF8FAC5AFB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11911" y="0"/>
            <a:ext cx="722205" cy="1246268"/>
          </a:xfrm>
        </p:spPr>
        <p:txBody>
          <a:bodyPr/>
          <a:lstStyle/>
          <a:p>
            <a:endParaRPr lang="en-US"/>
          </a:p>
        </p:txBody>
      </p:sp>
      <p:sp>
        <p:nvSpPr>
          <p:cNvPr id="551" name="Text Placeholder 3">
            <a:extLst>
              <a:ext uri="{FF2B5EF4-FFF2-40B4-BE49-F238E27FC236}">
                <a16:creationId xmlns:a16="http://schemas.microsoft.com/office/drawing/2014/main" id="{D57B0461-FDD6-241B-9E8E-E47F463D5D3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29094" y="861971"/>
            <a:ext cx="390162" cy="756720"/>
          </a:xfrm>
        </p:spPr>
        <p:txBody>
          <a:bodyPr/>
          <a:lstStyle/>
          <a:p>
            <a:endParaRPr lang="en-US"/>
          </a:p>
        </p:txBody>
      </p:sp>
      <p:sp>
        <p:nvSpPr>
          <p:cNvPr id="553" name="Text Placeholder 4">
            <a:extLst>
              <a:ext uri="{FF2B5EF4-FFF2-40B4-BE49-F238E27FC236}">
                <a16:creationId xmlns:a16="http://schemas.microsoft.com/office/drawing/2014/main" id="{9AA6290B-775E-72E1-86A4-1A006529F5E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04841" y="1240448"/>
            <a:ext cx="383796" cy="378362"/>
          </a:xfrm>
        </p:spPr>
        <p:txBody>
          <a:bodyPr/>
          <a:lstStyle/>
          <a:p>
            <a:endParaRPr lang="en-US"/>
          </a:p>
        </p:txBody>
      </p:sp>
      <p:sp>
        <p:nvSpPr>
          <p:cNvPr id="555" name="Text Placeholder 5">
            <a:extLst>
              <a:ext uri="{FF2B5EF4-FFF2-40B4-BE49-F238E27FC236}">
                <a16:creationId xmlns:a16="http://schemas.microsoft.com/office/drawing/2014/main" id="{5E600BE1-EE62-E84C-A4B9-D9A14C9CB42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804841" y="861971"/>
            <a:ext cx="383796" cy="37836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DF2ED75E-3995-63F9-7186-7052B7D7F16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74552" y="6422599"/>
            <a:ext cx="462051" cy="20429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0DAD67A-2FCA-A441-B907-1B1DD4930EB5}" type="slidenum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de-DE"/>
          </a:p>
        </p:txBody>
      </p:sp>
      <p:graphicFrame>
        <p:nvGraphicFramePr>
          <p:cNvPr id="530" name="Content Placeholder 527">
            <a:extLst>
              <a:ext uri="{FF2B5EF4-FFF2-40B4-BE49-F238E27FC236}">
                <a16:creationId xmlns:a16="http://schemas.microsoft.com/office/drawing/2014/main" id="{1D13F2D7-98E7-F703-9633-F4E0A29509AE}"/>
              </a:ext>
            </a:extLst>
          </p:cNvPr>
          <p:cNvGraphicFramePr>
            <a:graphicFrameLocks noGrp="1"/>
          </p:cNvGraphicFramePr>
          <p:nvPr>
            <p:ph type="tbl" sz="quarter" idx="27"/>
            <p:extLst>
              <p:ext uri="{D42A27DB-BD31-4B8C-83A1-F6EECF244321}">
                <p14:modId xmlns:p14="http://schemas.microsoft.com/office/powerpoint/2010/main" val="3649063408"/>
              </p:ext>
            </p:extLst>
          </p:nvPr>
        </p:nvGraphicFramePr>
        <p:xfrm>
          <a:off x="4181194" y="2321482"/>
          <a:ext cx="7324524" cy="3947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3255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wooden blocks with letters on them&#10;&#10;Description automatically generated">
            <a:extLst>
              <a:ext uri="{FF2B5EF4-FFF2-40B4-BE49-F238E27FC236}">
                <a16:creationId xmlns:a16="http://schemas.microsoft.com/office/drawing/2014/main" id="{6814AE85-2C64-47E2-36CF-F9BD36F6DC75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20650" y="951130"/>
            <a:ext cx="11950700" cy="4959540"/>
          </a:xfrm>
          <a:noFill/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FF2C337-5DF6-29C5-A645-CDD6335D2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86199" y="5988847"/>
            <a:ext cx="4114800" cy="20429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 dirty="0">
                <a:solidFill>
                  <a:srgbClr val="E8EAED"/>
                </a:solidFill>
                <a:latin typeface="Arial"/>
                <a:cs typeface="Arial"/>
                <a:hlinkClick r:id="rId3"/>
              </a:rPr>
              <a:t>https://images.app.goo.gl/SB4Jq9W6XLXmo6vQ6</a:t>
            </a:r>
            <a:endParaRPr lang="en-US"/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7F47C410-2F9B-28D0-917E-07127EC08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50DAD67A-2FCA-A441-B907-1B1DD4930EB5}" type="slidenum">
              <a:rPr lang="de-DE" smtClean="0"/>
              <a:pPr>
                <a:spcAft>
                  <a:spcPts val="600"/>
                </a:spcAft>
              </a:pPr>
              <a:t>3</a:t>
            </a:fld>
            <a:endParaRPr lang="de-DE"/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C9083E83-12B3-CE20-316A-8A5638EBBF9D}"/>
              </a:ext>
            </a:extLst>
          </p:cNvPr>
          <p:cNvSpPr txBox="1">
            <a:spLocks/>
          </p:cNvSpPr>
          <p:nvPr/>
        </p:nvSpPr>
        <p:spPr>
          <a:xfrm>
            <a:off x="118756" y="6629505"/>
            <a:ext cx="4060522" cy="1673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de-DE" dirty="0" err="1">
                <a:latin typeface="Arial"/>
                <a:cs typeface="Arial"/>
              </a:rPr>
              <a:t>Manoj</a:t>
            </a:r>
            <a:r>
              <a:rPr lang="de-DE" dirty="0">
                <a:latin typeface="Arial"/>
                <a:cs typeface="Arial"/>
              </a:rPr>
              <a:t> Sundar </a:t>
            </a:r>
            <a:r>
              <a:rPr lang="de-DE" dirty="0" err="1">
                <a:latin typeface="Arial"/>
                <a:cs typeface="Arial"/>
              </a:rPr>
              <a:t>Ravichandran</a:t>
            </a:r>
            <a:r>
              <a:rPr lang="de-DE" dirty="0">
                <a:latin typeface="Arial"/>
                <a:cs typeface="Arial"/>
              </a:rPr>
              <a:t>  | Data Mining and </a:t>
            </a:r>
            <a:r>
              <a:rPr lang="de-DE" dirty="0" err="1">
                <a:latin typeface="Arial"/>
                <a:cs typeface="Arial"/>
              </a:rPr>
              <a:t>Machine</a:t>
            </a:r>
            <a:r>
              <a:rPr lang="de-DE" dirty="0">
                <a:latin typeface="Arial"/>
                <a:cs typeface="Arial"/>
              </a:rPr>
              <a:t> Learning   | WS 2024/25</a:t>
            </a:r>
          </a:p>
        </p:txBody>
      </p:sp>
    </p:spTree>
    <p:extLst>
      <p:ext uri="{BB962C8B-B14F-4D97-AF65-F5344CB8AC3E}">
        <p14:creationId xmlns:p14="http://schemas.microsoft.com/office/powerpoint/2010/main" val="3983310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22D5E2-02BA-633F-0B69-581ED088C1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696" y="6422599"/>
            <a:ext cx="452907" cy="20429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0DAD67A-2FCA-A441-B907-1B1DD4930EB5}" type="slidenum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de-DE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7E6E790-1432-DEC0-B406-E11B431ADF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212581"/>
            <a:ext cx="4953000" cy="42728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5611706-E4EA-9FF2-A92F-BBBE4713E367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86368" y="419295"/>
            <a:ext cx="3987688" cy="743459"/>
          </a:xfrm>
        </p:spPr>
        <p:txBody>
          <a:bodyPr>
            <a:normAutofit/>
          </a:bodyPr>
          <a:lstStyle/>
          <a:p>
            <a:r>
              <a:rPr lang="en-GB" sz="1900"/>
              <a:t>BANKS STOCK PRICE IMAPCT A COUNTRY ECONOMY </a:t>
            </a:r>
          </a:p>
        </p:txBody>
      </p:sp>
      <p:graphicFrame>
        <p:nvGraphicFramePr>
          <p:cNvPr id="10" name="Content Placeholder 7">
            <a:extLst>
              <a:ext uri="{FF2B5EF4-FFF2-40B4-BE49-F238E27FC236}">
                <a16:creationId xmlns:a16="http://schemas.microsoft.com/office/drawing/2014/main" id="{60A0FA43-D6D9-59E7-F683-0B82B8BDE521}"/>
              </a:ext>
            </a:extLst>
          </p:cNvPr>
          <p:cNvGraphicFramePr>
            <a:graphicFrameLocks noGrp="1"/>
          </p:cNvGraphicFramePr>
          <p:nvPr>
            <p:ph sz="quarter" idx="44"/>
            <p:extLst>
              <p:ext uri="{D42A27DB-BD31-4B8C-83A1-F6EECF244321}">
                <p14:modId xmlns:p14="http://schemas.microsoft.com/office/powerpoint/2010/main" val="696502907"/>
              </p:ext>
            </p:extLst>
          </p:nvPr>
        </p:nvGraphicFramePr>
        <p:xfrm>
          <a:off x="3686175" y="786030"/>
          <a:ext cx="8050428" cy="5463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2" name="Footer Placeholder 1">
            <a:extLst>
              <a:ext uri="{FF2B5EF4-FFF2-40B4-BE49-F238E27FC236}">
                <a16:creationId xmlns:a16="http://schemas.microsoft.com/office/drawing/2014/main" id="{7215FD1C-201A-AF82-9510-DE29F50302C5}"/>
              </a:ext>
            </a:extLst>
          </p:cNvPr>
          <p:cNvSpPr txBox="1">
            <a:spLocks/>
          </p:cNvSpPr>
          <p:nvPr/>
        </p:nvSpPr>
        <p:spPr>
          <a:xfrm>
            <a:off x="118756" y="6629505"/>
            <a:ext cx="4060522" cy="1673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de-DE" dirty="0" err="1">
                <a:latin typeface="Arial"/>
                <a:cs typeface="Arial"/>
              </a:rPr>
              <a:t>Manoj</a:t>
            </a:r>
            <a:r>
              <a:rPr lang="de-DE" dirty="0">
                <a:latin typeface="Arial"/>
                <a:cs typeface="Arial"/>
              </a:rPr>
              <a:t> Sundar </a:t>
            </a:r>
            <a:r>
              <a:rPr lang="de-DE" dirty="0" err="1">
                <a:latin typeface="Arial"/>
                <a:cs typeface="Arial"/>
              </a:rPr>
              <a:t>Ravichandran</a:t>
            </a:r>
            <a:r>
              <a:rPr lang="de-DE" dirty="0">
                <a:latin typeface="Arial"/>
                <a:cs typeface="Arial"/>
              </a:rPr>
              <a:t>  | Data Mining and </a:t>
            </a:r>
            <a:r>
              <a:rPr lang="de-DE" dirty="0" err="1">
                <a:latin typeface="Arial"/>
                <a:cs typeface="Arial"/>
              </a:rPr>
              <a:t>Machine</a:t>
            </a:r>
            <a:r>
              <a:rPr lang="de-DE" dirty="0">
                <a:latin typeface="Arial"/>
                <a:cs typeface="Arial"/>
              </a:rPr>
              <a:t> Learning   | WS 2024/25</a:t>
            </a:r>
          </a:p>
        </p:txBody>
      </p:sp>
    </p:spTree>
    <p:extLst>
      <p:ext uri="{BB962C8B-B14F-4D97-AF65-F5344CB8AC3E}">
        <p14:creationId xmlns:p14="http://schemas.microsoft.com/office/powerpoint/2010/main" val="976795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sitting on a chair with his hands covering his face&#10;&#10;Description automatically generated">
            <a:extLst>
              <a:ext uri="{FF2B5EF4-FFF2-40B4-BE49-F238E27FC236}">
                <a16:creationId xmlns:a16="http://schemas.microsoft.com/office/drawing/2014/main" id="{B1A93310-92F0-F0A0-4962-934EA1F76033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rcRect l="28861" r="26487" b="2"/>
          <a:stretch/>
        </p:blipFill>
        <p:spPr>
          <a:xfrm>
            <a:off x="7616479" y="11875"/>
            <a:ext cx="4575521" cy="6839891"/>
          </a:xfrm>
          <a:noFill/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84CA679-C861-CDDC-816E-485028BB31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611979" y="6091154"/>
            <a:ext cx="771525" cy="757469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91B314B-66DA-82C3-7AEC-BEAC2A4D127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48738" y="6093650"/>
            <a:ext cx="766762" cy="752475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65874C80-2DB3-A907-01AA-5A6665F6373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07537" y="5856612"/>
            <a:ext cx="3707865" cy="308320"/>
          </a:xfrm>
        </p:spPr>
        <p:txBody>
          <a:bodyPr/>
          <a:lstStyle/>
          <a:p>
            <a:r>
              <a:rPr lang="en-US" dirty="0">
                <a:solidFill>
                  <a:srgbClr val="E8EAED"/>
                </a:solidFill>
                <a:latin typeface="Arial"/>
                <a:ea typeface="Roboto"/>
                <a:cs typeface="Roboto"/>
                <a:hlinkClick r:id="rId3"/>
              </a:rPr>
              <a:t>https://images.app.goo.gl/VWhCszUngYMyxVm46</a:t>
            </a:r>
            <a:endParaRPr lang="en-US">
              <a:latin typeface="Arial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12D371D-54E9-A245-C382-4F6CA0B48117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01928" y="2566988"/>
            <a:ext cx="5808561" cy="2772655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/>
          </a:p>
          <a:p>
            <a:pPr marL="285750" indent="-285750">
              <a:buFont typeface="Arial" panose="05050102010706020507" pitchFamily="18" charset="2"/>
              <a:buChar char="•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36E3F-925A-08B3-0606-0DE743169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24666" y="6422599"/>
            <a:ext cx="419314" cy="20429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0DAD67A-2FCA-A441-B907-1B1DD4930EB5}" type="slidenum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de-DE"/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E9FDC4EB-1C40-CED8-54D1-A212B40D67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5" y="6629505"/>
            <a:ext cx="4060522" cy="16737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 dirty="0" err="1">
                <a:latin typeface="Arial"/>
                <a:cs typeface="Arial"/>
              </a:rPr>
              <a:t>Manoj</a:t>
            </a:r>
            <a:r>
              <a:rPr lang="de-DE" dirty="0">
                <a:latin typeface="Arial"/>
                <a:cs typeface="Arial"/>
              </a:rPr>
              <a:t> Sundar </a:t>
            </a:r>
            <a:r>
              <a:rPr lang="de-DE" dirty="0" err="1">
                <a:latin typeface="Arial"/>
                <a:cs typeface="Arial"/>
              </a:rPr>
              <a:t>Ravichandran</a:t>
            </a:r>
            <a:r>
              <a:rPr lang="de-DE" dirty="0">
                <a:latin typeface="Arial"/>
                <a:cs typeface="Arial"/>
              </a:rPr>
              <a:t>  | Data Mining and </a:t>
            </a:r>
            <a:r>
              <a:rPr lang="de-DE" dirty="0" err="1">
                <a:latin typeface="Arial"/>
                <a:cs typeface="Arial"/>
              </a:rPr>
              <a:t>Machine</a:t>
            </a:r>
            <a:r>
              <a:rPr lang="de-DE" dirty="0">
                <a:latin typeface="Arial"/>
                <a:cs typeface="Arial"/>
              </a:rPr>
              <a:t> Learning   | WS 2024/25</a:t>
            </a:r>
          </a:p>
        </p:txBody>
      </p:sp>
      <p:sp>
        <p:nvSpPr>
          <p:cNvPr id="158" name="Content Placeholder 7">
            <a:extLst>
              <a:ext uri="{FF2B5EF4-FFF2-40B4-BE49-F238E27FC236}">
                <a16:creationId xmlns:a16="http://schemas.microsoft.com/office/drawing/2014/main" id="{74F39478-2C64-25C8-733A-0DD7BA3DE847}"/>
              </a:ext>
            </a:extLst>
          </p:cNvPr>
          <p:cNvSpPr txBox="1">
            <a:spLocks/>
          </p:cNvSpPr>
          <p:nvPr/>
        </p:nvSpPr>
        <p:spPr>
          <a:xfrm>
            <a:off x="408011" y="1194682"/>
            <a:ext cx="6436709" cy="10413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None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Wingdings" panose="05050102010706020507" pitchFamily="18" charset="2"/>
              <a:buChar char="ü"/>
            </a:pPr>
            <a:r>
              <a:rPr lang="en-US" sz="1600" dirty="0">
                <a:latin typeface="Arial"/>
                <a:cs typeface="Arial"/>
              </a:rPr>
              <a:t>Accurately predicting stock prices is crucial for investors, traders and financial analysts. </a:t>
            </a:r>
            <a:endParaRPr lang="en-US" sz="1600" dirty="0"/>
          </a:p>
          <a:p>
            <a:pPr marL="342900" indent="-342900" algn="just">
              <a:buFont typeface="Wingdings" panose="05050102010706020507" pitchFamily="18" charset="2"/>
              <a:buChar char="ü"/>
            </a:pPr>
            <a:r>
              <a:rPr lang="en-US" sz="1600" b="1" dirty="0">
                <a:latin typeface="Arial"/>
                <a:cs typeface="Arial"/>
              </a:rPr>
              <a:t>Reason :</a:t>
            </a:r>
            <a:r>
              <a:rPr lang="en-US" sz="1600" dirty="0">
                <a:latin typeface="Arial"/>
                <a:cs typeface="Arial"/>
              </a:rPr>
              <a:t> Dynamic, unpredictable and non-linear in nature.</a:t>
            </a:r>
            <a:endParaRPr lang="en-US" sz="1600" dirty="0"/>
          </a:p>
        </p:txBody>
      </p:sp>
      <p:sp>
        <p:nvSpPr>
          <p:cNvPr id="160" name="Title 7">
            <a:extLst>
              <a:ext uri="{FF2B5EF4-FFF2-40B4-BE49-F238E27FC236}">
                <a16:creationId xmlns:a16="http://schemas.microsoft.com/office/drawing/2014/main" id="{F4818DB4-1736-F434-6EFD-7DE5F4AAE711}"/>
              </a:ext>
            </a:extLst>
          </p:cNvPr>
          <p:cNvSpPr txBox="1">
            <a:spLocks/>
          </p:cNvSpPr>
          <p:nvPr/>
        </p:nvSpPr>
        <p:spPr>
          <a:xfrm>
            <a:off x="655068" y="747656"/>
            <a:ext cx="5477270" cy="4195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1000"/>
              </a:spcBef>
              <a:buFont typeface="Symbol" panose="05050102010706020507" pitchFamily="18" charset="2"/>
              <a:buNone/>
              <a:defRPr sz="21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2800" kern="1200">
                <a:solidFill>
                  <a:srgbClr val="909090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2800" kern="1200">
                <a:solidFill>
                  <a:srgbClr val="909090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2800" kern="1200">
                <a:solidFill>
                  <a:srgbClr val="909090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2800" kern="1200">
                <a:solidFill>
                  <a:srgbClr val="909090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"/>
                <a:cs typeface="Arial"/>
              </a:rPr>
              <a:t>PROBLEM STATEMENT </a:t>
            </a:r>
            <a:endParaRPr lang="en-US" sz="2000" dirty="0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4254C2C0-F5F8-8B59-775A-48BC59B1AB2E}"/>
              </a:ext>
            </a:extLst>
          </p:cNvPr>
          <p:cNvSpPr txBox="1">
            <a:spLocks/>
          </p:cNvSpPr>
          <p:nvPr/>
        </p:nvSpPr>
        <p:spPr>
          <a:xfrm>
            <a:off x="655067" y="2359098"/>
            <a:ext cx="5477270" cy="4195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1000"/>
              </a:spcBef>
              <a:buFont typeface="Symbol" panose="05050102010706020507" pitchFamily="18" charset="2"/>
              <a:buNone/>
              <a:defRPr sz="21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2800" kern="1200">
                <a:solidFill>
                  <a:srgbClr val="909090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2800" kern="1200">
                <a:solidFill>
                  <a:srgbClr val="909090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2800" kern="1200">
                <a:solidFill>
                  <a:srgbClr val="909090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2800" kern="1200">
                <a:solidFill>
                  <a:srgbClr val="909090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"/>
                <a:cs typeface="Arial"/>
              </a:rPr>
              <a:t>OUR GOAL</a:t>
            </a:r>
            <a:endParaRPr lang="en-US" sz="2000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74F39478-2C64-25C8-733A-0DD7BA3DE847}"/>
              </a:ext>
            </a:extLst>
          </p:cNvPr>
          <p:cNvSpPr txBox="1">
            <a:spLocks/>
          </p:cNvSpPr>
          <p:nvPr/>
        </p:nvSpPr>
        <p:spPr>
          <a:xfrm>
            <a:off x="408011" y="2906059"/>
            <a:ext cx="6436709" cy="7977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de-DE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None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Wingdings" panose="05050102010706020507" pitchFamily="18" charset="2"/>
              <a:buChar char="ü"/>
            </a:pPr>
            <a:r>
              <a:rPr lang="en-US" sz="1600" dirty="0">
                <a:latin typeface="Arial"/>
                <a:cs typeface="Arial"/>
              </a:rPr>
              <a:t>Predict Next Day Deutsche Bank's stock price using historical data and analyze its performance across different models.</a:t>
            </a:r>
            <a:endParaRPr lang="en-US" sz="1600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2830E1C5-6953-C54A-F883-A980E7C0CE43}"/>
              </a:ext>
            </a:extLst>
          </p:cNvPr>
          <p:cNvSpPr txBox="1">
            <a:spLocks/>
          </p:cNvSpPr>
          <p:nvPr/>
        </p:nvSpPr>
        <p:spPr>
          <a:xfrm>
            <a:off x="655066" y="3690435"/>
            <a:ext cx="1986099" cy="5319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de-DE"/>
            </a:defPPr>
            <a:lvl1pPr marL="0" indent="0" algn="l" defTabSz="914400" rtl="0" eaLnBrk="1" latinLnBrk="0" hangingPunct="1">
              <a:lnSpc>
                <a:spcPct val="105000"/>
              </a:lnSpc>
              <a:spcBef>
                <a:spcPts val="1000"/>
              </a:spcBef>
              <a:buFont typeface="Symbol" panose="05050102010706020507" pitchFamily="18" charset="2"/>
              <a:buNone/>
              <a:defRPr sz="21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2800" kern="1200">
                <a:solidFill>
                  <a:srgbClr val="909090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2800" kern="1200">
                <a:solidFill>
                  <a:srgbClr val="909090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2800" kern="1200">
                <a:solidFill>
                  <a:srgbClr val="909090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2800" kern="1200">
                <a:solidFill>
                  <a:srgbClr val="909090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"/>
                <a:cs typeface="Arial"/>
              </a:rPr>
              <a:t>MOTIVATION </a:t>
            </a:r>
            <a:endParaRPr lang="en-US" sz="20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EFFBC10-117B-0099-576B-3F1E6844E56A}"/>
              </a:ext>
            </a:extLst>
          </p:cNvPr>
          <p:cNvSpPr txBox="1">
            <a:spLocks/>
          </p:cNvSpPr>
          <p:nvPr/>
        </p:nvSpPr>
        <p:spPr>
          <a:xfrm>
            <a:off x="408202" y="4222501"/>
            <a:ext cx="6436709" cy="17178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de-DE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None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Wingdings" panose="05050102010706020507" pitchFamily="18" charset="2"/>
              <a:buChar char="ü"/>
            </a:pPr>
            <a:r>
              <a:rPr lang="en-US" sz="1600" dirty="0">
                <a:latin typeface="Arial"/>
                <a:cs typeface="Arial"/>
              </a:rPr>
              <a:t>Informed Investment Decisions</a:t>
            </a:r>
            <a:endParaRPr lang="en-US" sz="1600" dirty="0"/>
          </a:p>
          <a:p>
            <a:pPr marL="342900" indent="-342900" algn="just">
              <a:buFont typeface="Wingdings" panose="05050102010706020507" pitchFamily="18" charset="2"/>
              <a:buChar char="ü"/>
            </a:pPr>
            <a:r>
              <a:rPr lang="en-US" sz="1600" dirty="0">
                <a:latin typeface="Arial"/>
                <a:cs typeface="Arial"/>
              </a:rPr>
              <a:t>Risk management</a:t>
            </a:r>
            <a:endParaRPr lang="en-US" sz="1600" dirty="0"/>
          </a:p>
          <a:p>
            <a:pPr marL="342900" indent="-342900" algn="just">
              <a:buFont typeface="Wingdings" panose="05050102010706020507" pitchFamily="18" charset="2"/>
              <a:buChar char="ü"/>
            </a:pPr>
            <a:r>
              <a:rPr lang="en-US" sz="1600" dirty="0">
                <a:latin typeface="Arial"/>
                <a:cs typeface="Arial"/>
              </a:rPr>
              <a:t>Market Trends </a:t>
            </a:r>
            <a:endParaRPr lang="en-US" sz="1600" dirty="0"/>
          </a:p>
          <a:p>
            <a:pPr marL="342900" indent="-342900" algn="just">
              <a:buFont typeface="Wingdings" panose="05050102010706020507" pitchFamily="18" charset="2"/>
              <a:buChar char="ü"/>
            </a:pPr>
            <a:r>
              <a:rPr lang="en-US" sz="1600" dirty="0">
                <a:latin typeface="Arial"/>
                <a:cs typeface="Arial"/>
              </a:rPr>
              <a:t>Strategic Advantages for financial institutions</a:t>
            </a:r>
            <a:endParaRPr lang="en-US" sz="1600" dirty="0"/>
          </a:p>
          <a:p>
            <a:pPr marL="342900" indent="-342900" algn="just">
              <a:buFont typeface="Wingdings" panose="05050102010706020507" pitchFamily="18" charset="2"/>
              <a:buChar char="ü"/>
            </a:pPr>
            <a:r>
              <a:rPr lang="en-US" sz="1600" dirty="0">
                <a:latin typeface="Arial"/>
                <a:cs typeface="Arial"/>
              </a:rPr>
              <a:t>Economic Forecasting</a:t>
            </a:r>
            <a:endParaRPr lang="en-US" sz="1600" dirty="0"/>
          </a:p>
          <a:p>
            <a:pPr marL="342900" indent="-342900" algn="just">
              <a:buFont typeface="Wingdings" panose="05050102010706020507" pitchFamily="18" charset="2"/>
              <a:buChar char="ü"/>
            </a:pPr>
            <a:endParaRPr lang="en-US" sz="1600" dirty="0"/>
          </a:p>
          <a:p>
            <a:pPr marL="342900" indent="-342900">
              <a:buFont typeface="Wingdings" panose="05050102010706020507" pitchFamily="18" charset="2"/>
              <a:buChar char="ü"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222987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uilding with a sign on the front&#10;&#10;Description automatically generated">
            <a:extLst>
              <a:ext uri="{FF2B5EF4-FFF2-40B4-BE49-F238E27FC236}">
                <a16:creationId xmlns:a16="http://schemas.microsoft.com/office/drawing/2014/main" id="{B1A93310-92F0-F0A0-4962-934EA1F76033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1485" t="316" r="31506" b="-399"/>
          <a:stretch/>
        </p:blipFill>
        <p:spPr>
          <a:xfrm>
            <a:off x="7362022" y="913"/>
            <a:ext cx="4823099" cy="6845650"/>
          </a:xfrm>
          <a:noFill/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84CA679-C861-CDDC-816E-485028BB31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9979" y="149093"/>
            <a:ext cx="771525" cy="757469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91B314B-66DA-82C3-7AEC-BEAC2A4D127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-1565" y="-2351"/>
            <a:ext cx="766762" cy="74477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12D371D-54E9-A245-C382-4F6CA0B48117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01928" y="2566988"/>
            <a:ext cx="5808561" cy="2772655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/>
          </a:p>
          <a:p>
            <a:pPr marL="285750" indent="-285750">
              <a:buFont typeface="Arial" panose="05050102010706020507" pitchFamily="18" charset="2"/>
              <a:buChar char="•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36E3F-925A-08B3-0606-0DE743169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24666" y="6422599"/>
            <a:ext cx="419314" cy="20429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0DAD67A-2FCA-A441-B907-1B1DD4930EB5}" type="slidenum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de-DE"/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E9FDC4EB-1C40-CED8-54D1-A212B40D67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5" y="6629505"/>
            <a:ext cx="4060522" cy="16737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 dirty="0" err="1">
                <a:latin typeface="Arial"/>
                <a:cs typeface="Arial"/>
              </a:rPr>
              <a:t>Manoj</a:t>
            </a:r>
            <a:r>
              <a:rPr lang="de-DE" dirty="0">
                <a:latin typeface="Arial"/>
                <a:cs typeface="Arial"/>
              </a:rPr>
              <a:t> Sundar </a:t>
            </a:r>
            <a:r>
              <a:rPr lang="de-DE" dirty="0" err="1">
                <a:latin typeface="Arial"/>
                <a:cs typeface="Arial"/>
              </a:rPr>
              <a:t>Ravichandran</a:t>
            </a:r>
            <a:r>
              <a:rPr lang="de-DE" dirty="0">
                <a:latin typeface="Arial"/>
                <a:cs typeface="Arial"/>
              </a:rPr>
              <a:t>  | Data Mining and </a:t>
            </a:r>
            <a:r>
              <a:rPr lang="de-DE" dirty="0" err="1">
                <a:latin typeface="Arial"/>
                <a:cs typeface="Arial"/>
              </a:rPr>
              <a:t>Machine</a:t>
            </a:r>
            <a:r>
              <a:rPr lang="de-DE" dirty="0">
                <a:latin typeface="Arial"/>
                <a:cs typeface="Arial"/>
              </a:rPr>
              <a:t> Learning   | WS 2024/25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2830E1C5-6953-C54A-F883-A980E7C0CE43}"/>
              </a:ext>
            </a:extLst>
          </p:cNvPr>
          <p:cNvSpPr txBox="1">
            <a:spLocks/>
          </p:cNvSpPr>
          <p:nvPr/>
        </p:nvSpPr>
        <p:spPr>
          <a:xfrm>
            <a:off x="379238" y="1195798"/>
            <a:ext cx="5092714" cy="5143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de-DE"/>
            </a:defPPr>
            <a:lvl1pPr marL="0" indent="0" algn="l" defTabSz="914400" rtl="0" eaLnBrk="1" latinLnBrk="0" hangingPunct="1">
              <a:lnSpc>
                <a:spcPct val="105000"/>
              </a:lnSpc>
              <a:spcBef>
                <a:spcPts val="1000"/>
              </a:spcBef>
              <a:buFont typeface="Symbol" panose="05050102010706020507" pitchFamily="18" charset="2"/>
              <a:buNone/>
              <a:defRPr sz="21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2800" kern="1200">
                <a:solidFill>
                  <a:srgbClr val="909090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2800" kern="1200">
                <a:solidFill>
                  <a:srgbClr val="909090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2800" kern="1200">
                <a:solidFill>
                  <a:srgbClr val="909090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2800" kern="1200">
                <a:solidFill>
                  <a:srgbClr val="909090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"/>
                <a:cs typeface="Arial"/>
              </a:rPr>
              <a:t>WHY DEUSTCHE BANK ? </a:t>
            </a:r>
            <a:r>
              <a:rPr lang="en-US" dirty="0">
                <a:latin typeface="Arial"/>
                <a:cs typeface="Arial"/>
              </a:rPr>
              <a:t>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AEFFBC10-117B-0099-576B-3F1E6844E56A}"/>
              </a:ext>
            </a:extLst>
          </p:cNvPr>
          <p:cNvSpPr txBox="1">
            <a:spLocks/>
          </p:cNvSpPr>
          <p:nvPr/>
        </p:nvSpPr>
        <p:spPr>
          <a:xfrm>
            <a:off x="257422" y="1995896"/>
            <a:ext cx="6754120" cy="23988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de-DE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None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Wingdings" panose="05050102010706020507" pitchFamily="18" charset="2"/>
              <a:buChar char="ü"/>
            </a:pPr>
            <a:r>
              <a:rPr lang="en-US" sz="1600" dirty="0">
                <a:latin typeface="Arial"/>
                <a:cs typeface="Arial"/>
              </a:rPr>
              <a:t>Deutsche Bank is a major financial institution with a wide range of services including investment banking asset management and retail banking.</a:t>
            </a:r>
            <a:endParaRPr lang="en-US" sz="1600" dirty="0"/>
          </a:p>
          <a:p>
            <a:pPr marL="342900" indent="-342900" algn="just">
              <a:buFont typeface="Wingdings" panose="05050102010706020507" pitchFamily="18" charset="2"/>
              <a:buChar char="ü"/>
            </a:pPr>
            <a:r>
              <a:rPr lang="en-US" sz="1600" dirty="0">
                <a:latin typeface="Arial"/>
                <a:cs typeface="Arial"/>
              </a:rPr>
              <a:t>Reflects broader macroeconomic trends, financial market conditions, and the health of the banking sector.</a:t>
            </a:r>
            <a:endParaRPr lang="en-US" sz="1600" dirty="0"/>
          </a:p>
          <a:p>
            <a:pPr marL="342900" indent="-342900" algn="just">
              <a:buFont typeface="Wingdings" panose="05050102010706020507" pitchFamily="18" charset="2"/>
              <a:buChar char="ü"/>
            </a:pPr>
            <a:r>
              <a:rPr lang="en-US" sz="1600" dirty="0">
                <a:latin typeface="Arial"/>
                <a:cs typeface="Arial"/>
              </a:rPr>
              <a:t>Predicting its stock price helps assess the financial industry's overall stability and performance, which affect both the bank and the market at large.</a:t>
            </a:r>
            <a:endParaRPr lang="en-US" sz="1600" dirty="0"/>
          </a:p>
          <a:p>
            <a:pPr marL="342900" indent="-342900" algn="just">
              <a:buFont typeface="Wingdings" panose="05050102010706020507" pitchFamily="18" charset="2"/>
              <a:buChar char="ü"/>
            </a:pPr>
            <a:endParaRPr lang="en-US" sz="1600" dirty="0"/>
          </a:p>
          <a:p>
            <a:pPr marL="342900" indent="-342900">
              <a:buFont typeface="Wingdings" panose="05050102010706020507" pitchFamily="18" charset="2"/>
              <a:buChar char="ü"/>
            </a:pP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5F5BFA-A770-D822-AA12-83E9F1712E4E}"/>
              </a:ext>
            </a:extLst>
          </p:cNvPr>
          <p:cNvSpPr txBox="1"/>
          <p:nvPr/>
        </p:nvSpPr>
        <p:spPr>
          <a:xfrm>
            <a:off x="7353834" y="6440304"/>
            <a:ext cx="4831422" cy="357960"/>
          </a:xfrm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r>
              <a:rPr lang="en-US"/>
              <a:t>ThePhoto by PhotoAuthor is licensed under CCYYSA.</a:t>
            </a:r>
          </a:p>
        </p:txBody>
      </p:sp>
    </p:spTree>
    <p:extLst>
      <p:ext uri="{BB962C8B-B14F-4D97-AF65-F5344CB8AC3E}">
        <p14:creationId xmlns:p14="http://schemas.microsoft.com/office/powerpoint/2010/main" val="3304441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C0A0326-30BD-B894-FADF-5833A57FB2B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198767" y="364609"/>
            <a:ext cx="771525" cy="757469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E05685FE-17B2-76A2-C583-9A13573B67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697223" y="-2350"/>
            <a:ext cx="766762" cy="752475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01F0379E-62B1-2B7D-0553-DD25C435B5E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14593" y="2240729"/>
            <a:ext cx="10945089" cy="3992492"/>
          </a:xfrm>
        </p:spPr>
      </p:pic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4A895D5F-E857-1EE4-CBA1-9BE51A01E5F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20136" y="751565"/>
            <a:ext cx="1465013" cy="34119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latin typeface="Arial"/>
                <a:cs typeface="Arial"/>
              </a:rPr>
              <a:t>DATASET</a:t>
            </a:r>
            <a:endParaRPr lang="en-US" sz="2000" dirty="0"/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E9D1A59B-BBBB-D036-AF76-CD087CEDC06A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1987088" y="1104208"/>
            <a:ext cx="5947934" cy="87381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anose="05050102010706020507" pitchFamily="18" charset="2"/>
              <a:buChar char="ü"/>
            </a:pPr>
            <a:r>
              <a:rPr lang="en-US" sz="1600" b="1" dirty="0">
                <a:latin typeface="Arial"/>
                <a:cs typeface="Arial"/>
              </a:rPr>
              <a:t>Source :</a:t>
            </a:r>
            <a:r>
              <a:rPr lang="en-US" sz="1600" dirty="0">
                <a:latin typeface="Arial"/>
                <a:cs typeface="Arial"/>
              </a:rPr>
              <a:t>  Yahoo Finance </a:t>
            </a:r>
          </a:p>
          <a:p>
            <a:pPr>
              <a:buFont typeface="Wingdings" panose="05050102010706020507" pitchFamily="18" charset="2"/>
              <a:buChar char="ü"/>
            </a:pPr>
            <a:r>
              <a:rPr lang="en-US" sz="1600" b="1" dirty="0">
                <a:latin typeface="Arial"/>
                <a:cs typeface="Arial"/>
              </a:rPr>
              <a:t>Timeframe :</a:t>
            </a:r>
            <a:r>
              <a:rPr lang="en-US" sz="1600" dirty="0">
                <a:latin typeface="Arial"/>
                <a:cs typeface="Arial"/>
              </a:rPr>
              <a:t> Nov 2023 – Nov 2024</a:t>
            </a:r>
          </a:p>
          <a:p>
            <a:pPr>
              <a:buFont typeface="Wingdings" panose="05050102010706020507" pitchFamily="18" charset="2"/>
              <a:buChar char="ü"/>
            </a:pPr>
            <a:endParaRPr lang="en-US" sz="1600" dirty="0"/>
          </a:p>
          <a:p>
            <a:pPr>
              <a:buFont typeface="Wingdings" panose="05050102010706020507" pitchFamily="18" charset="2"/>
              <a:buChar char="ü"/>
            </a:pPr>
            <a:endParaRPr lang="en-US" dirty="0"/>
          </a:p>
          <a:p>
            <a:pPr>
              <a:buFont typeface="Wingdings" panose="05050102010706020507" pitchFamily="18" charset="2"/>
              <a:buChar char="ü"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207F09-D914-58F9-98E5-87C39209E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24666" y="6422599"/>
            <a:ext cx="419314" cy="20429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0DAD67A-2FCA-A441-B907-1B1DD4930EB5}" type="slidenum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de-DE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B570F2B8-FA96-2B65-90A7-5EC3494CAD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7340" y="6541582"/>
            <a:ext cx="4060522" cy="16737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 dirty="0" err="1">
                <a:latin typeface="Arial"/>
                <a:cs typeface="Arial"/>
              </a:rPr>
              <a:t>Manoj</a:t>
            </a:r>
            <a:r>
              <a:rPr lang="de-DE" dirty="0">
                <a:latin typeface="Arial"/>
                <a:cs typeface="Arial"/>
              </a:rPr>
              <a:t> Sundar </a:t>
            </a:r>
            <a:r>
              <a:rPr lang="de-DE" dirty="0" err="1">
                <a:latin typeface="Arial"/>
                <a:cs typeface="Arial"/>
              </a:rPr>
              <a:t>Ravichandran</a:t>
            </a:r>
            <a:r>
              <a:rPr lang="de-DE" dirty="0">
                <a:latin typeface="Arial"/>
                <a:cs typeface="Arial"/>
              </a:rPr>
              <a:t>  | Data Mining and </a:t>
            </a:r>
            <a:r>
              <a:rPr lang="de-DE" dirty="0" err="1">
                <a:latin typeface="Arial"/>
                <a:cs typeface="Arial"/>
              </a:rPr>
              <a:t>Machine</a:t>
            </a:r>
            <a:r>
              <a:rPr lang="de-DE" dirty="0">
                <a:latin typeface="Arial"/>
                <a:cs typeface="Arial"/>
              </a:rPr>
              <a:t> Learning   | WS 2024/25</a:t>
            </a:r>
          </a:p>
        </p:txBody>
      </p:sp>
    </p:spTree>
    <p:extLst>
      <p:ext uri="{BB962C8B-B14F-4D97-AF65-F5344CB8AC3E}">
        <p14:creationId xmlns:p14="http://schemas.microsoft.com/office/powerpoint/2010/main" val="1295064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 descr="A screenshot of a computer&#10;&#10;Description automatically generated">
            <a:extLst>
              <a:ext uri="{FF2B5EF4-FFF2-40B4-BE49-F238E27FC236}">
                <a16:creationId xmlns:a16="http://schemas.microsoft.com/office/drawing/2014/main" id="{AB3B9115-AC8E-4B67-9448-C2BCDF626C0E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rcRect b="6639"/>
          <a:stretch/>
        </p:blipFill>
        <p:spPr>
          <a:xfrm>
            <a:off x="20" y="10"/>
            <a:ext cx="12191980" cy="6857990"/>
          </a:xfrm>
          <a:noFill/>
        </p:spPr>
      </p:pic>
      <p:sp>
        <p:nvSpPr>
          <p:cNvPr id="10" name="Slide Number Placeholder 9" hidden="1">
            <a:extLst>
              <a:ext uri="{FF2B5EF4-FFF2-40B4-BE49-F238E27FC236}">
                <a16:creationId xmlns:a16="http://schemas.microsoft.com/office/drawing/2014/main" id="{173BF31C-D3C7-370A-38AE-59E58E358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50DAD67A-2FCA-A441-B907-1B1DD4930EB5}" type="slidenum">
              <a:rPr lang="de-DE" smtClean="0"/>
              <a:pPr>
                <a:spcAft>
                  <a:spcPts val="600"/>
                </a:spcAft>
              </a:pPr>
              <a:t>8</a:t>
            </a:fld>
            <a:endParaRPr lang="de-DE"/>
          </a:p>
        </p:txBody>
      </p:sp>
      <p:sp>
        <p:nvSpPr>
          <p:cNvPr id="24" name="Footer Placeholder 1">
            <a:extLst>
              <a:ext uri="{FF2B5EF4-FFF2-40B4-BE49-F238E27FC236}">
                <a16:creationId xmlns:a16="http://schemas.microsoft.com/office/drawing/2014/main" id="{59DC9007-9E72-BD73-4D47-5A411540C3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31478" y="6629505"/>
            <a:ext cx="4060522" cy="16737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 dirty="0" err="1">
                <a:latin typeface="Arial"/>
                <a:cs typeface="Arial"/>
              </a:rPr>
              <a:t>Manoj</a:t>
            </a:r>
            <a:r>
              <a:rPr lang="de-DE" dirty="0">
                <a:latin typeface="Arial"/>
                <a:cs typeface="Arial"/>
              </a:rPr>
              <a:t> Sundar </a:t>
            </a:r>
            <a:r>
              <a:rPr lang="de-DE" dirty="0" err="1">
                <a:latin typeface="Arial"/>
                <a:cs typeface="Arial"/>
              </a:rPr>
              <a:t>Ravichandran</a:t>
            </a:r>
            <a:r>
              <a:rPr lang="de-DE" dirty="0">
                <a:latin typeface="Arial"/>
                <a:cs typeface="Arial"/>
              </a:rPr>
              <a:t>  | Data Mining and </a:t>
            </a:r>
            <a:r>
              <a:rPr lang="de-DE" dirty="0" err="1">
                <a:latin typeface="Arial"/>
                <a:cs typeface="Arial"/>
              </a:rPr>
              <a:t>Machine</a:t>
            </a:r>
            <a:r>
              <a:rPr lang="de-DE" dirty="0">
                <a:latin typeface="Arial"/>
                <a:cs typeface="Arial"/>
              </a:rPr>
              <a:t> Learning   | WS 2024/25</a:t>
            </a:r>
          </a:p>
        </p:txBody>
      </p:sp>
    </p:spTree>
    <p:extLst>
      <p:ext uri="{BB962C8B-B14F-4D97-AF65-F5344CB8AC3E}">
        <p14:creationId xmlns:p14="http://schemas.microsoft.com/office/powerpoint/2010/main" val="2378998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C69EEBB-9D56-54E9-EC53-C9E3656C8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7C8FB57-2092-3C09-2241-984ED01E1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312" y="730971"/>
            <a:ext cx="4030876" cy="60615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Arial"/>
                <a:cs typeface="Arial"/>
              </a:rPr>
            </a:b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82F266-3F0F-69E9-8DB8-103F8985E3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88156" y="1413577"/>
            <a:ext cx="6844026" cy="127814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285750" indent="-285750">
              <a:buFont typeface="Wingdings" panose="05050102010706020507" pitchFamily="18" charset="2"/>
              <a:buChar char="ü"/>
            </a:pPr>
            <a:r>
              <a:rPr lang="en-US" sz="1600" dirty="0">
                <a:latin typeface="Arial"/>
                <a:cs typeface="Arial"/>
              </a:rPr>
              <a:t>In this data there are mainly 2 features in original data :</a:t>
            </a:r>
          </a:p>
          <a:p>
            <a:pPr marL="914400"/>
            <a:r>
              <a:rPr lang="en-US" sz="1600" dirty="0">
                <a:latin typeface="Arial"/>
                <a:cs typeface="Arial"/>
              </a:rPr>
              <a:t> 1. Temporal Feature : </a:t>
            </a:r>
            <a:r>
              <a:rPr lang="en-US" sz="1600" b="1" dirty="0">
                <a:latin typeface="Arial"/>
                <a:cs typeface="Arial"/>
              </a:rPr>
              <a:t>Date</a:t>
            </a:r>
          </a:p>
          <a:p>
            <a:pPr marL="914400"/>
            <a:r>
              <a:rPr lang="en-US" sz="1600" dirty="0">
                <a:latin typeface="Arial"/>
                <a:cs typeface="Arial"/>
              </a:rPr>
              <a:t> 2. Numerical Features : </a:t>
            </a:r>
            <a:r>
              <a:rPr lang="en-US" sz="1600" b="1" dirty="0">
                <a:latin typeface="Arial"/>
                <a:cs typeface="Arial"/>
              </a:rPr>
              <a:t>Open, High, Low, Close, </a:t>
            </a:r>
            <a:r>
              <a:rPr lang="en-US" sz="1600" b="1" dirty="0" err="1">
                <a:latin typeface="Arial"/>
                <a:cs typeface="Arial"/>
              </a:rPr>
              <a:t>AdjClose</a:t>
            </a:r>
            <a:r>
              <a:rPr lang="en-US" sz="1600" b="1" dirty="0">
                <a:latin typeface="Arial"/>
                <a:cs typeface="Arial"/>
              </a:rPr>
              <a:t>,  Volume 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FAF8F775-D803-BB83-5FE4-0023CAC94211}"/>
              </a:ext>
            </a:extLst>
          </p:cNvPr>
          <p:cNvSpPr txBox="1">
            <a:spLocks/>
          </p:cNvSpPr>
          <p:nvPr/>
        </p:nvSpPr>
        <p:spPr>
          <a:xfrm>
            <a:off x="1592798" y="728119"/>
            <a:ext cx="2496643" cy="41152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Arial"/>
                <a:cs typeface="Arial"/>
              </a:rPr>
              <a:t>FEATURES</a:t>
            </a:r>
            <a:endParaRPr lang="en-US" sz="2000" dirty="0"/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A188D5F6-53C5-0CCC-068E-C89D32A1351D}"/>
              </a:ext>
            </a:extLst>
          </p:cNvPr>
          <p:cNvSpPr txBox="1">
            <a:spLocks/>
          </p:cNvSpPr>
          <p:nvPr/>
        </p:nvSpPr>
        <p:spPr>
          <a:xfrm>
            <a:off x="1586935" y="3019979"/>
            <a:ext cx="4747473" cy="41152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Arial"/>
                <a:cs typeface="Arial"/>
              </a:rPr>
              <a:t>UNDERSTANDING OF DATA </a:t>
            </a:r>
            <a:endParaRPr lang="en-US" sz="2000" b="1" dirty="0"/>
          </a:p>
        </p:txBody>
      </p:sp>
      <p:sp>
        <p:nvSpPr>
          <p:cNvPr id="18" name="Content Placeholder 1">
            <a:extLst>
              <a:ext uri="{FF2B5EF4-FFF2-40B4-BE49-F238E27FC236}">
                <a16:creationId xmlns:a16="http://schemas.microsoft.com/office/drawing/2014/main" id="{E143E4D7-A997-9FDE-EE47-C820096E9F0A}"/>
              </a:ext>
            </a:extLst>
          </p:cNvPr>
          <p:cNvSpPr txBox="1">
            <a:spLocks/>
          </p:cNvSpPr>
          <p:nvPr/>
        </p:nvSpPr>
        <p:spPr>
          <a:xfrm>
            <a:off x="1577140" y="3652687"/>
            <a:ext cx="9118303" cy="256767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Symbol" panose="05050102010706020507" pitchFamily="18" charset="2"/>
              <a:buNone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50102010706020507" pitchFamily="18" charset="2"/>
              <a:buChar char="ü"/>
            </a:pPr>
            <a:r>
              <a:rPr lang="en-US" sz="1600" dirty="0" err="1">
                <a:latin typeface="Arial"/>
                <a:cs typeface="Arial"/>
              </a:rPr>
              <a:t>AdjClose</a:t>
            </a:r>
            <a:r>
              <a:rPr lang="en-US" sz="1600" dirty="0">
                <a:latin typeface="Arial"/>
                <a:cs typeface="Arial"/>
              </a:rPr>
              <a:t>: Closing price of stock after adjustment for events like dividends, stock splits, and new stock offering.</a:t>
            </a:r>
          </a:p>
          <a:p>
            <a:pPr marL="285750" indent="-285750">
              <a:buFont typeface="Wingdings" panose="05050102010706020507" pitchFamily="18" charset="2"/>
              <a:buChar char="ü"/>
            </a:pPr>
            <a:r>
              <a:rPr lang="en-US" sz="1600" dirty="0">
                <a:latin typeface="Arial"/>
                <a:cs typeface="Arial"/>
              </a:rPr>
              <a:t>Close : It is the final value of the stock for the day</a:t>
            </a:r>
          </a:p>
          <a:p>
            <a:pPr marL="285750" indent="-285750">
              <a:buFont typeface="Wingdings" panose="05050102010706020507" pitchFamily="18" charset="2"/>
              <a:buChar char="ü"/>
            </a:pPr>
            <a:r>
              <a:rPr lang="en-US" sz="1600" dirty="0">
                <a:latin typeface="Arial"/>
                <a:cs typeface="Arial"/>
              </a:rPr>
              <a:t>High : It is highest price at which stock was traded during specific day</a:t>
            </a:r>
          </a:p>
          <a:p>
            <a:pPr marL="285750" indent="-285750">
              <a:buFont typeface="Wingdings" panose="05050102010706020507" pitchFamily="18" charset="2"/>
              <a:buChar char="ü"/>
            </a:pPr>
            <a:r>
              <a:rPr lang="en-US" sz="1600" dirty="0">
                <a:latin typeface="Arial"/>
                <a:cs typeface="Arial"/>
              </a:rPr>
              <a:t>Low : It is lowest price at which stock was traded during specific day</a:t>
            </a:r>
          </a:p>
          <a:p>
            <a:pPr marL="285750" indent="-285750">
              <a:buFont typeface="Wingdings" panose="05050102010706020507" pitchFamily="18" charset="2"/>
              <a:buChar char="ü"/>
            </a:pPr>
            <a:r>
              <a:rPr lang="en-US" sz="1600" dirty="0">
                <a:latin typeface="Arial"/>
                <a:cs typeface="Arial"/>
              </a:rPr>
              <a:t>Open : The price of stock at the beginning of trading session.</a:t>
            </a:r>
          </a:p>
          <a:p>
            <a:pPr marL="285750" indent="-285750">
              <a:buFont typeface="Wingdings" panose="05050102010706020507" pitchFamily="18" charset="2"/>
              <a:buChar char="ü"/>
            </a:pPr>
            <a:r>
              <a:rPr lang="en-US" sz="1600" dirty="0">
                <a:latin typeface="Arial"/>
                <a:cs typeface="Arial"/>
              </a:rPr>
              <a:t>Volume: It is total number if shares traded during specific period</a:t>
            </a:r>
          </a:p>
          <a:p>
            <a:pPr marL="285750" indent="-285750">
              <a:buFont typeface="Wingdings" panose="05050102010706020507" pitchFamily="18" charset="2"/>
              <a:buChar char="ü"/>
            </a:pPr>
            <a:endParaRPr lang="en-US" sz="1600" dirty="0">
              <a:latin typeface="Arial"/>
              <a:cs typeface="Arial"/>
            </a:endParaRPr>
          </a:p>
        </p:txBody>
      </p:sp>
      <p:sp>
        <p:nvSpPr>
          <p:cNvPr id="20" name="Footer Placeholder 1">
            <a:extLst>
              <a:ext uri="{FF2B5EF4-FFF2-40B4-BE49-F238E27FC236}">
                <a16:creationId xmlns:a16="http://schemas.microsoft.com/office/drawing/2014/main" id="{0251B347-F54E-5C2F-6EB7-4FFA3F2BF2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7033" y="6629505"/>
            <a:ext cx="4060522" cy="16737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 dirty="0" err="1">
                <a:latin typeface="Arial"/>
                <a:cs typeface="Arial"/>
              </a:rPr>
              <a:t>Manoj</a:t>
            </a:r>
            <a:r>
              <a:rPr lang="de-DE" dirty="0">
                <a:latin typeface="Arial"/>
                <a:cs typeface="Arial"/>
              </a:rPr>
              <a:t> Sundar </a:t>
            </a:r>
            <a:r>
              <a:rPr lang="de-DE" dirty="0" err="1">
                <a:latin typeface="Arial"/>
                <a:cs typeface="Arial"/>
              </a:rPr>
              <a:t>Ravichandran</a:t>
            </a:r>
            <a:r>
              <a:rPr lang="de-DE" dirty="0">
                <a:latin typeface="Arial"/>
                <a:cs typeface="Arial"/>
              </a:rPr>
              <a:t>  | Data Mining and </a:t>
            </a:r>
            <a:r>
              <a:rPr lang="de-DE" dirty="0" err="1">
                <a:latin typeface="Arial"/>
                <a:cs typeface="Arial"/>
              </a:rPr>
              <a:t>Machine</a:t>
            </a:r>
            <a:r>
              <a:rPr lang="de-DE" dirty="0">
                <a:latin typeface="Arial"/>
                <a:cs typeface="Arial"/>
              </a:rPr>
              <a:t> Learning   | WS 2024/25</a:t>
            </a:r>
          </a:p>
        </p:txBody>
      </p:sp>
    </p:spTree>
    <p:extLst>
      <p:ext uri="{BB962C8B-B14F-4D97-AF65-F5344CB8AC3E}">
        <p14:creationId xmlns:p14="http://schemas.microsoft.com/office/powerpoint/2010/main" val="2131840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blue lines&#10;&#10;Description automatically generated">
            <a:extLst>
              <a:ext uri="{FF2B5EF4-FFF2-40B4-BE49-F238E27FC236}">
                <a16:creationId xmlns:a16="http://schemas.microsoft.com/office/drawing/2014/main" id="{C03170E9-ADEB-DC99-0939-21EC9FEFE9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3" r="-1" b="-1"/>
          <a:stretch/>
        </p:blipFill>
        <p:spPr>
          <a:xfrm>
            <a:off x="5641615" y="874411"/>
            <a:ext cx="5762366" cy="4970912"/>
          </a:xfrm>
          <a:prstGeom prst="rect">
            <a:avLst/>
          </a:prstGeom>
          <a:noFill/>
        </p:spPr>
      </p:pic>
      <p:sp>
        <p:nvSpPr>
          <p:cNvPr id="20" name="Footer Placeholder 1">
            <a:extLst>
              <a:ext uri="{FF2B5EF4-FFF2-40B4-BE49-F238E27FC236}">
                <a16:creationId xmlns:a16="http://schemas.microsoft.com/office/drawing/2014/main" id="{0251B347-F54E-5C2F-6EB7-4FFA3F2BF2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e-DE" b="0" i="0" kern="120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Manoj Sundar Ravichandran  | Data Mining and Machine Learning   | WS 2024/25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C69EEBB-9D56-54E9-EC53-C9E3656C8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7290" y="6422599"/>
            <a:ext cx="419314" cy="2042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0DAD67A-2FCA-A441-B907-1B1DD4930EB5}" type="slidenum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de-DE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6FAE19B-5559-3816-A810-80D359D2A7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399" y="0"/>
            <a:ext cx="754063" cy="5486400"/>
          </a:xfrm>
          <a:solidFill>
            <a:srgbClr val="2862FA"/>
          </a:solidFill>
          <a:ln>
            <a:solidFill>
              <a:srgbClr val="2862F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7C8FB57-2092-3C09-2241-984ED01E147E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837391" y="1012677"/>
            <a:ext cx="3693613" cy="1037536"/>
          </a:xfrm>
        </p:spPr>
        <p:txBody>
          <a:bodyPr vert="horz" lIns="91440" tIns="45720" rIns="91440" bIns="45720" rtlCol="0">
            <a:normAutofit/>
          </a:bodyPr>
          <a:lstStyle/>
          <a:p>
            <a:br>
              <a:rPr lang="de-DE" b="1" i="0" kern="120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lang="de-DE" b="1" i="0" kern="120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82F266-3F0F-69E9-8DB8-103F8985E3EB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1837391" y="1533214"/>
            <a:ext cx="3500820" cy="36028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5050102010706020507" pitchFamily="18" charset="2"/>
              <a:buChar char="ü"/>
            </a:pPr>
            <a:r>
              <a:rPr lang="de-DE" sz="1600" b="0" i="0" kern="1200" err="1">
                <a:latin typeface="Arial"/>
                <a:cs typeface="Arial"/>
              </a:rPr>
              <a:t>Rows</a:t>
            </a:r>
            <a:r>
              <a:rPr lang="de-DE" sz="1600" b="0" i="0" kern="1200" dirty="0">
                <a:latin typeface="Arial"/>
                <a:cs typeface="Arial"/>
              </a:rPr>
              <a:t> : 256 </a:t>
            </a:r>
            <a:endParaRPr lang="en-US" sz="1600" dirty="0">
              <a:latin typeface="Arial"/>
              <a:cs typeface="Arial"/>
            </a:endParaRPr>
          </a:p>
          <a:p>
            <a:pPr>
              <a:buFont typeface="Wingdings" panose="05050102010706020507" pitchFamily="18" charset="2"/>
              <a:buChar char="ü"/>
            </a:pPr>
            <a:r>
              <a:rPr lang="de-DE" sz="1600" b="0" i="0" kern="1200" dirty="0">
                <a:latin typeface="Arial"/>
                <a:cs typeface="Arial"/>
              </a:rPr>
              <a:t>Columns : 6</a:t>
            </a:r>
          </a:p>
          <a:p>
            <a:pPr>
              <a:buFont typeface="Wingdings" panose="05050102010706020507" pitchFamily="18" charset="2"/>
              <a:buChar char="ü"/>
            </a:pPr>
            <a:r>
              <a:rPr lang="de-DE" sz="1600" b="0" i="0" kern="1200" dirty="0">
                <a:latin typeface="Arial"/>
                <a:cs typeface="Arial"/>
              </a:rPr>
              <a:t>Target </a:t>
            </a:r>
            <a:r>
              <a:rPr lang="de-DE" sz="1600" b="0" i="0" kern="1200" err="1">
                <a:latin typeface="Arial"/>
                <a:cs typeface="Arial"/>
              </a:rPr>
              <a:t>Column</a:t>
            </a:r>
            <a:r>
              <a:rPr lang="de-DE" sz="1600" b="0" i="0" kern="1200" dirty="0">
                <a:latin typeface="Arial"/>
                <a:cs typeface="Arial"/>
              </a:rPr>
              <a:t>: Close (</a:t>
            </a:r>
            <a:r>
              <a:rPr lang="de-DE" sz="1600" b="0" i="0" kern="1200" err="1">
                <a:latin typeface="Arial"/>
                <a:cs typeface="Arial"/>
              </a:rPr>
              <a:t>price</a:t>
            </a:r>
            <a:r>
              <a:rPr lang="de-DE" sz="1600" b="0" i="0" kern="1200" dirty="0">
                <a:latin typeface="Arial"/>
                <a:cs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9831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C69EEBB-9D56-54E9-EC53-C9E3656C8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31204" y="6592584"/>
            <a:ext cx="452907" cy="204297"/>
          </a:xfrm>
        </p:spPr>
        <p:txBody>
          <a:bodyPr/>
          <a:lstStyle/>
          <a:p>
            <a:fld id="{50DAD67A-2FCA-A441-B907-1B1DD4930EB5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7C8FB57-2092-3C09-2241-984ED01E1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312" y="730971"/>
            <a:ext cx="4030876" cy="60615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Arial"/>
                <a:cs typeface="Arial"/>
              </a:rPr>
            </a:br>
            <a:endParaRPr lang="en-US" dirty="0"/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FAF8F775-D803-BB83-5FE4-0023CAC94211}"/>
              </a:ext>
            </a:extLst>
          </p:cNvPr>
          <p:cNvSpPr txBox="1">
            <a:spLocks/>
          </p:cNvSpPr>
          <p:nvPr/>
        </p:nvSpPr>
        <p:spPr>
          <a:xfrm>
            <a:off x="1592798" y="423991"/>
            <a:ext cx="3577183" cy="61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Arial"/>
                <a:cs typeface="Arial"/>
              </a:rPr>
              <a:t>SUMMARY OF DATAFRAME STRUCTURE</a:t>
            </a:r>
            <a:endParaRPr lang="en-US" sz="2000" b="1" dirty="0"/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A188D5F6-53C5-0CCC-068E-C89D32A1351D}"/>
              </a:ext>
            </a:extLst>
          </p:cNvPr>
          <p:cNvSpPr txBox="1">
            <a:spLocks/>
          </p:cNvSpPr>
          <p:nvPr/>
        </p:nvSpPr>
        <p:spPr>
          <a:xfrm>
            <a:off x="1582611" y="3472855"/>
            <a:ext cx="3585735" cy="41152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Arial"/>
                <a:cs typeface="Arial"/>
              </a:rPr>
              <a:t>DESCRIPTIVE STATISTICS</a:t>
            </a:r>
            <a:endParaRPr lang="en-US" sz="2000" b="1" dirty="0"/>
          </a:p>
        </p:txBody>
      </p:sp>
      <p:sp>
        <p:nvSpPr>
          <p:cNvPr id="20" name="Footer Placeholder 1">
            <a:extLst>
              <a:ext uri="{FF2B5EF4-FFF2-40B4-BE49-F238E27FC236}">
                <a16:creationId xmlns:a16="http://schemas.microsoft.com/office/drawing/2014/main" id="{0251B347-F54E-5C2F-6EB7-4FFA3F2BF2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7033" y="6629505"/>
            <a:ext cx="4060522" cy="16737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 dirty="0" err="1">
                <a:latin typeface="Arial"/>
                <a:cs typeface="Arial"/>
              </a:rPr>
              <a:t>Manoj</a:t>
            </a:r>
            <a:r>
              <a:rPr lang="de-DE" dirty="0">
                <a:latin typeface="Arial"/>
                <a:cs typeface="Arial"/>
              </a:rPr>
              <a:t> Sundar </a:t>
            </a:r>
            <a:r>
              <a:rPr lang="de-DE" dirty="0" err="1">
                <a:latin typeface="Arial"/>
                <a:cs typeface="Arial"/>
              </a:rPr>
              <a:t>Ravichandran</a:t>
            </a:r>
            <a:r>
              <a:rPr lang="de-DE" dirty="0">
                <a:latin typeface="Arial"/>
                <a:cs typeface="Arial"/>
              </a:rPr>
              <a:t>  | Data Mining and </a:t>
            </a:r>
            <a:r>
              <a:rPr lang="de-DE" dirty="0" err="1">
                <a:latin typeface="Arial"/>
                <a:cs typeface="Arial"/>
              </a:rPr>
              <a:t>Machine</a:t>
            </a:r>
            <a:r>
              <a:rPr lang="de-DE" dirty="0">
                <a:latin typeface="Arial"/>
                <a:cs typeface="Arial"/>
              </a:rPr>
              <a:t> Learning   | WS 2024/25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57B9D382-327D-4BB7-9181-A27FB2EFF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468" y="325268"/>
            <a:ext cx="4522443" cy="2965553"/>
          </a:xfrm>
          <a:prstGeom prst="rect">
            <a:avLst/>
          </a:prstGeom>
        </p:spPr>
      </p:pic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81D289E2-B030-2C11-4B1D-A085406F7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339" y="3471875"/>
            <a:ext cx="6424246" cy="315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713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C69EEBB-9D56-54E9-EC53-C9E3656C8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7C8FB57-2092-3C09-2241-984ED01E1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312" y="730971"/>
            <a:ext cx="4030876" cy="60615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Arial"/>
                <a:cs typeface="Arial"/>
              </a:rPr>
            </a:b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82F266-3F0F-69E9-8DB8-103F8985E3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52987" y="1141256"/>
            <a:ext cx="9092550" cy="4349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 panose="05050102010706020507" pitchFamily="18" charset="2"/>
              <a:buChar char="ü"/>
            </a:pPr>
            <a:r>
              <a:rPr lang="en-US" sz="1600" dirty="0">
                <a:latin typeface="Arial"/>
                <a:cs typeface="Arial"/>
              </a:rPr>
              <a:t>Creates a boxplots to Visualize the distribution of close prices and identify the potential outliers  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FAF8F775-D803-BB83-5FE4-0023CAC94211}"/>
              </a:ext>
            </a:extLst>
          </p:cNvPr>
          <p:cNvSpPr txBox="1">
            <a:spLocks/>
          </p:cNvSpPr>
          <p:nvPr/>
        </p:nvSpPr>
        <p:spPr>
          <a:xfrm>
            <a:off x="1592798" y="728119"/>
            <a:ext cx="2496643" cy="41152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OUTLIERS </a:t>
            </a:r>
          </a:p>
        </p:txBody>
      </p:sp>
      <p:sp>
        <p:nvSpPr>
          <p:cNvPr id="20" name="Footer Placeholder 1">
            <a:extLst>
              <a:ext uri="{FF2B5EF4-FFF2-40B4-BE49-F238E27FC236}">
                <a16:creationId xmlns:a16="http://schemas.microsoft.com/office/drawing/2014/main" id="{0251B347-F54E-5C2F-6EB7-4FFA3F2BF2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7033" y="6629505"/>
            <a:ext cx="4060522" cy="16737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 dirty="0" err="1">
                <a:latin typeface="Arial"/>
                <a:cs typeface="Arial"/>
              </a:rPr>
              <a:t>Manoj</a:t>
            </a:r>
            <a:r>
              <a:rPr lang="de-DE" dirty="0">
                <a:latin typeface="Arial"/>
                <a:cs typeface="Arial"/>
              </a:rPr>
              <a:t> Sundar </a:t>
            </a:r>
            <a:r>
              <a:rPr lang="de-DE" dirty="0" err="1">
                <a:latin typeface="Arial"/>
                <a:cs typeface="Arial"/>
              </a:rPr>
              <a:t>Ravichandran</a:t>
            </a:r>
            <a:r>
              <a:rPr lang="de-DE" dirty="0">
                <a:latin typeface="Arial"/>
                <a:cs typeface="Arial"/>
              </a:rPr>
              <a:t>  | Data Mining and </a:t>
            </a:r>
            <a:r>
              <a:rPr lang="de-DE" dirty="0" err="1">
                <a:latin typeface="Arial"/>
                <a:cs typeface="Arial"/>
              </a:rPr>
              <a:t>Machine</a:t>
            </a:r>
            <a:r>
              <a:rPr lang="de-DE" dirty="0">
                <a:latin typeface="Arial"/>
                <a:cs typeface="Arial"/>
              </a:rPr>
              <a:t> Learning   | WS 2024/25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490133-C768-8440-0E60-7D6B98F51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076" y="2143017"/>
            <a:ext cx="6301750" cy="4278923"/>
          </a:xfrm>
          <a:prstGeom prst="rect">
            <a:avLst/>
          </a:prstGeom>
        </p:spPr>
      </p:pic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75AD1862-5DB6-03EA-0F38-EEAB6B409C92}"/>
              </a:ext>
            </a:extLst>
          </p:cNvPr>
          <p:cNvSpPr txBox="1">
            <a:spLocks/>
          </p:cNvSpPr>
          <p:nvPr/>
        </p:nvSpPr>
        <p:spPr>
          <a:xfrm>
            <a:off x="1752986" y="1715687"/>
            <a:ext cx="3254458" cy="4349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Symbol" panose="05050102010706020507" pitchFamily="18" charset="2"/>
              <a:buNone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50102010706020507" pitchFamily="18" charset="2"/>
              <a:buChar char="ü"/>
            </a:pPr>
            <a:r>
              <a:rPr lang="en-US" sz="1600" dirty="0">
                <a:latin typeface="Arial"/>
                <a:cs typeface="Arial"/>
              </a:rPr>
              <a:t>Results : there is no outliers  </a:t>
            </a:r>
          </a:p>
        </p:txBody>
      </p:sp>
    </p:spTree>
    <p:extLst>
      <p:ext uri="{BB962C8B-B14F-4D97-AF65-F5344CB8AC3E}">
        <p14:creationId xmlns:p14="http://schemas.microsoft.com/office/powerpoint/2010/main" val="2333523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C69EEBB-9D56-54E9-EC53-C9E3656C8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7C8FB57-2092-3C09-2241-984ED01E1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312" y="730971"/>
            <a:ext cx="4030876" cy="60615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Arial"/>
                <a:cs typeface="Arial"/>
              </a:rPr>
            </a:b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82F266-3F0F-69E9-8DB8-103F8985E3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52987" y="1141256"/>
            <a:ext cx="9092550" cy="45849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dirty="0">
                <a:latin typeface="Arial"/>
                <a:cs typeface="Arial"/>
              </a:rPr>
              <a:t> </a:t>
            </a:r>
            <a:endParaRPr lang="en-US"/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FAF8F775-D803-BB83-5FE4-0023CAC94211}"/>
              </a:ext>
            </a:extLst>
          </p:cNvPr>
          <p:cNvSpPr txBox="1">
            <a:spLocks/>
          </p:cNvSpPr>
          <p:nvPr/>
        </p:nvSpPr>
        <p:spPr>
          <a:xfrm>
            <a:off x="946253" y="1136058"/>
            <a:ext cx="2895227" cy="41152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Arial"/>
                <a:cs typeface="Arial"/>
              </a:rPr>
              <a:t>OUTLIERS USING IQR </a:t>
            </a:r>
            <a:endParaRPr lang="en-US" sz="2000" b="1" dirty="0"/>
          </a:p>
        </p:txBody>
      </p:sp>
      <p:sp>
        <p:nvSpPr>
          <p:cNvPr id="20" name="Footer Placeholder 1">
            <a:extLst>
              <a:ext uri="{FF2B5EF4-FFF2-40B4-BE49-F238E27FC236}">
                <a16:creationId xmlns:a16="http://schemas.microsoft.com/office/drawing/2014/main" id="{0251B347-F54E-5C2F-6EB7-4FFA3F2BF2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7033" y="6629505"/>
            <a:ext cx="4060522" cy="16737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 dirty="0" err="1">
                <a:latin typeface="Arial"/>
                <a:cs typeface="Arial"/>
              </a:rPr>
              <a:t>Manoj</a:t>
            </a:r>
            <a:r>
              <a:rPr lang="de-DE" dirty="0">
                <a:latin typeface="Arial"/>
                <a:cs typeface="Arial"/>
              </a:rPr>
              <a:t> Sundar </a:t>
            </a:r>
            <a:r>
              <a:rPr lang="de-DE" dirty="0" err="1">
                <a:latin typeface="Arial"/>
                <a:cs typeface="Arial"/>
              </a:rPr>
              <a:t>Ravichandran</a:t>
            </a:r>
            <a:r>
              <a:rPr lang="de-DE" dirty="0">
                <a:latin typeface="Arial"/>
                <a:cs typeface="Arial"/>
              </a:rPr>
              <a:t>  | Data Mining and </a:t>
            </a:r>
            <a:r>
              <a:rPr lang="de-DE" dirty="0" err="1">
                <a:latin typeface="Arial"/>
                <a:cs typeface="Arial"/>
              </a:rPr>
              <a:t>Machine</a:t>
            </a:r>
            <a:r>
              <a:rPr lang="de-DE" dirty="0">
                <a:latin typeface="Arial"/>
                <a:cs typeface="Arial"/>
              </a:rPr>
              <a:t> Learning   | WS 2024/25</a:t>
            </a:r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D7323036-F998-810C-38E9-6AF574152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746" y="394086"/>
            <a:ext cx="6751417" cy="623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8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C69EEBB-9D56-54E9-EC53-C9E3656C8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7C8FB57-2092-3C09-2241-984ED01E1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312" y="730971"/>
            <a:ext cx="4030876" cy="60615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Arial"/>
                <a:cs typeface="Arial"/>
              </a:rPr>
            </a:b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82F266-3F0F-69E9-8DB8-103F8985E3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653341" y="1130303"/>
            <a:ext cx="8881726" cy="4091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 panose="05050102010706020507" pitchFamily="18" charset="2"/>
              <a:buChar char="ü"/>
            </a:pPr>
            <a:r>
              <a:rPr lang="en-US" sz="1600" dirty="0">
                <a:latin typeface="Arial"/>
                <a:cs typeface="Arial"/>
              </a:rPr>
              <a:t>Lag feature : lag feature is a time shifted version of a variable. Representing its past values.</a:t>
            </a:r>
          </a:p>
          <a:p>
            <a:pPr marL="285750" indent="-285750">
              <a:buFont typeface="Wingdings" panose="05050102010706020507" pitchFamily="18" charset="2"/>
              <a:buChar char="ü"/>
            </a:pPr>
            <a:endParaRPr lang="en-US" sz="1600" dirty="0"/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FAF8F775-D803-BB83-5FE4-0023CAC94211}"/>
              </a:ext>
            </a:extLst>
          </p:cNvPr>
          <p:cNvSpPr txBox="1">
            <a:spLocks/>
          </p:cNvSpPr>
          <p:nvPr/>
        </p:nvSpPr>
        <p:spPr>
          <a:xfrm>
            <a:off x="1592798" y="678152"/>
            <a:ext cx="5607102" cy="4177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Arial"/>
                <a:cs typeface="Arial"/>
              </a:rPr>
              <a:t>ENGINEERED FEATURES </a:t>
            </a:r>
            <a:endParaRPr lang="en-US" sz="2000" b="1" dirty="0"/>
          </a:p>
        </p:txBody>
      </p:sp>
      <p:sp>
        <p:nvSpPr>
          <p:cNvPr id="20" name="Footer Placeholder 1">
            <a:extLst>
              <a:ext uri="{FF2B5EF4-FFF2-40B4-BE49-F238E27FC236}">
                <a16:creationId xmlns:a16="http://schemas.microsoft.com/office/drawing/2014/main" id="{0251B347-F54E-5C2F-6EB7-4FFA3F2BF2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7033" y="6629505"/>
            <a:ext cx="4060522" cy="16737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 dirty="0" err="1">
                <a:latin typeface="Arial"/>
                <a:cs typeface="Arial"/>
              </a:rPr>
              <a:t>Manoj</a:t>
            </a:r>
            <a:r>
              <a:rPr lang="de-DE" dirty="0">
                <a:latin typeface="Arial"/>
                <a:cs typeface="Arial"/>
              </a:rPr>
              <a:t> Sundar </a:t>
            </a:r>
            <a:r>
              <a:rPr lang="de-DE" dirty="0" err="1">
                <a:latin typeface="Arial"/>
                <a:cs typeface="Arial"/>
              </a:rPr>
              <a:t>Ravichandran</a:t>
            </a:r>
            <a:r>
              <a:rPr lang="de-DE" dirty="0">
                <a:latin typeface="Arial"/>
                <a:cs typeface="Arial"/>
              </a:rPr>
              <a:t>  | Data Mining and </a:t>
            </a:r>
            <a:r>
              <a:rPr lang="de-DE" dirty="0" err="1">
                <a:latin typeface="Arial"/>
                <a:cs typeface="Arial"/>
              </a:rPr>
              <a:t>Machine</a:t>
            </a:r>
            <a:r>
              <a:rPr lang="de-DE" dirty="0">
                <a:latin typeface="Arial"/>
                <a:cs typeface="Arial"/>
              </a:rPr>
              <a:t> Learning   | WS 2024/25</a:t>
            </a:r>
          </a:p>
        </p:txBody>
      </p:sp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65688BC3-47D0-FE92-D600-064AA14D9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60" y="2050690"/>
            <a:ext cx="4747847" cy="36842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787029-066E-3634-4420-446520CD4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586" y="1748941"/>
            <a:ext cx="6570784" cy="41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57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C69EEBB-9D56-54E9-EC53-C9E3656C8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7C8FB57-2092-3C09-2241-984ED01E1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312" y="730971"/>
            <a:ext cx="4030876" cy="60615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Arial"/>
                <a:cs typeface="Arial"/>
              </a:rPr>
            </a:b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82F266-3F0F-69E9-8DB8-103F8985E3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606450" y="1100996"/>
            <a:ext cx="9467877" cy="60848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285750" indent="-285750">
              <a:buFont typeface="Wingdings" panose="05050102010706020507" pitchFamily="18" charset="2"/>
              <a:buChar char="ü"/>
            </a:pPr>
            <a:r>
              <a:rPr lang="en-US" sz="1600" dirty="0">
                <a:latin typeface="Arial"/>
                <a:cs typeface="Arial"/>
              </a:rPr>
              <a:t>Moving average: Calculates the average of the past consecutive data points. It smooths short-term fluctuations and highlights trends.</a:t>
            </a:r>
          </a:p>
          <a:p>
            <a:pPr marL="285750" indent="-285750">
              <a:buFont typeface="Wingdings" panose="05050102010706020507" pitchFamily="18" charset="2"/>
              <a:buChar char="ü"/>
            </a:pPr>
            <a:endParaRPr lang="en-US" sz="1600" dirty="0"/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FAF8F775-D803-BB83-5FE4-0023CAC94211}"/>
              </a:ext>
            </a:extLst>
          </p:cNvPr>
          <p:cNvSpPr txBox="1">
            <a:spLocks/>
          </p:cNvSpPr>
          <p:nvPr/>
        </p:nvSpPr>
        <p:spPr>
          <a:xfrm>
            <a:off x="1592798" y="678152"/>
            <a:ext cx="5607102" cy="4177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Arial"/>
                <a:cs typeface="Arial"/>
              </a:rPr>
              <a:t>ENGINEERED FEATURES </a:t>
            </a:r>
            <a:endParaRPr lang="en-US" sz="2000" b="1" dirty="0"/>
          </a:p>
        </p:txBody>
      </p:sp>
      <p:sp>
        <p:nvSpPr>
          <p:cNvPr id="20" name="Footer Placeholder 1">
            <a:extLst>
              <a:ext uri="{FF2B5EF4-FFF2-40B4-BE49-F238E27FC236}">
                <a16:creationId xmlns:a16="http://schemas.microsoft.com/office/drawing/2014/main" id="{0251B347-F54E-5C2F-6EB7-4FFA3F2BF2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7033" y="6629505"/>
            <a:ext cx="4060522" cy="16737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 dirty="0" err="1">
                <a:latin typeface="Arial"/>
                <a:cs typeface="Arial"/>
              </a:rPr>
              <a:t>Manoj</a:t>
            </a:r>
            <a:r>
              <a:rPr lang="de-DE" dirty="0">
                <a:latin typeface="Arial"/>
                <a:cs typeface="Arial"/>
              </a:rPr>
              <a:t> Sundar </a:t>
            </a:r>
            <a:r>
              <a:rPr lang="de-DE" dirty="0" err="1">
                <a:latin typeface="Arial"/>
                <a:cs typeface="Arial"/>
              </a:rPr>
              <a:t>Ravichandran</a:t>
            </a:r>
            <a:r>
              <a:rPr lang="de-DE" dirty="0">
                <a:latin typeface="Arial"/>
                <a:cs typeface="Arial"/>
              </a:rPr>
              <a:t>  | Data Mining and </a:t>
            </a:r>
            <a:r>
              <a:rPr lang="de-DE" dirty="0" err="1">
                <a:latin typeface="Arial"/>
                <a:cs typeface="Arial"/>
              </a:rPr>
              <a:t>Machine</a:t>
            </a:r>
            <a:r>
              <a:rPr lang="de-DE" dirty="0">
                <a:latin typeface="Arial"/>
                <a:cs typeface="Arial"/>
              </a:rPr>
              <a:t> Learning   | WS 2024/25</a:t>
            </a:r>
          </a:p>
        </p:txBody>
      </p:sp>
      <p:pic>
        <p:nvPicPr>
          <p:cNvPr id="3" name="Picture 2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65688BC3-47D0-FE92-D600-064AA14D9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60" y="1943671"/>
            <a:ext cx="4489940" cy="3927607"/>
          </a:xfrm>
          <a:prstGeom prst="rect">
            <a:avLst/>
          </a:prstGeom>
        </p:spPr>
      </p:pic>
      <p:pic>
        <p:nvPicPr>
          <p:cNvPr id="4" name="Picture 3" descr="A graph with blue and orange lines&#10;&#10;Description automatically generated">
            <a:extLst>
              <a:ext uri="{FF2B5EF4-FFF2-40B4-BE49-F238E27FC236}">
                <a16:creationId xmlns:a16="http://schemas.microsoft.com/office/drawing/2014/main" id="{83787029-066E-3634-4420-446520CD4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617" y="1943724"/>
            <a:ext cx="6887307" cy="392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055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DA24E88-B3B5-3A82-A85D-A14F8E44510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42117" y="1251957"/>
            <a:ext cx="3144837" cy="4233862"/>
          </a:xfrm>
        </p:spPr>
        <p:txBody>
          <a:bodyPr>
            <a:normAutofit/>
          </a:bodyPr>
          <a:lstStyle/>
          <a:p>
            <a:r>
              <a:rPr lang="en-US"/>
              <a:t>MODEL –1 : LINEAR REGRESSION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36BCB9-D060-1B7A-6D78-5E9C82CB8E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4552" y="6422599"/>
            <a:ext cx="462051" cy="20429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0DAD67A-2FCA-A441-B907-1B1DD4930EB5}" type="slidenum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16</a:t>
            </a:fld>
            <a:endParaRPr lang="de-DE"/>
          </a:p>
        </p:txBody>
      </p:sp>
      <p:graphicFrame>
        <p:nvGraphicFramePr>
          <p:cNvPr id="19" name="Content Placeholder 7">
            <a:extLst>
              <a:ext uri="{FF2B5EF4-FFF2-40B4-BE49-F238E27FC236}">
                <a16:creationId xmlns:a16="http://schemas.microsoft.com/office/drawing/2014/main" id="{19075398-F1B6-4E5D-2EF9-2B61718ABCA2}"/>
              </a:ext>
            </a:extLst>
          </p:cNvPr>
          <p:cNvGraphicFramePr>
            <a:graphicFrameLocks noGrp="1"/>
          </p:cNvGraphicFramePr>
          <p:nvPr>
            <p:ph sz="quarter" idx="44"/>
            <p:extLst>
              <p:ext uri="{D42A27DB-BD31-4B8C-83A1-F6EECF244321}">
                <p14:modId xmlns:p14="http://schemas.microsoft.com/office/powerpoint/2010/main" val="1994776902"/>
              </p:ext>
            </p:extLst>
          </p:nvPr>
        </p:nvGraphicFramePr>
        <p:xfrm>
          <a:off x="3686175" y="786030"/>
          <a:ext cx="8050428" cy="5463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8" name="Footer Placeholder 1">
            <a:extLst>
              <a:ext uri="{FF2B5EF4-FFF2-40B4-BE49-F238E27FC236}">
                <a16:creationId xmlns:a16="http://schemas.microsoft.com/office/drawing/2014/main" id="{67F1616B-1EDE-F233-BA2C-BD45ABE633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7033" y="6629505"/>
            <a:ext cx="4060522" cy="16737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 dirty="0" err="1">
                <a:latin typeface="Arial"/>
                <a:cs typeface="Arial"/>
              </a:rPr>
              <a:t>Manoj</a:t>
            </a:r>
            <a:r>
              <a:rPr lang="de-DE" dirty="0">
                <a:latin typeface="Arial"/>
                <a:cs typeface="Arial"/>
              </a:rPr>
              <a:t> Sundar </a:t>
            </a:r>
            <a:r>
              <a:rPr lang="de-DE" dirty="0" err="1">
                <a:latin typeface="Arial"/>
                <a:cs typeface="Arial"/>
              </a:rPr>
              <a:t>Ravichandran</a:t>
            </a:r>
            <a:r>
              <a:rPr lang="de-DE" dirty="0">
                <a:latin typeface="Arial"/>
                <a:cs typeface="Arial"/>
              </a:rPr>
              <a:t>  | Data Mining and </a:t>
            </a:r>
            <a:r>
              <a:rPr lang="de-DE" dirty="0" err="1">
                <a:latin typeface="Arial"/>
                <a:cs typeface="Arial"/>
              </a:rPr>
              <a:t>Machine</a:t>
            </a:r>
            <a:r>
              <a:rPr lang="de-DE" dirty="0">
                <a:latin typeface="Arial"/>
                <a:cs typeface="Arial"/>
              </a:rPr>
              <a:t> Learning   | WS 2024/25</a:t>
            </a:r>
          </a:p>
        </p:txBody>
      </p:sp>
    </p:spTree>
    <p:extLst>
      <p:ext uri="{BB962C8B-B14F-4D97-AF65-F5344CB8AC3E}">
        <p14:creationId xmlns:p14="http://schemas.microsoft.com/office/powerpoint/2010/main" val="3330344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table with numbers and numbers&#10;&#10;Description automatically generated">
            <a:extLst>
              <a:ext uri="{FF2B5EF4-FFF2-40B4-BE49-F238E27FC236}">
                <a16:creationId xmlns:a16="http://schemas.microsoft.com/office/drawing/2014/main" id="{5A59382A-0931-CAFE-55DC-45C9065BEC07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/>
        </p:blipFill>
        <p:spPr>
          <a:xfrm>
            <a:off x="115130" y="176624"/>
            <a:ext cx="3525861" cy="6363554"/>
          </a:xfrm>
          <a:noFill/>
        </p:spPr>
      </p:pic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FFA4D36-BA82-BBAA-91D3-1660CEEE1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50DAD67A-2FCA-A441-B907-1B1DD4930EB5}" type="slidenum">
              <a:rPr lang="de-DE" smtClean="0"/>
              <a:pPr>
                <a:spcAft>
                  <a:spcPts val="600"/>
                </a:spcAft>
              </a:pPr>
              <a:t>17</a:t>
            </a:fld>
            <a:endParaRPr lang="de-DE"/>
          </a:p>
        </p:txBody>
      </p:sp>
      <p:pic>
        <p:nvPicPr>
          <p:cNvPr id="4" name="Content Placeholder 8" descr="A table of numbers with numbers and numbers&#10;&#10;Description automatically generated">
            <a:extLst>
              <a:ext uri="{FF2B5EF4-FFF2-40B4-BE49-F238E27FC236}">
                <a16:creationId xmlns:a16="http://schemas.microsoft.com/office/drawing/2014/main" id="{28A86DB3-0A65-C9A8-3DFC-04EF832CC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636032" y="173071"/>
            <a:ext cx="4027621" cy="6455800"/>
          </a:xfrm>
          <a:prstGeom prst="rect">
            <a:avLst/>
          </a:prstGeom>
          <a:noFill/>
        </p:spPr>
      </p:pic>
      <p:pic>
        <p:nvPicPr>
          <p:cNvPr id="5" name="Content Placeholder 8" descr="A table of numbers with numbers&#10;&#10;Description automatically generated">
            <a:extLst>
              <a:ext uri="{FF2B5EF4-FFF2-40B4-BE49-F238E27FC236}">
                <a16:creationId xmlns:a16="http://schemas.microsoft.com/office/drawing/2014/main" id="{7B917F22-1323-CC01-9F96-1EA8C4818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661547" y="1119037"/>
            <a:ext cx="3904529" cy="410222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75750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5A59382A-0931-CAFE-55DC-45C9065BEC07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rcRect t="972" b="4886"/>
          <a:stretch/>
        </p:blipFill>
        <p:spPr>
          <a:xfrm>
            <a:off x="20" y="10"/>
            <a:ext cx="12191980" cy="6857990"/>
          </a:xfrm>
          <a:noFill/>
        </p:spPr>
      </p:pic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EFFA4D36-BA82-BBAA-91D3-1660CEEE1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50DAD67A-2FCA-A441-B907-1B1DD4930EB5}" type="slidenum">
              <a:rPr lang="de-DE" smtClean="0"/>
              <a:pPr>
                <a:spcAft>
                  <a:spcPts val="600"/>
                </a:spcAft>
              </a:pPr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2050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0E8F104-A2E6-C7B8-296A-105A30A8EEEB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42117" y="1251957"/>
            <a:ext cx="3144837" cy="4233862"/>
          </a:xfrm>
        </p:spPr>
        <p:txBody>
          <a:bodyPr>
            <a:normAutofit/>
          </a:bodyPr>
          <a:lstStyle/>
          <a:p>
            <a:r>
              <a:rPr lang="en-GB"/>
              <a:t>MODEL –1 : EVALUATION METRICES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297B70-6C23-815C-FAEA-652245413E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4552" y="6422599"/>
            <a:ext cx="462051" cy="20429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0DAD67A-2FCA-A441-B907-1B1DD4930EB5}" type="slidenum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19</a:t>
            </a:fld>
            <a:endParaRPr lang="de-DE"/>
          </a:p>
        </p:txBody>
      </p:sp>
      <p:graphicFrame>
        <p:nvGraphicFramePr>
          <p:cNvPr id="27" name="Content Placeholder 7">
            <a:extLst>
              <a:ext uri="{FF2B5EF4-FFF2-40B4-BE49-F238E27FC236}">
                <a16:creationId xmlns:a16="http://schemas.microsoft.com/office/drawing/2014/main" id="{2A5F6451-A5E7-7CF6-13D3-11FE679D6737}"/>
              </a:ext>
            </a:extLst>
          </p:cNvPr>
          <p:cNvGraphicFramePr>
            <a:graphicFrameLocks noGrp="1"/>
          </p:cNvGraphicFramePr>
          <p:nvPr>
            <p:ph sz="quarter" idx="44"/>
            <p:extLst>
              <p:ext uri="{D42A27DB-BD31-4B8C-83A1-F6EECF244321}">
                <p14:modId xmlns:p14="http://schemas.microsoft.com/office/powerpoint/2010/main" val="4182429547"/>
              </p:ext>
            </p:extLst>
          </p:nvPr>
        </p:nvGraphicFramePr>
        <p:xfrm>
          <a:off x="3686175" y="786030"/>
          <a:ext cx="8050428" cy="5463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92" name="Footer Placeholder 1">
            <a:extLst>
              <a:ext uri="{FF2B5EF4-FFF2-40B4-BE49-F238E27FC236}">
                <a16:creationId xmlns:a16="http://schemas.microsoft.com/office/drawing/2014/main" id="{6E6077F7-5895-CEB8-6536-02911615FDF9}"/>
              </a:ext>
            </a:extLst>
          </p:cNvPr>
          <p:cNvSpPr txBox="1">
            <a:spLocks/>
          </p:cNvSpPr>
          <p:nvPr/>
        </p:nvSpPr>
        <p:spPr>
          <a:xfrm>
            <a:off x="83587" y="6541582"/>
            <a:ext cx="4060522" cy="1673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de-DE" dirty="0" err="1">
                <a:latin typeface="Arial"/>
                <a:cs typeface="Arial"/>
              </a:rPr>
              <a:t>Manoj</a:t>
            </a:r>
            <a:r>
              <a:rPr lang="de-DE" dirty="0">
                <a:latin typeface="Arial"/>
                <a:cs typeface="Arial"/>
              </a:rPr>
              <a:t> Sundar </a:t>
            </a:r>
            <a:r>
              <a:rPr lang="de-DE" dirty="0" err="1">
                <a:latin typeface="Arial"/>
                <a:cs typeface="Arial"/>
              </a:rPr>
              <a:t>Ravichandran</a:t>
            </a:r>
            <a:r>
              <a:rPr lang="de-DE" dirty="0">
                <a:latin typeface="Arial"/>
                <a:cs typeface="Arial"/>
              </a:rPr>
              <a:t>  | Data Mining and </a:t>
            </a:r>
            <a:r>
              <a:rPr lang="de-DE" dirty="0" err="1">
                <a:latin typeface="Arial"/>
                <a:cs typeface="Arial"/>
              </a:rPr>
              <a:t>Machine</a:t>
            </a:r>
            <a:r>
              <a:rPr lang="de-DE" dirty="0">
                <a:latin typeface="Arial"/>
                <a:cs typeface="Arial"/>
              </a:rPr>
              <a:t> Learning   | WS 2024/25</a:t>
            </a:r>
          </a:p>
        </p:txBody>
      </p:sp>
    </p:spTree>
    <p:extLst>
      <p:ext uri="{BB962C8B-B14F-4D97-AF65-F5344CB8AC3E}">
        <p14:creationId xmlns:p14="http://schemas.microsoft.com/office/powerpoint/2010/main" val="1531503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36BCB9-D060-1B7A-6D78-5E9C82CB8E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696" y="6422599"/>
            <a:ext cx="452907" cy="20429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0DAD67A-2FCA-A441-B907-1B1DD4930EB5}" type="slidenum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20</a:t>
            </a:fld>
            <a:endParaRPr lang="de-DE"/>
          </a:p>
        </p:txBody>
      </p:sp>
      <p:sp>
        <p:nvSpPr>
          <p:cNvPr id="59" name="Text Placeholder 4">
            <a:extLst>
              <a:ext uri="{FF2B5EF4-FFF2-40B4-BE49-F238E27FC236}">
                <a16:creationId xmlns:a16="http://schemas.microsoft.com/office/drawing/2014/main" id="{F572527B-E166-EE7D-797A-44720F48DE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512763"/>
            <a:ext cx="4953000" cy="1154112"/>
          </a:xfrm>
        </p:spPr>
        <p:txBody>
          <a:bodyPr/>
          <a:lstStyle/>
          <a:p>
            <a:endParaRPr lang="en-US"/>
          </a:p>
        </p:txBody>
      </p:sp>
      <p:sp>
        <p:nvSpPr>
          <p:cNvPr id="28" name="Footer Placeholder 1">
            <a:extLst>
              <a:ext uri="{FF2B5EF4-FFF2-40B4-BE49-F238E27FC236}">
                <a16:creationId xmlns:a16="http://schemas.microsoft.com/office/drawing/2014/main" id="{67F1616B-1EDE-F233-BA2C-BD45ABE633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1113" y="6422600"/>
            <a:ext cx="4114800" cy="20429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e-DE" err="1"/>
              <a:t>Manoj</a:t>
            </a:r>
            <a:r>
              <a:rPr lang="de-DE"/>
              <a:t> Sundar </a:t>
            </a:r>
            <a:r>
              <a:rPr lang="de-DE" err="1"/>
              <a:t>Ravichandran</a:t>
            </a:r>
            <a:r>
              <a:rPr lang="de-DE"/>
              <a:t>  | Data Mining and </a:t>
            </a:r>
            <a:r>
              <a:rPr lang="de-DE" err="1"/>
              <a:t>Machine</a:t>
            </a:r>
            <a:r>
              <a:rPr lang="de-DE"/>
              <a:t> Learning   | WS 2024/25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DA24E88-B3B5-3A82-A85D-A14F8E44510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37287" y="782946"/>
            <a:ext cx="2913393" cy="74345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MODEL –2 : LSTM</a:t>
            </a:r>
            <a:endParaRPr lang="en-US" dirty="0"/>
          </a:p>
        </p:txBody>
      </p:sp>
      <p:graphicFrame>
        <p:nvGraphicFramePr>
          <p:cNvPr id="19" name="Content Placeholder 7">
            <a:extLst>
              <a:ext uri="{FF2B5EF4-FFF2-40B4-BE49-F238E27FC236}">
                <a16:creationId xmlns:a16="http://schemas.microsoft.com/office/drawing/2014/main" id="{19075398-F1B6-4E5D-2EF9-2B61718ABCA2}"/>
              </a:ext>
            </a:extLst>
          </p:cNvPr>
          <p:cNvGraphicFramePr>
            <a:graphicFrameLocks noGrp="1"/>
          </p:cNvGraphicFramePr>
          <p:nvPr>
            <p:ph sz="quarter" idx="44"/>
            <p:extLst>
              <p:ext uri="{D42A27DB-BD31-4B8C-83A1-F6EECF244321}">
                <p14:modId xmlns:p14="http://schemas.microsoft.com/office/powerpoint/2010/main" val="804842676"/>
              </p:ext>
            </p:extLst>
          </p:nvPr>
        </p:nvGraphicFramePr>
        <p:xfrm>
          <a:off x="3686175" y="786030"/>
          <a:ext cx="8050428" cy="5463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3249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Content Placeholder 28" descr="A graph with blue and orange lines&#10;&#10;Description automatically generated">
            <a:extLst>
              <a:ext uri="{FF2B5EF4-FFF2-40B4-BE49-F238E27FC236}">
                <a16:creationId xmlns:a16="http://schemas.microsoft.com/office/drawing/2014/main" id="{D03FAF0A-657A-5704-DE41-81E84527ED2D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rcRect l="2966" r="1480" b="1"/>
          <a:stretch/>
        </p:blipFill>
        <p:spPr>
          <a:xfrm>
            <a:off x="20" y="10"/>
            <a:ext cx="12191980" cy="6857990"/>
          </a:xfrm>
          <a:noFill/>
        </p:spPr>
      </p:pic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B336BCB9-D060-1B7A-6D78-5E9C82CB8E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4552" y="6422599"/>
            <a:ext cx="462051" cy="20429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0DAD67A-2FCA-A441-B907-1B1DD4930EB5}" type="slidenum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21</a:t>
            </a:fld>
            <a:endParaRPr lang="de-DE"/>
          </a:p>
        </p:txBody>
      </p:sp>
      <p:sp>
        <p:nvSpPr>
          <p:cNvPr id="28" name="Footer Placeholder 1">
            <a:extLst>
              <a:ext uri="{FF2B5EF4-FFF2-40B4-BE49-F238E27FC236}">
                <a16:creationId xmlns:a16="http://schemas.microsoft.com/office/drawing/2014/main" id="{67F1616B-1EDE-F233-BA2C-BD45ABE633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7033" y="6629505"/>
            <a:ext cx="4060522" cy="16737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 dirty="0" err="1">
                <a:latin typeface="Arial"/>
                <a:cs typeface="Arial"/>
              </a:rPr>
              <a:t>Manoj</a:t>
            </a:r>
            <a:r>
              <a:rPr lang="de-DE" dirty="0">
                <a:latin typeface="Arial"/>
                <a:cs typeface="Arial"/>
              </a:rPr>
              <a:t> Sundar </a:t>
            </a:r>
            <a:r>
              <a:rPr lang="de-DE" dirty="0" err="1">
                <a:latin typeface="Arial"/>
                <a:cs typeface="Arial"/>
              </a:rPr>
              <a:t>Ravichandran</a:t>
            </a:r>
            <a:r>
              <a:rPr lang="de-DE" dirty="0">
                <a:latin typeface="Arial"/>
                <a:cs typeface="Arial"/>
              </a:rPr>
              <a:t>  | Data Mining and </a:t>
            </a:r>
            <a:r>
              <a:rPr lang="de-DE" dirty="0" err="1">
                <a:latin typeface="Arial"/>
                <a:cs typeface="Arial"/>
              </a:rPr>
              <a:t>Machine</a:t>
            </a:r>
            <a:r>
              <a:rPr lang="de-DE" dirty="0">
                <a:latin typeface="Arial"/>
                <a:cs typeface="Arial"/>
              </a:rPr>
              <a:t> Learning   | WS 2024/25</a:t>
            </a:r>
          </a:p>
        </p:txBody>
      </p:sp>
    </p:spTree>
    <p:extLst>
      <p:ext uri="{BB962C8B-B14F-4D97-AF65-F5344CB8AC3E}">
        <p14:creationId xmlns:p14="http://schemas.microsoft.com/office/powerpoint/2010/main" val="4122636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B1A323-54A0-7F36-77AF-780F83B1C0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696" y="6422599"/>
            <a:ext cx="452907" cy="20429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0DAD67A-2FCA-A441-B907-1B1DD4930EB5}" type="slidenum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22</a:t>
            </a:fld>
            <a:endParaRPr lang="de-DE"/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989FD6E0-C0FF-BC67-3C32-8AF39025F4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512763"/>
            <a:ext cx="4953000" cy="115411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63096C3-AB10-DCFD-1DD0-CDA6B7690ABA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55762" y="757962"/>
            <a:ext cx="3987688" cy="743459"/>
          </a:xfrm>
        </p:spPr>
        <p:txBody>
          <a:bodyPr>
            <a:normAutofit/>
          </a:bodyPr>
          <a:lstStyle/>
          <a:p>
            <a:r>
              <a:rPr lang="en-GB"/>
              <a:t>MODEL-2 : EVALUATION METRICES</a:t>
            </a:r>
            <a:endParaRPr lang="en-GB" dirty="0"/>
          </a:p>
        </p:txBody>
      </p:sp>
      <p:graphicFrame>
        <p:nvGraphicFramePr>
          <p:cNvPr id="22" name="Content Placeholder 7">
            <a:extLst>
              <a:ext uri="{FF2B5EF4-FFF2-40B4-BE49-F238E27FC236}">
                <a16:creationId xmlns:a16="http://schemas.microsoft.com/office/drawing/2014/main" id="{92C4321C-868A-A396-2DFC-721DD7F99ABB}"/>
              </a:ext>
            </a:extLst>
          </p:cNvPr>
          <p:cNvGraphicFramePr>
            <a:graphicFrameLocks noGrp="1"/>
          </p:cNvGraphicFramePr>
          <p:nvPr>
            <p:ph sz="quarter" idx="44"/>
            <p:extLst>
              <p:ext uri="{D42A27DB-BD31-4B8C-83A1-F6EECF244321}">
                <p14:modId xmlns:p14="http://schemas.microsoft.com/office/powerpoint/2010/main" val="1407263096"/>
              </p:ext>
            </p:extLst>
          </p:nvPr>
        </p:nvGraphicFramePr>
        <p:xfrm>
          <a:off x="2317479" y="1133313"/>
          <a:ext cx="8050428" cy="5463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2" name="Footer Placeholder 1">
            <a:extLst>
              <a:ext uri="{FF2B5EF4-FFF2-40B4-BE49-F238E27FC236}">
                <a16:creationId xmlns:a16="http://schemas.microsoft.com/office/drawing/2014/main" id="{AA6832BC-D3C2-E328-06E9-BDF1712DE4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0" y="6422600"/>
            <a:ext cx="4114800" cy="20429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e-DE" err="1"/>
              <a:t>Manoj</a:t>
            </a:r>
            <a:r>
              <a:rPr lang="de-DE"/>
              <a:t> Sundar </a:t>
            </a:r>
            <a:r>
              <a:rPr lang="de-DE" err="1"/>
              <a:t>Ravichandran</a:t>
            </a:r>
            <a:r>
              <a:rPr lang="de-DE"/>
              <a:t>  | Data Mining and </a:t>
            </a:r>
            <a:r>
              <a:rPr lang="de-DE" err="1"/>
              <a:t>Machine</a:t>
            </a:r>
            <a:r>
              <a:rPr lang="de-DE"/>
              <a:t> Learning   | WS 2024/25</a:t>
            </a:r>
          </a:p>
        </p:txBody>
      </p:sp>
    </p:spTree>
    <p:extLst>
      <p:ext uri="{BB962C8B-B14F-4D97-AF65-F5344CB8AC3E}">
        <p14:creationId xmlns:p14="http://schemas.microsoft.com/office/powerpoint/2010/main" val="19789948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7E5298-29BB-A441-EE4A-32C60929D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23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EBD93C3-0430-C04E-E8ED-126F28E4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82473"/>
            <a:ext cx="8714725" cy="723381"/>
          </a:xfrm>
        </p:spPr>
        <p:txBody>
          <a:bodyPr>
            <a:normAutofit/>
          </a:bodyPr>
          <a:lstStyle/>
          <a:p>
            <a:r>
              <a:rPr lang="en-GB" sz="2000" dirty="0">
                <a:latin typeface="Arial"/>
                <a:cs typeface="Arial"/>
              </a:rPr>
              <a:t>WHY LSTM ACCRUACY IS LESSER THAN THE BASE MODEL ?</a:t>
            </a:r>
            <a:endParaRPr lang="en-GB" sz="20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2CA9C4D-538A-6A1B-8BA7-9C26F21BFA2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88156" y="1413577"/>
            <a:ext cx="7928411" cy="13696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 panose="05050102010706020507" pitchFamily="18" charset="2"/>
              <a:buChar char="ü"/>
            </a:pPr>
            <a:r>
              <a:rPr lang="en-GB" sz="1600" dirty="0">
                <a:latin typeface="Arial"/>
                <a:cs typeface="Arial"/>
              </a:rPr>
              <a:t>Linear Regression align well with its linear assumption, and reduce noise, resulting in better performance </a:t>
            </a:r>
          </a:p>
          <a:p>
            <a:pPr marL="285750" indent="-285750">
              <a:buFont typeface="Wingdings" panose="05050102010706020507" pitchFamily="18" charset="2"/>
              <a:buChar char="ü"/>
            </a:pPr>
            <a:r>
              <a:rPr lang="en-GB" sz="1600" dirty="0">
                <a:latin typeface="Arial"/>
                <a:cs typeface="Arial"/>
              </a:rPr>
              <a:t>LSTM leads to lower score because of feeding all features including noisy ones, likely diluted its effectiveness.</a:t>
            </a:r>
            <a:endParaRPr lang="en-GB" sz="1600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A14DD383-69C3-1134-E78D-B26ABC5A7C78}"/>
              </a:ext>
            </a:extLst>
          </p:cNvPr>
          <p:cNvSpPr txBox="1">
            <a:spLocks/>
          </p:cNvSpPr>
          <p:nvPr/>
        </p:nvSpPr>
        <p:spPr>
          <a:xfrm>
            <a:off x="1734393" y="2937811"/>
            <a:ext cx="8714725" cy="723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i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000" dirty="0">
                <a:latin typeface="Arial"/>
                <a:cs typeface="Arial"/>
              </a:rPr>
              <a:t>HOW TO IMPROVE LSTM'S PERFORMANCE</a:t>
            </a:r>
            <a:endParaRPr lang="en-GB" sz="2000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664534E-AA5E-0DFE-516C-5705A456FD17}"/>
              </a:ext>
            </a:extLst>
          </p:cNvPr>
          <p:cNvSpPr txBox="1">
            <a:spLocks/>
          </p:cNvSpPr>
          <p:nvPr/>
        </p:nvSpPr>
        <p:spPr>
          <a:xfrm>
            <a:off x="1954043" y="3980101"/>
            <a:ext cx="7928411" cy="13696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Symbol" panose="05050102010706020507" pitchFamily="18" charset="2"/>
              <a:buNone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50102010706020507" pitchFamily="18" charset="2"/>
              <a:buChar char="ü"/>
            </a:pPr>
            <a:r>
              <a:rPr lang="en-GB" sz="1600" dirty="0">
                <a:latin typeface="Arial"/>
                <a:cs typeface="Arial"/>
              </a:rPr>
              <a:t>More precise Feature selection.</a:t>
            </a:r>
          </a:p>
          <a:p>
            <a:pPr marL="285750" indent="-285750">
              <a:buFont typeface="Wingdings" panose="05050102010706020507" pitchFamily="18" charset="2"/>
              <a:buChar char="ü"/>
            </a:pPr>
            <a:r>
              <a:rPr lang="en-GB" sz="1600" dirty="0">
                <a:latin typeface="Arial"/>
                <a:cs typeface="Arial"/>
              </a:rPr>
              <a:t>Experiment  more with engineering features.</a:t>
            </a:r>
            <a:endParaRPr lang="en-GB" sz="1600" dirty="0"/>
          </a:p>
        </p:txBody>
      </p:sp>
      <p:sp>
        <p:nvSpPr>
          <p:cNvPr id="14" name="Footer Placeholder 1">
            <a:extLst>
              <a:ext uri="{FF2B5EF4-FFF2-40B4-BE49-F238E27FC236}">
                <a16:creationId xmlns:a16="http://schemas.microsoft.com/office/drawing/2014/main" id="{843EC383-805F-3B8F-EF58-5A20DE9454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5325" y="6422600"/>
            <a:ext cx="4114800" cy="20429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e-DE" err="1"/>
              <a:t>Manoj</a:t>
            </a:r>
            <a:r>
              <a:rPr lang="de-DE"/>
              <a:t> Sundar </a:t>
            </a:r>
            <a:r>
              <a:rPr lang="de-DE" err="1"/>
              <a:t>Ravichandran</a:t>
            </a:r>
            <a:r>
              <a:rPr lang="de-DE"/>
              <a:t>  | Data Mining and </a:t>
            </a:r>
            <a:r>
              <a:rPr lang="de-DE" err="1"/>
              <a:t>Machine</a:t>
            </a:r>
            <a:r>
              <a:rPr lang="de-DE"/>
              <a:t> Learning   | WS 2024/25</a:t>
            </a:r>
          </a:p>
        </p:txBody>
      </p:sp>
    </p:spTree>
    <p:extLst>
      <p:ext uri="{BB962C8B-B14F-4D97-AF65-F5344CB8AC3E}">
        <p14:creationId xmlns:p14="http://schemas.microsoft.com/office/powerpoint/2010/main" val="35470566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815147-AB22-06A8-A84E-0D4CC61868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696" y="6422599"/>
            <a:ext cx="452907" cy="20429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0DAD67A-2FCA-A441-B907-1B1DD4930EB5}" type="slidenum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24</a:t>
            </a:fld>
            <a:endParaRPr lang="de-DE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6EC05D1-1815-709E-A4CA-E66CD3BF82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56812"/>
            <a:ext cx="4953000" cy="1154112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Footer Placeholder 1">
            <a:extLst>
              <a:ext uri="{FF2B5EF4-FFF2-40B4-BE49-F238E27FC236}">
                <a16:creationId xmlns:a16="http://schemas.microsoft.com/office/drawing/2014/main" id="{7BDD7EBB-46D6-6D72-45F7-1C91C64B0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1113" y="6422600"/>
            <a:ext cx="4114800" cy="20429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e-DE" err="1"/>
              <a:t>Manoj</a:t>
            </a:r>
            <a:r>
              <a:rPr lang="de-DE"/>
              <a:t> Sundar </a:t>
            </a:r>
            <a:r>
              <a:rPr lang="de-DE" err="1"/>
              <a:t>Ravichandran</a:t>
            </a:r>
            <a:r>
              <a:rPr lang="de-DE"/>
              <a:t>  | Data Mining and </a:t>
            </a:r>
            <a:r>
              <a:rPr lang="de-DE" err="1"/>
              <a:t>Machine</a:t>
            </a:r>
            <a:r>
              <a:rPr lang="de-DE"/>
              <a:t> Learning   | WS 2024/25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035EDC7-81D2-1B0F-539F-11ADF15F089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8221" y="351978"/>
            <a:ext cx="3987688" cy="743459"/>
          </a:xfrm>
        </p:spPr>
        <p:txBody>
          <a:bodyPr>
            <a:normAutofit/>
          </a:bodyPr>
          <a:lstStyle/>
          <a:p>
            <a:r>
              <a:rPr lang="en-GB"/>
              <a:t>CURRENT TREND METHOD : (HYBRID MODEL )</a:t>
            </a:r>
            <a:endParaRPr lang="en-GB" dirty="0"/>
          </a:p>
        </p:txBody>
      </p:sp>
      <p:graphicFrame>
        <p:nvGraphicFramePr>
          <p:cNvPr id="18" name="Content Placeholder 7">
            <a:extLst>
              <a:ext uri="{FF2B5EF4-FFF2-40B4-BE49-F238E27FC236}">
                <a16:creationId xmlns:a16="http://schemas.microsoft.com/office/drawing/2014/main" id="{83F9E857-D711-BAC4-C623-BA0FCEA03E87}"/>
              </a:ext>
            </a:extLst>
          </p:cNvPr>
          <p:cNvGraphicFramePr>
            <a:graphicFrameLocks noGrp="1"/>
          </p:cNvGraphicFramePr>
          <p:nvPr>
            <p:ph sz="quarter" idx="44"/>
            <p:extLst>
              <p:ext uri="{D42A27DB-BD31-4B8C-83A1-F6EECF244321}">
                <p14:modId xmlns:p14="http://schemas.microsoft.com/office/powerpoint/2010/main" val="3921464039"/>
              </p:ext>
            </p:extLst>
          </p:nvPr>
        </p:nvGraphicFramePr>
        <p:xfrm>
          <a:off x="3686175" y="786030"/>
          <a:ext cx="8050428" cy="5463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7019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EDDAEE-7D6E-2D30-7812-A729285219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25</a:t>
            </a:fld>
            <a:endParaRPr lang="de-DE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DCE9BEB-0626-B940-62CB-4A59119CB4EF}"/>
              </a:ext>
            </a:extLst>
          </p:cNvPr>
          <p:cNvSpPr txBox="1">
            <a:spLocks/>
          </p:cNvSpPr>
          <p:nvPr/>
        </p:nvSpPr>
        <p:spPr>
          <a:xfrm>
            <a:off x="1397832" y="996939"/>
            <a:ext cx="8040168" cy="723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i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Arial"/>
                <a:cs typeface="Arial"/>
              </a:rPr>
              <a:t>WHERE LINEAR REGRESSION HELPS  ?</a:t>
            </a:r>
            <a:endParaRPr lang="en-GB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7EA4254-3363-85B0-F81D-5BB28DF4D64D}"/>
              </a:ext>
            </a:extLst>
          </p:cNvPr>
          <p:cNvSpPr txBox="1">
            <a:spLocks/>
          </p:cNvSpPr>
          <p:nvPr/>
        </p:nvSpPr>
        <p:spPr>
          <a:xfrm>
            <a:off x="1497097" y="1840796"/>
            <a:ext cx="7940903" cy="11890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de-DE"/>
            </a:defPPr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Symbol" panose="05050102010706020507" pitchFamily="18" charset="2"/>
              <a:buNone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50102010706020507" pitchFamily="18" charset="2"/>
              <a:buChar char="ü"/>
            </a:pPr>
            <a:r>
              <a:rPr lang="en-GB" sz="1600" dirty="0">
                <a:latin typeface="Arial"/>
                <a:cs typeface="Arial"/>
              </a:rPr>
              <a:t>Linear regression helps for better static or </a:t>
            </a:r>
            <a:r>
              <a:rPr lang="en-GB" sz="1600" dirty="0" err="1">
                <a:latin typeface="Arial"/>
                <a:cs typeface="Arial"/>
              </a:rPr>
              <a:t>engineerd</a:t>
            </a:r>
            <a:r>
              <a:rPr lang="en-GB" sz="1600" dirty="0">
                <a:latin typeface="Arial"/>
                <a:cs typeface="Arial"/>
              </a:rPr>
              <a:t> features </a:t>
            </a:r>
            <a:endParaRPr lang="en-GB" sz="1600" dirty="0"/>
          </a:p>
          <a:p>
            <a:pPr marL="285750" indent="-285750">
              <a:buFont typeface="Wingdings" panose="05050102010706020507" pitchFamily="18" charset="2"/>
              <a:buChar char="ü"/>
            </a:pPr>
            <a:r>
              <a:rPr lang="en-GB" sz="1600" dirty="0">
                <a:latin typeface="Arial"/>
                <a:cs typeface="Arial"/>
              </a:rPr>
              <a:t>Fast convergence </a:t>
            </a:r>
            <a:endParaRPr lang="en-GB" sz="1600" dirty="0"/>
          </a:p>
          <a:p>
            <a:pPr marL="285750" indent="-285750">
              <a:buFont typeface="Wingdings" panose="05050102010706020507" pitchFamily="18" charset="2"/>
              <a:buChar char="ü"/>
            </a:pPr>
            <a:r>
              <a:rPr lang="en-GB" sz="1600" dirty="0">
                <a:latin typeface="Arial"/>
                <a:cs typeface="Arial"/>
              </a:rPr>
              <a:t>Residual Corrections </a:t>
            </a:r>
            <a:endParaRPr lang="en-GB" sz="1600" dirty="0"/>
          </a:p>
          <a:p>
            <a:pPr marL="285750" indent="-285750">
              <a:buFont typeface="Wingdings" panose="05050102010706020507" pitchFamily="18" charset="2"/>
              <a:buChar char="ü"/>
            </a:pPr>
            <a:endParaRPr lang="en-GB" dirty="0"/>
          </a:p>
          <a:p>
            <a:pPr marL="285750" indent="-285750">
              <a:buFont typeface="Wingdings" panose="05050102010706020507" pitchFamily="18" charset="2"/>
              <a:buChar char="ü"/>
            </a:pPr>
            <a:endParaRPr lang="en-GB" dirty="0"/>
          </a:p>
          <a:p>
            <a:pPr marL="285750" indent="-285750">
              <a:buFont typeface="Wingdings" panose="05050102010706020507" pitchFamily="18" charset="2"/>
              <a:buChar char="ü"/>
            </a:pPr>
            <a:endParaRPr lang="en-GB" dirty="0"/>
          </a:p>
          <a:p>
            <a:pPr marL="285750" indent="-285750">
              <a:buFont typeface="Wingdings" panose="05050102010706020507" pitchFamily="18" charset="2"/>
              <a:buChar char="ü"/>
            </a:pPr>
            <a:endParaRPr lang="en-GB" dirty="0"/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CFEDAE08-DFE7-2CA9-F984-2C86865DBFF8}"/>
              </a:ext>
            </a:extLst>
          </p:cNvPr>
          <p:cNvSpPr txBox="1">
            <a:spLocks/>
          </p:cNvSpPr>
          <p:nvPr/>
        </p:nvSpPr>
        <p:spPr>
          <a:xfrm>
            <a:off x="1397831" y="3426594"/>
            <a:ext cx="8040168" cy="723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i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Arial"/>
                <a:cs typeface="Arial"/>
              </a:rPr>
              <a:t>WHERE LSTM HELPS  ?</a:t>
            </a:r>
            <a:endParaRPr lang="en-GB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4AED961A-833A-17C2-98CB-8A1B9AEC28EA}"/>
              </a:ext>
            </a:extLst>
          </p:cNvPr>
          <p:cNvSpPr txBox="1">
            <a:spLocks/>
          </p:cNvSpPr>
          <p:nvPr/>
        </p:nvSpPr>
        <p:spPr>
          <a:xfrm>
            <a:off x="1625220" y="4275149"/>
            <a:ext cx="7940903" cy="11890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de-DE"/>
            </a:defPPr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Symbol" panose="05050102010706020507" pitchFamily="18" charset="2"/>
              <a:buNone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Source Sans Pro" panose="020B0503030403020204" pitchFamily="34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50102010706020507" pitchFamily="18" charset="2"/>
              <a:buChar char="ü"/>
            </a:pPr>
            <a:r>
              <a:rPr lang="en-GB" sz="1600">
                <a:latin typeface="Arial"/>
                <a:cs typeface="Arial"/>
              </a:rPr>
              <a:t>Sequential dependencies </a:t>
            </a:r>
            <a:endParaRPr lang="en-GB" sz="1600" dirty="0"/>
          </a:p>
          <a:p>
            <a:pPr marL="285750" indent="-285750">
              <a:buFont typeface="Wingdings" panose="05050102010706020507" pitchFamily="18" charset="2"/>
              <a:buChar char="ü"/>
            </a:pPr>
            <a:r>
              <a:rPr lang="en-GB" sz="1600" dirty="0">
                <a:latin typeface="Arial"/>
                <a:cs typeface="Arial"/>
              </a:rPr>
              <a:t>Non-linear interaction </a:t>
            </a:r>
            <a:endParaRPr lang="en-GB" sz="1600" dirty="0"/>
          </a:p>
          <a:p>
            <a:pPr marL="285750" indent="-285750">
              <a:buFont typeface="Wingdings" panose="05050102010706020507" pitchFamily="18" charset="2"/>
              <a:buChar char="ü"/>
            </a:pPr>
            <a:r>
              <a:rPr lang="en-GB" sz="1600" dirty="0">
                <a:latin typeface="Arial"/>
                <a:cs typeface="Arial"/>
              </a:rPr>
              <a:t>Dynamic patters </a:t>
            </a:r>
            <a:endParaRPr lang="en-GB" sz="1600" dirty="0"/>
          </a:p>
          <a:p>
            <a:pPr marL="285750" indent="-285750">
              <a:buFont typeface="Wingdings" panose="05050102010706020507" pitchFamily="18" charset="2"/>
              <a:buChar char="ü"/>
            </a:pPr>
            <a:endParaRPr lang="en-GB" dirty="0"/>
          </a:p>
          <a:p>
            <a:pPr marL="285750" indent="-285750">
              <a:buFont typeface="Wingdings" panose="05050102010706020507" pitchFamily="18" charset="2"/>
              <a:buChar char="ü"/>
            </a:pPr>
            <a:endParaRPr lang="en-GB" dirty="0"/>
          </a:p>
          <a:p>
            <a:pPr marL="285750" indent="-285750">
              <a:buFont typeface="Wingdings" panose="05050102010706020507" pitchFamily="18" charset="2"/>
              <a:buChar char="ü"/>
            </a:pPr>
            <a:endParaRPr lang="en-GB" dirty="0"/>
          </a:p>
          <a:p>
            <a:pPr marL="285750" indent="-285750">
              <a:buFont typeface="Wingdings" panose="05050102010706020507" pitchFamily="18" charset="2"/>
              <a:buChar char="ü"/>
            </a:pPr>
            <a:endParaRPr lang="en-GB" dirty="0"/>
          </a:p>
        </p:txBody>
      </p:sp>
      <p:sp>
        <p:nvSpPr>
          <p:cNvPr id="14" name="Footer Placeholder 1">
            <a:extLst>
              <a:ext uri="{FF2B5EF4-FFF2-40B4-BE49-F238E27FC236}">
                <a16:creationId xmlns:a16="http://schemas.microsoft.com/office/drawing/2014/main" id="{27DDB5A6-7EE0-8F5E-A76F-89AC5D072F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1113" y="6422600"/>
            <a:ext cx="4114800" cy="20429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e-DE" err="1"/>
              <a:t>Manoj</a:t>
            </a:r>
            <a:r>
              <a:rPr lang="de-DE"/>
              <a:t> Sundar </a:t>
            </a:r>
            <a:r>
              <a:rPr lang="de-DE" err="1"/>
              <a:t>Ravichandran</a:t>
            </a:r>
            <a:r>
              <a:rPr lang="de-DE"/>
              <a:t>  | Data Mining and </a:t>
            </a:r>
            <a:r>
              <a:rPr lang="de-DE" err="1"/>
              <a:t>Machine</a:t>
            </a:r>
            <a:r>
              <a:rPr lang="de-DE"/>
              <a:t> Learning   | WS 2024/25</a:t>
            </a:r>
          </a:p>
        </p:txBody>
      </p:sp>
    </p:spTree>
    <p:extLst>
      <p:ext uri="{BB962C8B-B14F-4D97-AF65-F5344CB8AC3E}">
        <p14:creationId xmlns:p14="http://schemas.microsoft.com/office/powerpoint/2010/main" val="33408977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737B98CC-D27A-A73B-E032-08A418B927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e-DE" err="1"/>
              <a:t>Manoj</a:t>
            </a:r>
            <a:r>
              <a:rPr lang="de-DE"/>
              <a:t> Sundar </a:t>
            </a:r>
            <a:r>
              <a:rPr lang="de-DE" err="1"/>
              <a:t>Ravichandran</a:t>
            </a:r>
            <a:r>
              <a:rPr lang="de-DE"/>
              <a:t>  | Data Mining and </a:t>
            </a:r>
            <a:r>
              <a:rPr lang="de-DE" err="1"/>
              <a:t>Machine</a:t>
            </a:r>
            <a:r>
              <a:rPr lang="de-DE"/>
              <a:t> Learning   | WS 2024/25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DC46CA-BA64-2B3A-98EB-D97C52F6C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696" y="6422599"/>
            <a:ext cx="452907" cy="20429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0DAD67A-2FCA-A441-B907-1B1DD4930EB5}" type="slidenum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26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DA535D1-AE9D-6537-4B24-62F0326B9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82473"/>
            <a:ext cx="8040168" cy="723381"/>
          </a:xfrm>
        </p:spPr>
        <p:txBody>
          <a:bodyPr anchor="ctr">
            <a:normAutofit/>
          </a:bodyPr>
          <a:lstStyle/>
          <a:p>
            <a:r>
              <a:rPr lang="en-GB" dirty="0"/>
              <a:t>CHALLENGES IN THE HYBRID MODELS </a:t>
            </a:r>
          </a:p>
        </p:txBody>
      </p:sp>
      <p:graphicFrame>
        <p:nvGraphicFramePr>
          <p:cNvPr id="13" name="Content Placeholder 7">
            <a:extLst>
              <a:ext uri="{FF2B5EF4-FFF2-40B4-BE49-F238E27FC236}">
                <a16:creationId xmlns:a16="http://schemas.microsoft.com/office/drawing/2014/main" id="{A38963D7-5FD7-022E-2EF9-655CFA923ED1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311410871"/>
              </p:ext>
            </p:extLst>
          </p:nvPr>
        </p:nvGraphicFramePr>
        <p:xfrm>
          <a:off x="1788156" y="1413577"/>
          <a:ext cx="7928411" cy="4255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65391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E00165-1D30-B019-BA90-56AFA045C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696" y="6422599"/>
            <a:ext cx="452907" cy="20429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0DAD67A-2FCA-A441-B907-1B1DD4930EB5}" type="slidenum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27</a:t>
            </a:fld>
            <a:endParaRPr lang="de-DE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8BE31B65-C0C0-6A7E-106F-425C5F5D3A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512763"/>
            <a:ext cx="4953000" cy="115411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D17AAEE-F591-8801-093E-1FDAE66F8CA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55762" y="757962"/>
            <a:ext cx="3987688" cy="743459"/>
          </a:xfrm>
        </p:spPr>
        <p:txBody>
          <a:bodyPr>
            <a:normAutofit/>
          </a:bodyPr>
          <a:lstStyle/>
          <a:p>
            <a:r>
              <a:rPr lang="en-GB"/>
              <a:t>CHALLENGES IN STOCK PRICE PREDICTION </a:t>
            </a:r>
            <a:endParaRPr lang="en-GB" dirty="0"/>
          </a:p>
        </p:txBody>
      </p:sp>
      <p:graphicFrame>
        <p:nvGraphicFramePr>
          <p:cNvPr id="10" name="Content Placeholder 7">
            <a:extLst>
              <a:ext uri="{FF2B5EF4-FFF2-40B4-BE49-F238E27FC236}">
                <a16:creationId xmlns:a16="http://schemas.microsoft.com/office/drawing/2014/main" id="{F9195C9E-EAB1-115B-4139-495041B05EFE}"/>
              </a:ext>
            </a:extLst>
          </p:cNvPr>
          <p:cNvGraphicFramePr>
            <a:graphicFrameLocks noGrp="1"/>
          </p:cNvGraphicFramePr>
          <p:nvPr>
            <p:ph sz="quarter" idx="44"/>
            <p:extLst>
              <p:ext uri="{D42A27DB-BD31-4B8C-83A1-F6EECF244321}">
                <p14:modId xmlns:p14="http://schemas.microsoft.com/office/powerpoint/2010/main" val="627084241"/>
              </p:ext>
            </p:extLst>
          </p:nvPr>
        </p:nvGraphicFramePr>
        <p:xfrm>
          <a:off x="3686175" y="786030"/>
          <a:ext cx="8050428" cy="5463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2" name="Footer Placeholder 1">
            <a:extLst>
              <a:ext uri="{FF2B5EF4-FFF2-40B4-BE49-F238E27FC236}">
                <a16:creationId xmlns:a16="http://schemas.microsoft.com/office/drawing/2014/main" id="{B2C999E1-B86D-2130-AECF-FE649D8C94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352" y="6422600"/>
            <a:ext cx="4114800" cy="20429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e-DE" err="1"/>
              <a:t>Manoj</a:t>
            </a:r>
            <a:r>
              <a:rPr lang="de-DE"/>
              <a:t> Sundar </a:t>
            </a:r>
            <a:r>
              <a:rPr lang="de-DE" err="1"/>
              <a:t>Ravichandran</a:t>
            </a:r>
            <a:r>
              <a:rPr lang="de-DE"/>
              <a:t>  | Data Mining and </a:t>
            </a:r>
            <a:r>
              <a:rPr lang="de-DE" err="1"/>
              <a:t>Machine</a:t>
            </a:r>
            <a:r>
              <a:rPr lang="de-DE"/>
              <a:t> Learning   | WS 2024/25</a:t>
            </a:r>
          </a:p>
        </p:txBody>
      </p:sp>
    </p:spTree>
    <p:extLst>
      <p:ext uri="{BB962C8B-B14F-4D97-AF65-F5344CB8AC3E}">
        <p14:creationId xmlns:p14="http://schemas.microsoft.com/office/powerpoint/2010/main" val="29814048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140CE7C-1470-034E-BF4A-1AA4BEB8B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28</a:t>
            </a:fld>
            <a:endParaRPr lang="de-DE"/>
          </a:p>
        </p:txBody>
      </p:sp>
      <p:sp>
        <p:nvSpPr>
          <p:cNvPr id="13" name="Inhaltsplatzhalter 5">
            <a:extLst>
              <a:ext uri="{FF2B5EF4-FFF2-40B4-BE49-F238E27FC236}">
                <a16:creationId xmlns:a16="http://schemas.microsoft.com/office/drawing/2014/main" id="{26D3D067-4D3F-624F-A625-808A7281AB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63461" y="200856"/>
            <a:ext cx="6599887" cy="476738"/>
          </a:xfrm>
        </p:spPr>
        <p:txBody>
          <a:bodyPr/>
          <a:lstStyle/>
          <a:p>
            <a:endParaRPr lang="de-DE" sz="2400" u="sng">
              <a:latin typeface="+mj-lt"/>
            </a:endParaRPr>
          </a:p>
          <a:p>
            <a:endParaRPr lang="de-DE" sz="2400" u="sng">
              <a:latin typeface="+mj-lt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5370" y="4840358"/>
            <a:ext cx="1176630" cy="1524132"/>
          </a:xfrm>
          <a:prstGeom prst="rect">
            <a:avLst/>
          </a:prstGeom>
        </p:spPr>
      </p:pic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9298AA33-FEFB-77B1-46A5-09E468D6F3E3}"/>
              </a:ext>
            </a:extLst>
          </p:cNvPr>
          <p:cNvSpPr/>
          <p:nvPr/>
        </p:nvSpPr>
        <p:spPr>
          <a:xfrm>
            <a:off x="3432785" y="666873"/>
            <a:ext cx="7373983" cy="3129515"/>
          </a:xfrm>
          <a:prstGeom prst="wedgeRoundRectCallou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353119598"/>
      </p:ext>
    </p:extLst>
  </p:cSld>
  <p:clrMapOvr>
    <a:masterClrMapping/>
  </p:clrMapOvr>
</p:sld>
</file>

<file path=ppt/theme/theme1.xml><?xml version="1.0" encoding="utf-8"?>
<a:theme xmlns:a="http://schemas.openxmlformats.org/drawingml/2006/main" name="Hochschule Hof Masterfolien mit eigenen Bildern">
  <a:themeElements>
    <a:clrScheme name="Hochschule Hof Farben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3E50"/>
      </a:accent1>
      <a:accent2>
        <a:srgbClr val="0BDA7D"/>
      </a:accent2>
      <a:accent3>
        <a:srgbClr val="2962FA"/>
      </a:accent3>
      <a:accent4>
        <a:srgbClr val="FECE00"/>
      </a:accent4>
      <a:accent5>
        <a:srgbClr val="FBFCFB"/>
      </a:accent5>
      <a:accent6>
        <a:srgbClr val="FEFFFE"/>
      </a:accent6>
      <a:hlink>
        <a:srgbClr val="000000"/>
      </a:hlink>
      <a:folHlink>
        <a:srgbClr val="000000"/>
      </a:folHlink>
    </a:clrScheme>
    <a:fontScheme name="Hochschule Hof Mas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H_PowerPoint_Mastervorlage_100122_Vorlesungs_Mastervorlage [Schreibgeschützt]" id="{C7D327B0-F2CD-4F7C-8530-CD51F26197CD}" vid="{69711410-8CD0-464E-8703-496EDAAD18BC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D55F4250AEECF4BB38D9DAA2AEC9A51" ma:contentTypeVersion="5" ma:contentTypeDescription="Ein neues Dokument erstellen." ma:contentTypeScope="" ma:versionID="8850480b7b8000bd6358326fbfcffd1c">
  <xsd:schema xmlns:xsd="http://www.w3.org/2001/XMLSchema" xmlns:xs="http://www.w3.org/2001/XMLSchema" xmlns:p="http://schemas.microsoft.com/office/2006/metadata/properties" xmlns:ns2="afc3b429-34c2-408b-b822-e37fdfc5cf7c" targetNamespace="http://schemas.microsoft.com/office/2006/metadata/properties" ma:root="true" ma:fieldsID="dd2281c11475fc40d430279ddc247b34" ns2:_="">
    <xsd:import namespace="afc3b429-34c2-408b-b822-e37fdfc5cf7c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c3b429-34c2-408b-b822-e37fdfc5cf7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B6731F1-E162-482F-B833-8C32081F0D9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01F24A0-81F7-4BA1-95E1-3C8F9A89890D}">
  <ds:schemaRefs>
    <ds:schemaRef ds:uri="afc3b429-34c2-408b-b822-e37fdfc5cf7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CD4E7F3-DBFE-4757-99A3-4594217979EC}">
  <ds:schemaRefs>
    <ds:schemaRef ds:uri="afc3b429-34c2-408b-b822-e37fdfc5cf7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PPT-Pitch-Deck-Template</Template>
  <Application>Microsoft Office PowerPoint</Application>
  <PresentationFormat>Widescreen</PresentationFormat>
  <Slides>28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Hochschule Hof Masterfolien mit eigenen Bildern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 </vt:lpstr>
      <vt:lpstr> </vt:lpstr>
      <vt:lpstr> 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LSTM ACCRUACY IS LESSER THAN THE BASE MODEL ?</vt:lpstr>
      <vt:lpstr>PowerPoint Presentation</vt:lpstr>
      <vt:lpstr>PowerPoint Presentation</vt:lpstr>
      <vt:lpstr>CHALLENGES IN THE HYBRID MODELS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revision>1390</cp:revision>
  <cp:lastPrinted>2021-02-15T13:52:03Z</cp:lastPrinted>
  <dcterms:created xsi:type="dcterms:W3CDTF">2023-04-14T09:06:57Z</dcterms:created>
  <dcterms:modified xsi:type="dcterms:W3CDTF">2025-01-09T14:36:16Z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0x0101009D55F4250AEECF4BB38D9DAA2AEC9A51</vt:lpwstr>
  </property>
</Properties>
</file>